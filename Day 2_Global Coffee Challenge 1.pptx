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0" r:id="rId4"/>
    <p:sldMasterId id="2147484037" r:id="rId5"/>
    <p:sldMasterId id="2147484044" r:id="rId6"/>
    <p:sldMasterId id="2147484088" r:id="rId7"/>
  </p:sldMasterIdLst>
  <p:notesMasterIdLst>
    <p:notesMasterId r:id="rId16"/>
  </p:notesMasterIdLst>
  <p:sldIdLst>
    <p:sldId id="2146848250" r:id="rId8"/>
    <p:sldId id="2146848246" r:id="rId9"/>
    <p:sldId id="2146848247" r:id="rId10"/>
    <p:sldId id="2146848097" r:id="rId11"/>
    <p:sldId id="2146848251" r:id="rId12"/>
    <p:sldId id="2146848248" r:id="rId13"/>
    <p:sldId id="2146848244" r:id="rId14"/>
    <p:sldId id="214684810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760" userDrawn="1">
          <p15:clr>
            <a:srgbClr val="A4A3A4"/>
          </p15:clr>
        </p15:guide>
        <p15:guide id="2" pos="2160" userDrawn="1">
          <p15:clr>
            <a:srgbClr val="A4A3A4"/>
          </p15:clr>
        </p15:guide>
        <p15:guide id="3" orient="horz" pos="720" userDrawn="1">
          <p15:clr>
            <a:srgbClr val="A4A3A4"/>
          </p15:clr>
        </p15:guide>
        <p15:guide id="4" pos="432" userDrawn="1">
          <p15:clr>
            <a:srgbClr val="A4A3A4"/>
          </p15:clr>
        </p15:guide>
        <p15:guide id="5" pos="388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ndres, Cathleen E." initials="AE" lastIdx="5" clrIdx="6">
    <p:extLst>
      <p:ext uri="{19B8F6BF-5375-455C-9EA6-DF929625EA0E}">
        <p15:presenceInfo xmlns:p15="http://schemas.microsoft.com/office/powerpoint/2012/main" userId="S::cathleen.e.andres@accenture.com::cee938a1-9172-4267-bb46-c9d267464a72" providerId="AD"/>
      </p:ext>
    </p:extLst>
  </p:cmAuthor>
  <p:cmAuthor id="1" name="Author" initials="A" lastIdx="101" clrIdx="0"/>
  <p:cmAuthor id="2" name="Bono, Vanessa A." initials="BVA" lastIdx="24" clrIdx="1">
    <p:extLst>
      <p:ext uri="{19B8F6BF-5375-455C-9EA6-DF929625EA0E}">
        <p15:presenceInfo xmlns:p15="http://schemas.microsoft.com/office/powerpoint/2012/main" userId="S::vanessa.a.bono@accenture.com::3bfb42e8-227f-417c-8a7f-d1dc27979169" providerId="AD"/>
      </p:ext>
    </p:extLst>
  </p:cmAuthor>
  <p:cmAuthor id="3" name="Vencil, Stephana L." initials="VSL" lastIdx="3" clrIdx="2">
    <p:extLst>
      <p:ext uri="{19B8F6BF-5375-455C-9EA6-DF929625EA0E}">
        <p15:presenceInfo xmlns:p15="http://schemas.microsoft.com/office/powerpoint/2012/main" userId="S::stephana.l.vencil@accenture.com::fdbc939f-1d90-42c4-a1c1-c780f22bdea4" providerId="AD"/>
      </p:ext>
    </p:extLst>
  </p:cmAuthor>
  <p:cmAuthor id="4" name="Brown, Sally" initials="BS" lastIdx="123" clrIdx="3">
    <p:extLst>
      <p:ext uri="{19B8F6BF-5375-455C-9EA6-DF929625EA0E}">
        <p15:presenceInfo xmlns:p15="http://schemas.microsoft.com/office/powerpoint/2012/main" userId="S::sally.brown@accenture.com::d1bd0039-b20c-458e-9f60-213009d0bb6b" providerId="AD"/>
      </p:ext>
    </p:extLst>
  </p:cmAuthor>
  <p:cmAuthor id="5" name="Cumbow, Todd" initials="CT" lastIdx="1" clrIdx="4">
    <p:extLst>
      <p:ext uri="{19B8F6BF-5375-455C-9EA6-DF929625EA0E}">
        <p15:presenceInfo xmlns:p15="http://schemas.microsoft.com/office/powerpoint/2012/main" userId="S::todd.e.cumbow@accenture.com::b20f891d-c9db-4df3-aa50-43f299c5c6bb" providerId="AD"/>
      </p:ext>
    </p:extLst>
  </p:cmAuthor>
  <p:cmAuthor id="6" name="Gerard, Bob" initials="GB" lastIdx="2" clrIdx="5">
    <p:extLst>
      <p:ext uri="{19B8F6BF-5375-455C-9EA6-DF929625EA0E}">
        <p15:presenceInfo xmlns:p15="http://schemas.microsoft.com/office/powerpoint/2012/main" userId="S::bob.gerard@accenture.com::3952fd08-420d-4bb3-80f4-c2e8c098705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01E0"/>
    <a:srgbClr val="A600FF"/>
    <a:srgbClr val="F8F8F8"/>
    <a:srgbClr val="EDEDED"/>
    <a:srgbClr val="E6DCFF"/>
    <a:srgbClr val="0041F0"/>
    <a:srgbClr val="DCAFFF"/>
    <a:srgbClr val="FF50A0"/>
    <a:srgbClr val="FF3246"/>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760"/>
        <p:guide pos="2160"/>
        <p:guide orient="horz" pos="720"/>
        <p:guide pos="432"/>
        <p:guide pos="388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slide" Target="slides/slide8.xml"/><Relationship Id="rId10" Type="http://schemas.openxmlformats.org/officeDocument/2006/relationships/slide" Target="slides/slide3.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Cathleen E." userId="S::cathleen.e.andres@accenture.com::cee938a1-9172-4267-bb46-c9d267464a72" providerId="AD" clId="Web-{48E55756-B449-4F98-858E-DD0993512DF1}"/>
    <pc:docChg chg="modSld">
      <pc:chgData name="Andres, Cathleen E." userId="S::cathleen.e.andres@accenture.com::cee938a1-9172-4267-bb46-c9d267464a72" providerId="AD" clId="Web-{48E55756-B449-4F98-858E-DD0993512DF1}" dt="2021-04-18T00:14:42.195" v="1044" actId="20577"/>
      <pc:docMkLst>
        <pc:docMk/>
      </pc:docMkLst>
      <pc:sldChg chg="modSp">
        <pc:chgData name="Andres, Cathleen E." userId="S::cathleen.e.andres@accenture.com::cee938a1-9172-4267-bb46-c9d267464a72" providerId="AD" clId="Web-{48E55756-B449-4F98-858E-DD0993512DF1}" dt="2021-04-17T23:37:58.092" v="1"/>
        <pc:sldMkLst>
          <pc:docMk/>
          <pc:sldMk cId="2723272357" sldId="2146847990"/>
        </pc:sldMkLst>
        <pc:graphicFrameChg chg="mod modGraphic">
          <ac:chgData name="Andres, Cathleen E." userId="S::cathleen.e.andres@accenture.com::cee938a1-9172-4267-bb46-c9d267464a72" providerId="AD" clId="Web-{48E55756-B449-4F98-858E-DD0993512DF1}" dt="2021-04-17T23:37:58.092" v="1"/>
          <ac:graphicFrameMkLst>
            <pc:docMk/>
            <pc:sldMk cId="2723272357" sldId="2146847990"/>
            <ac:graphicFrameMk id="40" creationId="{09754446-770B-CE47-85F6-F94537BC2100}"/>
          </ac:graphicFrameMkLst>
        </pc:graphicFrameChg>
      </pc:sldChg>
      <pc:sldChg chg="addSp delSp modSp modNotes">
        <pc:chgData name="Andres, Cathleen E." userId="S::cathleen.e.andres@accenture.com::cee938a1-9172-4267-bb46-c9d267464a72" providerId="AD" clId="Web-{48E55756-B449-4F98-858E-DD0993512DF1}" dt="2021-04-18T00:14:42.195" v="1044" actId="20577"/>
        <pc:sldMkLst>
          <pc:docMk/>
          <pc:sldMk cId="129644429" sldId="2146848001"/>
        </pc:sldMkLst>
        <pc:spChg chg="add del mod">
          <ac:chgData name="Andres, Cathleen E." userId="S::cathleen.e.andres@accenture.com::cee938a1-9172-4267-bb46-c9d267464a72" providerId="AD" clId="Web-{48E55756-B449-4F98-858E-DD0993512DF1}" dt="2021-04-18T00:06:27.542" v="866"/>
          <ac:spMkLst>
            <pc:docMk/>
            <pc:sldMk cId="129644429" sldId="2146848001"/>
            <ac:spMk id="2" creationId="{970D1D6D-51C4-49DD-A5A6-A3AA68968CF2}"/>
          </ac:spMkLst>
        </pc:spChg>
        <pc:spChg chg="add del mod">
          <ac:chgData name="Andres, Cathleen E." userId="S::cathleen.e.andres@accenture.com::cee938a1-9172-4267-bb46-c9d267464a72" providerId="AD" clId="Web-{48E55756-B449-4F98-858E-DD0993512DF1}" dt="2021-04-18T00:05:28.212" v="806"/>
          <ac:spMkLst>
            <pc:docMk/>
            <pc:sldMk cId="129644429" sldId="2146848001"/>
            <ac:spMk id="5" creationId="{911C633A-26BA-4BBF-A11B-88E86613D78C}"/>
          </ac:spMkLst>
        </pc:spChg>
        <pc:spChg chg="add del mod">
          <ac:chgData name="Andres, Cathleen E." userId="S::cathleen.e.andres@accenture.com::cee938a1-9172-4267-bb46-c9d267464a72" providerId="AD" clId="Web-{48E55756-B449-4F98-858E-DD0993512DF1}" dt="2021-04-18T00:05:28.212" v="805"/>
          <ac:spMkLst>
            <pc:docMk/>
            <pc:sldMk cId="129644429" sldId="2146848001"/>
            <ac:spMk id="8" creationId="{A488AE1E-AB61-4AC8-A0BC-FE9153330273}"/>
          </ac:spMkLst>
        </pc:spChg>
        <pc:spChg chg="mod">
          <ac:chgData name="Andres, Cathleen E." userId="S::cathleen.e.andres@accenture.com::cee938a1-9172-4267-bb46-c9d267464a72" providerId="AD" clId="Web-{48E55756-B449-4F98-858E-DD0993512DF1}" dt="2021-04-18T00:00:59.768" v="457" actId="20577"/>
          <ac:spMkLst>
            <pc:docMk/>
            <pc:sldMk cId="129644429" sldId="2146848001"/>
            <ac:spMk id="17" creationId="{44FF8234-7B8F-1E42-A9E3-977F073728C8}"/>
          </ac:spMkLst>
        </pc:spChg>
        <pc:spChg chg="mod">
          <ac:chgData name="Andres, Cathleen E." userId="S::cathleen.e.andres@accenture.com::cee938a1-9172-4267-bb46-c9d267464a72" providerId="AD" clId="Web-{48E55756-B449-4F98-858E-DD0993512DF1}" dt="2021-04-17T23:57:54.419" v="326" actId="20577"/>
          <ac:spMkLst>
            <pc:docMk/>
            <pc:sldMk cId="129644429" sldId="2146848001"/>
            <ac:spMk id="18" creationId="{BC0679ED-A682-374C-A05E-1BDAF5C5FAB5}"/>
          </ac:spMkLst>
        </pc:spChg>
        <pc:spChg chg="mod">
          <ac:chgData name="Andres, Cathleen E." userId="S::cathleen.e.andres@accenture.com::cee938a1-9172-4267-bb46-c9d267464a72" providerId="AD" clId="Web-{48E55756-B449-4F98-858E-DD0993512DF1}" dt="2021-04-18T00:14:42.195" v="1044" actId="20577"/>
          <ac:spMkLst>
            <pc:docMk/>
            <pc:sldMk cId="129644429" sldId="2146848001"/>
            <ac:spMk id="20" creationId="{25B73CC8-F25A-494F-824B-1EFD7393BAEB}"/>
          </ac:spMkLst>
        </pc:spChg>
        <pc:spChg chg="mod">
          <ac:chgData name="Andres, Cathleen E." userId="S::cathleen.e.andres@accenture.com::cee938a1-9172-4267-bb46-c9d267464a72" providerId="AD" clId="Web-{48E55756-B449-4F98-858E-DD0993512DF1}" dt="2021-04-18T00:05:44.590" v="842" actId="20577"/>
          <ac:spMkLst>
            <pc:docMk/>
            <pc:sldMk cId="129644429" sldId="2146848001"/>
            <ac:spMk id="21" creationId="{A6F5CFBD-15C0-DB49-9C11-6BA50DC3C0D4}"/>
          </ac:spMkLst>
        </pc:spChg>
        <pc:spChg chg="mod">
          <ac:chgData name="Andres, Cathleen E." userId="S::cathleen.e.andres@accenture.com::cee938a1-9172-4267-bb46-c9d267464a72" providerId="AD" clId="Web-{48E55756-B449-4F98-858E-DD0993512DF1}" dt="2021-04-18T00:12:39.583" v="1009" actId="20577"/>
          <ac:spMkLst>
            <pc:docMk/>
            <pc:sldMk cId="129644429" sldId="2146848001"/>
            <ac:spMk id="22" creationId="{A04998A3-D425-A14F-A321-BA14E048D358}"/>
          </ac:spMkLst>
        </pc:spChg>
        <pc:spChg chg="add del mod">
          <ac:chgData name="Andres, Cathleen E." userId="S::cathleen.e.andres@accenture.com::cee938a1-9172-4267-bb46-c9d267464a72" providerId="AD" clId="Web-{48E55756-B449-4F98-858E-DD0993512DF1}" dt="2021-04-18T00:06:22.886" v="865" actId="20577"/>
          <ac:spMkLst>
            <pc:docMk/>
            <pc:sldMk cId="129644429" sldId="2146848001"/>
            <ac:spMk id="23" creationId="{094D35A9-AE25-F340-9351-39CB204BCB22}"/>
          </ac:spMkLst>
        </pc:spChg>
        <pc:picChg chg="add del">
          <ac:chgData name="Andres, Cathleen E." userId="S::cathleen.e.andres@accenture.com::cee938a1-9172-4267-bb46-c9d267464a72" providerId="AD" clId="Web-{48E55756-B449-4F98-858E-DD0993512DF1}" dt="2021-04-18T00:05:28.212" v="805"/>
          <ac:picMkLst>
            <pc:docMk/>
            <pc:sldMk cId="129644429" sldId="2146848001"/>
            <ac:picMk id="10" creationId="{5C35D42A-AF1A-400B-BF95-3144805FB4D7}"/>
          </ac:picMkLst>
        </pc:picChg>
      </pc:sldChg>
    </pc:docChg>
  </pc:docChgLst>
  <pc:docChgLst>
    <pc:chgData name="Gerard, Bob" userId="S::bob.gerard@accenture.com::3952fd08-420d-4bb3-80f4-c2e8c0987052" providerId="AD" clId="Web-{8BA4FF25-0731-DB4F-8E54-4D526CFC016B}"/>
    <pc:docChg chg="">
      <pc:chgData name="Gerard, Bob" userId="S::bob.gerard@accenture.com::3952fd08-420d-4bb3-80f4-c2e8c0987052" providerId="AD" clId="Web-{8BA4FF25-0731-DB4F-8E54-4D526CFC016B}" dt="2021-04-16T19:49:17.120" v="1"/>
      <pc:docMkLst>
        <pc:docMk/>
      </pc:docMkLst>
      <pc:sldChg chg="addCm">
        <pc:chgData name="Gerard, Bob" userId="S::bob.gerard@accenture.com::3952fd08-420d-4bb3-80f4-c2e8c0987052" providerId="AD" clId="Web-{8BA4FF25-0731-DB4F-8E54-4D526CFC016B}" dt="2021-04-16T19:49:17.120" v="1"/>
        <pc:sldMkLst>
          <pc:docMk/>
          <pc:sldMk cId="2458650391" sldId="2146848052"/>
        </pc:sldMkLst>
      </pc:sldChg>
    </pc:docChg>
  </pc:docChgLst>
  <pc:docChgLst>
    <pc:chgData name="Jeffers, Olly" userId="ac2d8311-b570-4784-85c4-e1e494fd8141" providerId="ADAL" clId="{4F960714-D730-5B43-955B-18E341CB9F79}"/>
    <pc:docChg chg="modSld">
      <pc:chgData name="Jeffers, Olly" userId="ac2d8311-b570-4784-85c4-e1e494fd8141" providerId="ADAL" clId="{4F960714-D730-5B43-955B-18E341CB9F79}" dt="2021-04-19T10:25:20.588" v="0" actId="767"/>
      <pc:docMkLst>
        <pc:docMk/>
      </pc:docMkLst>
      <pc:sldChg chg="addSp modSp">
        <pc:chgData name="Jeffers, Olly" userId="ac2d8311-b570-4784-85c4-e1e494fd8141" providerId="ADAL" clId="{4F960714-D730-5B43-955B-18E341CB9F79}" dt="2021-04-19T10:25:20.588" v="0" actId="767"/>
        <pc:sldMkLst>
          <pc:docMk/>
          <pc:sldMk cId="3153294439" sldId="2146848096"/>
        </pc:sldMkLst>
        <pc:spChg chg="add mod">
          <ac:chgData name="Jeffers, Olly" userId="ac2d8311-b570-4784-85c4-e1e494fd8141" providerId="ADAL" clId="{4F960714-D730-5B43-955B-18E341CB9F79}" dt="2021-04-19T10:25:20.588" v="0" actId="767"/>
          <ac:spMkLst>
            <pc:docMk/>
            <pc:sldMk cId="3153294439" sldId="2146848096"/>
            <ac:spMk id="4" creationId="{EFCB3A5B-3DBC-E641-859C-43C7648BC0CB}"/>
          </ac:spMkLst>
        </pc:spChg>
      </pc:sldChg>
    </pc:docChg>
  </pc:docChgLst>
  <pc:docChgLst>
    <pc:chgData name="Andres, Cathleen E." userId="S::cathleen.e.andres@accenture.com::cee938a1-9172-4267-bb46-c9d267464a72" providerId="AD" clId="Web-{0DD53251-214D-46EC-B41C-F860CDADEC57}"/>
    <pc:docChg chg="modSld">
      <pc:chgData name="Andres, Cathleen E." userId="S::cathleen.e.andres@accenture.com::cee938a1-9172-4267-bb46-c9d267464a72" providerId="AD" clId="Web-{0DD53251-214D-46EC-B41C-F860CDADEC57}" dt="2021-04-17T23:35:00.483" v="15" actId="20577"/>
      <pc:docMkLst>
        <pc:docMk/>
      </pc:docMkLst>
      <pc:sldChg chg="modSp">
        <pc:chgData name="Andres, Cathleen E." userId="S::cathleen.e.andres@accenture.com::cee938a1-9172-4267-bb46-c9d267464a72" providerId="AD" clId="Web-{0DD53251-214D-46EC-B41C-F860CDADEC57}" dt="2021-04-17T23:35:00.483" v="15" actId="20577"/>
        <pc:sldMkLst>
          <pc:docMk/>
          <pc:sldMk cId="129644429" sldId="2146848001"/>
        </pc:sldMkLst>
        <pc:spChg chg="mod">
          <ac:chgData name="Andres, Cathleen E." userId="S::cathleen.e.andres@accenture.com::cee938a1-9172-4267-bb46-c9d267464a72" providerId="AD" clId="Web-{0DD53251-214D-46EC-B41C-F860CDADEC57}" dt="2021-04-17T23:34:25.357" v="8" actId="20577"/>
          <ac:spMkLst>
            <pc:docMk/>
            <pc:sldMk cId="129644429" sldId="2146848001"/>
            <ac:spMk id="17" creationId="{44FF8234-7B8F-1E42-A9E3-977F073728C8}"/>
          </ac:spMkLst>
        </pc:spChg>
        <pc:spChg chg="mod">
          <ac:chgData name="Andres, Cathleen E." userId="S::cathleen.e.andres@accenture.com::cee938a1-9172-4267-bb46-c9d267464a72" providerId="AD" clId="Web-{0DD53251-214D-46EC-B41C-F860CDADEC57}" dt="2021-04-17T23:35:00.483" v="15" actId="20577"/>
          <ac:spMkLst>
            <pc:docMk/>
            <pc:sldMk cId="129644429" sldId="2146848001"/>
            <ac:spMk id="18" creationId="{BC0679ED-A682-374C-A05E-1BDAF5C5FAB5}"/>
          </ac:spMkLst>
        </pc:spChg>
      </pc:sldChg>
    </pc:docChg>
  </pc:docChgLst>
  <pc:docChgLst>
    <pc:chgData name="Andres, Cathleen E." userId="S::cathleen.e.andres@accenture.com::cee938a1-9172-4267-bb46-c9d267464a72" providerId="AD" clId="Web-{DCA7DAB4-2246-4F58-ABC1-1C1921A5F281}"/>
    <pc:docChg chg="delSld modSection">
      <pc:chgData name="Andres, Cathleen E." userId="S::cathleen.e.andres@accenture.com::cee938a1-9172-4267-bb46-c9d267464a72" providerId="AD" clId="Web-{DCA7DAB4-2246-4F58-ABC1-1C1921A5F281}" dt="2021-04-15T20:49:03.343" v="0"/>
      <pc:docMkLst>
        <pc:docMk/>
      </pc:docMkLst>
      <pc:sldChg chg="del">
        <pc:chgData name="Andres, Cathleen E." userId="S::cathleen.e.andres@accenture.com::cee938a1-9172-4267-bb46-c9d267464a72" providerId="AD" clId="Web-{DCA7DAB4-2246-4F58-ABC1-1C1921A5F281}" dt="2021-04-15T20:49:03.343" v="0"/>
        <pc:sldMkLst>
          <pc:docMk/>
          <pc:sldMk cId="2142221616" sldId="2146848051"/>
        </pc:sldMkLst>
      </pc:sldChg>
    </pc:docChg>
  </pc:docChgLst>
  <pc:docChgLst>
    <pc:chgData name="Bono, Vanessa A." userId="3bfb42e8-227f-417c-8a7f-d1dc27979169" providerId="ADAL" clId="{C803824E-C452-4E16-9667-A707D5C61250}"/>
    <pc:docChg chg="custSel addSld delSld modSld delMainMaster modMainMaster">
      <pc:chgData name="Bono, Vanessa A." userId="3bfb42e8-227f-417c-8a7f-d1dc27979169" providerId="ADAL" clId="{C803824E-C452-4E16-9667-A707D5C61250}" dt="2021-05-19T03:26:36.652" v="41" actId="2696"/>
      <pc:docMkLst>
        <pc:docMk/>
      </pc:docMkLst>
      <pc:sldChg chg="del addCm modCm">
        <pc:chgData name="Bono, Vanessa A." userId="3bfb42e8-227f-417c-8a7f-d1dc27979169" providerId="ADAL" clId="{C803824E-C452-4E16-9667-A707D5C61250}" dt="2021-05-19T03:24:08.379" v="3" actId="47"/>
        <pc:sldMkLst>
          <pc:docMk/>
          <pc:sldMk cId="991568047" sldId="2146848081"/>
        </pc:sldMkLst>
      </pc:sldChg>
      <pc:sldChg chg="del">
        <pc:chgData name="Bono, Vanessa A." userId="3bfb42e8-227f-417c-8a7f-d1dc27979169" providerId="ADAL" clId="{C803824E-C452-4E16-9667-A707D5C61250}" dt="2021-05-19T03:24:12.901" v="4" actId="47"/>
        <pc:sldMkLst>
          <pc:docMk/>
          <pc:sldMk cId="173810927" sldId="2146848082"/>
        </pc:sldMkLst>
      </pc:sldChg>
      <pc:sldChg chg="del">
        <pc:chgData name="Bono, Vanessa A." userId="3bfb42e8-227f-417c-8a7f-d1dc27979169" providerId="ADAL" clId="{C803824E-C452-4E16-9667-A707D5C61250}" dt="2021-05-19T03:24:13.317" v="5" actId="47"/>
        <pc:sldMkLst>
          <pc:docMk/>
          <pc:sldMk cId="2661023269" sldId="2146848083"/>
        </pc:sldMkLst>
      </pc:sldChg>
      <pc:sldChg chg="del">
        <pc:chgData name="Bono, Vanessa A." userId="3bfb42e8-227f-417c-8a7f-d1dc27979169" providerId="ADAL" clId="{C803824E-C452-4E16-9667-A707D5C61250}" dt="2021-05-19T03:24:13.718" v="6" actId="47"/>
        <pc:sldMkLst>
          <pc:docMk/>
          <pc:sldMk cId="2271176017" sldId="2146848084"/>
        </pc:sldMkLst>
      </pc:sldChg>
      <pc:sldChg chg="del">
        <pc:chgData name="Bono, Vanessa A." userId="3bfb42e8-227f-417c-8a7f-d1dc27979169" providerId="ADAL" clId="{C803824E-C452-4E16-9667-A707D5C61250}" dt="2021-05-19T03:24:14.120" v="7" actId="47"/>
        <pc:sldMkLst>
          <pc:docMk/>
          <pc:sldMk cId="524338292" sldId="2146848085"/>
        </pc:sldMkLst>
      </pc:sldChg>
      <pc:sldChg chg="del">
        <pc:chgData name="Bono, Vanessa A." userId="3bfb42e8-227f-417c-8a7f-d1dc27979169" providerId="ADAL" clId="{C803824E-C452-4E16-9667-A707D5C61250}" dt="2021-05-19T03:24:14.471" v="8" actId="47"/>
        <pc:sldMkLst>
          <pc:docMk/>
          <pc:sldMk cId="3861947396" sldId="2146848086"/>
        </pc:sldMkLst>
      </pc:sldChg>
      <pc:sldChg chg="del">
        <pc:chgData name="Bono, Vanessa A." userId="3bfb42e8-227f-417c-8a7f-d1dc27979169" providerId="ADAL" clId="{C803824E-C452-4E16-9667-A707D5C61250}" dt="2021-05-19T03:24:14.860" v="9" actId="47"/>
        <pc:sldMkLst>
          <pc:docMk/>
          <pc:sldMk cId="76454619" sldId="2146848087"/>
        </pc:sldMkLst>
      </pc:sldChg>
      <pc:sldChg chg="del">
        <pc:chgData name="Bono, Vanessa A." userId="3bfb42e8-227f-417c-8a7f-d1dc27979169" providerId="ADAL" clId="{C803824E-C452-4E16-9667-A707D5C61250}" dt="2021-05-19T03:24:15.238" v="10" actId="47"/>
        <pc:sldMkLst>
          <pc:docMk/>
          <pc:sldMk cId="2442135242" sldId="2146848088"/>
        </pc:sldMkLst>
      </pc:sldChg>
      <pc:sldChg chg="del">
        <pc:chgData name="Bono, Vanessa A." userId="3bfb42e8-227f-417c-8a7f-d1dc27979169" providerId="ADAL" clId="{C803824E-C452-4E16-9667-A707D5C61250}" dt="2021-05-19T03:24:15.592" v="11" actId="47"/>
        <pc:sldMkLst>
          <pc:docMk/>
          <pc:sldMk cId="2911062948" sldId="2146848089"/>
        </pc:sldMkLst>
      </pc:sldChg>
      <pc:sldChg chg="del">
        <pc:chgData name="Bono, Vanessa A." userId="3bfb42e8-227f-417c-8a7f-d1dc27979169" providerId="ADAL" clId="{C803824E-C452-4E16-9667-A707D5C61250}" dt="2021-05-19T03:24:15.926" v="12" actId="47"/>
        <pc:sldMkLst>
          <pc:docMk/>
          <pc:sldMk cId="3854983785" sldId="2146848090"/>
        </pc:sldMkLst>
      </pc:sldChg>
      <pc:sldChg chg="del">
        <pc:chgData name="Bono, Vanessa A." userId="3bfb42e8-227f-417c-8a7f-d1dc27979169" providerId="ADAL" clId="{C803824E-C452-4E16-9667-A707D5C61250}" dt="2021-05-19T03:24:16.176" v="13" actId="47"/>
        <pc:sldMkLst>
          <pc:docMk/>
          <pc:sldMk cId="2270402301" sldId="2146848091"/>
        </pc:sldMkLst>
      </pc:sldChg>
      <pc:sldChg chg="del">
        <pc:chgData name="Bono, Vanessa A." userId="3bfb42e8-227f-417c-8a7f-d1dc27979169" providerId="ADAL" clId="{C803824E-C452-4E16-9667-A707D5C61250}" dt="2021-05-19T03:24:16.400" v="14" actId="47"/>
        <pc:sldMkLst>
          <pc:docMk/>
          <pc:sldMk cId="916088593" sldId="2146848092"/>
        </pc:sldMkLst>
      </pc:sldChg>
      <pc:sldChg chg="del">
        <pc:chgData name="Bono, Vanessa A." userId="3bfb42e8-227f-417c-8a7f-d1dc27979169" providerId="ADAL" clId="{C803824E-C452-4E16-9667-A707D5C61250}" dt="2021-05-19T03:24:16.626" v="15" actId="47"/>
        <pc:sldMkLst>
          <pc:docMk/>
          <pc:sldMk cId="2050516337" sldId="2146848093"/>
        </pc:sldMkLst>
      </pc:sldChg>
      <pc:sldChg chg="del">
        <pc:chgData name="Bono, Vanessa A." userId="3bfb42e8-227f-417c-8a7f-d1dc27979169" providerId="ADAL" clId="{C803824E-C452-4E16-9667-A707D5C61250}" dt="2021-05-19T03:24:17.716" v="16" actId="47"/>
        <pc:sldMkLst>
          <pc:docMk/>
          <pc:sldMk cId="2291288221" sldId="2146848094"/>
        </pc:sldMkLst>
      </pc:sldChg>
      <pc:sldChg chg="del">
        <pc:chgData name="Bono, Vanessa A." userId="3bfb42e8-227f-417c-8a7f-d1dc27979169" providerId="ADAL" clId="{C803824E-C452-4E16-9667-A707D5C61250}" dt="2021-05-19T03:24:23.974" v="17" actId="47"/>
        <pc:sldMkLst>
          <pc:docMk/>
          <pc:sldMk cId="2122147425" sldId="2146848095"/>
        </pc:sldMkLst>
      </pc:sldChg>
      <pc:sldChg chg="del">
        <pc:chgData name="Bono, Vanessa A." userId="3bfb42e8-227f-417c-8a7f-d1dc27979169" providerId="ADAL" clId="{C803824E-C452-4E16-9667-A707D5C61250}" dt="2021-05-19T03:24:23.974" v="17" actId="47"/>
        <pc:sldMkLst>
          <pc:docMk/>
          <pc:sldMk cId="3153294439" sldId="2146848096"/>
        </pc:sldMkLst>
      </pc:sldChg>
      <pc:sldChg chg="del">
        <pc:chgData name="Bono, Vanessa A." userId="3bfb42e8-227f-417c-8a7f-d1dc27979169" providerId="ADAL" clId="{C803824E-C452-4E16-9667-A707D5C61250}" dt="2021-05-19T03:24:23.974" v="17" actId="47"/>
        <pc:sldMkLst>
          <pc:docMk/>
          <pc:sldMk cId="1392373928" sldId="2146848097"/>
        </pc:sldMkLst>
      </pc:sldChg>
      <pc:sldChg chg="add">
        <pc:chgData name="Bono, Vanessa A." userId="3bfb42e8-227f-417c-8a7f-d1dc27979169" providerId="ADAL" clId="{C803824E-C452-4E16-9667-A707D5C61250}" dt="2021-05-19T03:24:55.226" v="18"/>
        <pc:sldMkLst>
          <pc:docMk/>
          <pc:sldMk cId="3561521936" sldId="2146848104"/>
        </pc:sldMkLst>
      </pc:sldChg>
      <pc:sldChg chg="modSp add mod addCm modCm">
        <pc:chgData name="Bono, Vanessa A." userId="3bfb42e8-227f-417c-8a7f-d1dc27979169" providerId="ADAL" clId="{C803824E-C452-4E16-9667-A707D5C61250}" dt="2021-05-19T03:25:56.774" v="24" actId="1076"/>
        <pc:sldMkLst>
          <pc:docMk/>
          <pc:sldMk cId="1533257295" sldId="2146848220"/>
        </pc:sldMkLst>
        <pc:spChg chg="mod">
          <ac:chgData name="Bono, Vanessa A." userId="3bfb42e8-227f-417c-8a7f-d1dc27979169" providerId="ADAL" clId="{C803824E-C452-4E16-9667-A707D5C61250}" dt="2021-05-19T03:25:56.774" v="24" actId="1076"/>
          <ac:spMkLst>
            <pc:docMk/>
            <pc:sldMk cId="1533257295" sldId="2146848220"/>
            <ac:spMk id="7" creationId="{862B2210-13BE-4B7E-A02C-8BE5E71EB4E7}"/>
          </ac:spMkLst>
        </pc:spChg>
      </pc:sldChg>
      <pc:sldChg chg="add">
        <pc:chgData name="Bono, Vanessa A." userId="3bfb42e8-227f-417c-8a7f-d1dc27979169" providerId="ADAL" clId="{C803824E-C452-4E16-9667-A707D5C61250}" dt="2021-05-19T03:24:55.226" v="18"/>
        <pc:sldMkLst>
          <pc:docMk/>
          <pc:sldMk cId="1588856572" sldId="2146848236"/>
        </pc:sldMkLst>
      </pc:sldChg>
      <pc:sldChg chg="add">
        <pc:chgData name="Bono, Vanessa A." userId="3bfb42e8-227f-417c-8a7f-d1dc27979169" providerId="ADAL" clId="{C803824E-C452-4E16-9667-A707D5C61250}" dt="2021-05-19T03:24:06.499" v="2"/>
        <pc:sldMkLst>
          <pc:docMk/>
          <pc:sldMk cId="70287477" sldId="2146848242"/>
        </pc:sldMkLst>
      </pc:sldChg>
      <pc:sldChg chg="add">
        <pc:chgData name="Bono, Vanessa A." userId="3bfb42e8-227f-417c-8a7f-d1dc27979169" providerId="ADAL" clId="{C803824E-C452-4E16-9667-A707D5C61250}" dt="2021-05-19T03:24:06.499" v="2"/>
        <pc:sldMkLst>
          <pc:docMk/>
          <pc:sldMk cId="3931770572" sldId="2146848243"/>
        </pc:sldMkLst>
      </pc:sldChg>
      <pc:sldChg chg="add">
        <pc:chgData name="Bono, Vanessa A." userId="3bfb42e8-227f-417c-8a7f-d1dc27979169" providerId="ADAL" clId="{C803824E-C452-4E16-9667-A707D5C61250}" dt="2021-05-19T03:24:06.499" v="2"/>
        <pc:sldMkLst>
          <pc:docMk/>
          <pc:sldMk cId="2083264436" sldId="2146848244"/>
        </pc:sldMkLst>
      </pc:sldChg>
      <pc:sldChg chg="modSp add mod">
        <pc:chgData name="Bono, Vanessa A." userId="3bfb42e8-227f-417c-8a7f-d1dc27979169" providerId="ADAL" clId="{C803824E-C452-4E16-9667-A707D5C61250}" dt="2021-05-19T03:26:12.118" v="26" actId="1076"/>
        <pc:sldMkLst>
          <pc:docMk/>
          <pc:sldMk cId="1213474973" sldId="2146848245"/>
        </pc:sldMkLst>
        <pc:spChg chg="mod">
          <ac:chgData name="Bono, Vanessa A." userId="3bfb42e8-227f-417c-8a7f-d1dc27979169" providerId="ADAL" clId="{C803824E-C452-4E16-9667-A707D5C61250}" dt="2021-05-19T03:26:06.151" v="25" actId="14100"/>
          <ac:spMkLst>
            <pc:docMk/>
            <pc:sldMk cId="1213474973" sldId="2146848245"/>
            <ac:spMk id="2" creationId="{CEBA6FF3-5876-4EBE-80A8-7EB44742B359}"/>
          </ac:spMkLst>
        </pc:spChg>
        <pc:spChg chg="mod">
          <ac:chgData name="Bono, Vanessa A." userId="3bfb42e8-227f-417c-8a7f-d1dc27979169" providerId="ADAL" clId="{C803824E-C452-4E16-9667-A707D5C61250}" dt="2021-05-19T03:26:12.118" v="26" actId="1076"/>
          <ac:spMkLst>
            <pc:docMk/>
            <pc:sldMk cId="1213474973" sldId="2146848245"/>
            <ac:spMk id="3" creationId="{3E2A2C26-9F80-4931-8D41-00D3B47B6241}"/>
          </ac:spMkLst>
        </pc:spChg>
      </pc:sldChg>
      <pc:sldMasterChg chg="del delSldLayout">
        <pc:chgData name="Bono, Vanessa A." userId="3bfb42e8-227f-417c-8a7f-d1dc27979169" providerId="ADAL" clId="{C803824E-C452-4E16-9667-A707D5C61250}" dt="2021-05-19T03:24:23.974" v="17" actId="47"/>
        <pc:sldMasterMkLst>
          <pc:docMk/>
          <pc:sldMasterMk cId="1195103446" sldId="2147483648"/>
        </pc:sldMasterMkLst>
        <pc:sldLayoutChg chg="del">
          <pc:chgData name="Bono, Vanessa A." userId="3bfb42e8-227f-417c-8a7f-d1dc27979169" providerId="ADAL" clId="{C803824E-C452-4E16-9667-A707D5C61250}" dt="2021-05-19T03:24:23.974" v="17" actId="47"/>
          <pc:sldLayoutMkLst>
            <pc:docMk/>
            <pc:sldMasterMk cId="1195103446" sldId="2147483648"/>
            <pc:sldLayoutMk cId="3268099797" sldId="2147483653"/>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580181711" sldId="2147483657"/>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53311592" sldId="2147483661"/>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4223365089" sldId="2147483667"/>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059450818" sldId="2147483673"/>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017234866" sldId="2147483688"/>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037445675" sldId="2147483723"/>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47685601" sldId="2147483725"/>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536137899" sldId="2147483726"/>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447193625" sldId="2147483727"/>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706131452" sldId="2147483739"/>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561452422" sldId="2147483784"/>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4054925528" sldId="2147483787"/>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870724548" sldId="2147483838"/>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150731719" sldId="2147483840"/>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452972949" sldId="2147483841"/>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563132368" sldId="2147483843"/>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036957092" sldId="2147483844"/>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770995199" sldId="2147483917"/>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334707375" sldId="2147483924"/>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007523553" sldId="2147483926"/>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78735795" sldId="2147483931"/>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772961363" sldId="2147483932"/>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459900916" sldId="2147483933"/>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356885712" sldId="2147483934"/>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2622993265" sldId="2147483936"/>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449580170" sldId="2147483944"/>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3988537635" sldId="2147483946"/>
          </pc:sldLayoutMkLst>
        </pc:sldLayoutChg>
        <pc:sldLayoutChg chg="del">
          <pc:chgData name="Bono, Vanessa A." userId="3bfb42e8-227f-417c-8a7f-d1dc27979169" providerId="ADAL" clId="{C803824E-C452-4E16-9667-A707D5C61250}" dt="2021-05-19T03:24:23.974" v="17" actId="47"/>
          <pc:sldLayoutMkLst>
            <pc:docMk/>
            <pc:sldMasterMk cId="1195103446" sldId="2147483648"/>
            <pc:sldLayoutMk cId="1249449199" sldId="2147483951"/>
          </pc:sldLayoutMkLst>
        </pc:sldLayoutChg>
      </pc:sldMasterChg>
      <pc:sldMasterChg chg="modSldLayout">
        <pc:chgData name="Bono, Vanessa A." userId="3bfb42e8-227f-417c-8a7f-d1dc27979169" providerId="ADAL" clId="{C803824E-C452-4E16-9667-A707D5C61250}" dt="2021-05-19T03:25:14.574" v="20"/>
        <pc:sldMasterMkLst>
          <pc:docMk/>
          <pc:sldMasterMk cId="2651900722" sldId="2147483941"/>
        </pc:sldMasterMkLst>
        <pc:sldLayoutChg chg="delSp">
          <pc:chgData name="Bono, Vanessa A." userId="3bfb42e8-227f-417c-8a7f-d1dc27979169" providerId="ADAL" clId="{C803824E-C452-4E16-9667-A707D5C61250}" dt="2021-05-19T03:25:14.574" v="20"/>
          <pc:sldLayoutMkLst>
            <pc:docMk/>
            <pc:sldMasterMk cId="2651900722" sldId="2147483941"/>
            <pc:sldLayoutMk cId="3892140310" sldId="2147484041"/>
          </pc:sldLayoutMkLst>
          <pc:spChg chg="del">
            <ac:chgData name="Bono, Vanessa A." userId="3bfb42e8-227f-417c-8a7f-d1dc27979169" providerId="ADAL" clId="{C803824E-C452-4E16-9667-A707D5C61250}" dt="2021-05-19T03:25:14.574" v="20"/>
            <ac:spMkLst>
              <pc:docMk/>
              <pc:sldMasterMk cId="2651900722" sldId="2147483941"/>
              <pc:sldLayoutMk cId="3892140310" sldId="2147484041"/>
              <ac:spMk id="7" creationId="{A5CECBE8-C9DE-46DF-9582-7DB75BEDF4F9}"/>
            </ac:spMkLst>
          </pc:spChg>
          <pc:spChg chg="del">
            <ac:chgData name="Bono, Vanessa A." userId="3bfb42e8-227f-417c-8a7f-d1dc27979169" providerId="ADAL" clId="{C803824E-C452-4E16-9667-A707D5C61250}" dt="2021-05-19T03:25:14.574" v="20"/>
            <ac:spMkLst>
              <pc:docMk/>
              <pc:sldMasterMk cId="2651900722" sldId="2147483941"/>
              <pc:sldLayoutMk cId="3892140310" sldId="2147484041"/>
              <ac:spMk id="11" creationId="{B0B0C095-6C73-4899-AD8E-8F75768CF51A}"/>
            </ac:spMkLst>
          </pc:spChg>
        </pc:sldLayoutChg>
      </pc:sldMasterChg>
      <pc:sldMasterChg chg="del delSldLayout">
        <pc:chgData name="Bono, Vanessa A." userId="3bfb42e8-227f-417c-8a7f-d1dc27979169" providerId="ADAL" clId="{C803824E-C452-4E16-9667-A707D5C61250}" dt="2021-05-19T03:24:23.974" v="17" actId="47"/>
        <pc:sldMasterMkLst>
          <pc:docMk/>
          <pc:sldMasterMk cId="2177942871" sldId="2147483947"/>
        </pc:sldMasterMkLst>
        <pc:sldLayoutChg chg="del">
          <pc:chgData name="Bono, Vanessa A." userId="3bfb42e8-227f-417c-8a7f-d1dc27979169" providerId="ADAL" clId="{C803824E-C452-4E16-9667-A707D5C61250}" dt="2021-05-19T03:24:23.974" v="17" actId="47"/>
          <pc:sldLayoutMkLst>
            <pc:docMk/>
            <pc:sldMasterMk cId="2177942871" sldId="2147483947"/>
            <pc:sldLayoutMk cId="2255365910" sldId="2147483950"/>
          </pc:sldLayoutMkLst>
        </pc:sldLayoutChg>
        <pc:sldLayoutChg chg="del">
          <pc:chgData name="Bono, Vanessa A." userId="3bfb42e8-227f-417c-8a7f-d1dc27979169" providerId="ADAL" clId="{C803824E-C452-4E16-9667-A707D5C61250}" dt="2021-05-19T03:24:23.974" v="17" actId="47"/>
          <pc:sldLayoutMkLst>
            <pc:docMk/>
            <pc:sldMasterMk cId="2177942871" sldId="2147483947"/>
            <pc:sldLayoutMk cId="3395338672" sldId="2147483960"/>
          </pc:sldLayoutMkLst>
        </pc:sldLayoutChg>
        <pc:sldLayoutChg chg="del">
          <pc:chgData name="Bono, Vanessa A." userId="3bfb42e8-227f-417c-8a7f-d1dc27979169" providerId="ADAL" clId="{C803824E-C452-4E16-9667-A707D5C61250}" dt="2021-05-19T03:24:23.974" v="17" actId="47"/>
          <pc:sldLayoutMkLst>
            <pc:docMk/>
            <pc:sldMasterMk cId="2177942871" sldId="2147483947"/>
            <pc:sldLayoutMk cId="3922489621" sldId="2147483975"/>
          </pc:sldLayoutMkLst>
        </pc:sldLayoutChg>
        <pc:sldLayoutChg chg="del">
          <pc:chgData name="Bono, Vanessa A." userId="3bfb42e8-227f-417c-8a7f-d1dc27979169" providerId="ADAL" clId="{C803824E-C452-4E16-9667-A707D5C61250}" dt="2021-05-19T03:24:23.974" v="17" actId="47"/>
          <pc:sldLayoutMkLst>
            <pc:docMk/>
            <pc:sldMasterMk cId="2177942871" sldId="2147483947"/>
            <pc:sldLayoutMk cId="3689740824" sldId="2147483985"/>
          </pc:sldLayoutMkLst>
        </pc:sldLayoutChg>
      </pc:sldMasterChg>
      <pc:sldMasterChg chg="del delSldLayout">
        <pc:chgData name="Bono, Vanessa A." userId="3bfb42e8-227f-417c-8a7f-d1dc27979169" providerId="ADAL" clId="{C803824E-C452-4E16-9667-A707D5C61250}" dt="2021-05-19T03:26:32.727" v="29" actId="2696"/>
        <pc:sldMasterMkLst>
          <pc:docMk/>
          <pc:sldMasterMk cId="2944339859" sldId="2147483996"/>
        </pc:sldMasterMkLst>
        <pc:sldLayoutChg chg="del">
          <pc:chgData name="Bono, Vanessa A." userId="3bfb42e8-227f-417c-8a7f-d1dc27979169" providerId="ADAL" clId="{C803824E-C452-4E16-9667-A707D5C61250}" dt="2021-05-19T03:26:32.723" v="28" actId="2696"/>
          <pc:sldLayoutMkLst>
            <pc:docMk/>
            <pc:sldMasterMk cId="2944339859" sldId="2147483996"/>
            <pc:sldLayoutMk cId="1899845171" sldId="2147483847"/>
          </pc:sldLayoutMkLst>
        </pc:sldLayoutChg>
        <pc:sldLayoutChg chg="del">
          <pc:chgData name="Bono, Vanessa A." userId="3bfb42e8-227f-417c-8a7f-d1dc27979169" providerId="ADAL" clId="{C803824E-C452-4E16-9667-A707D5C61250}" dt="2021-05-19T03:26:32.719" v="27" actId="2696"/>
          <pc:sldLayoutMkLst>
            <pc:docMk/>
            <pc:sldMasterMk cId="2944339859" sldId="2147483996"/>
            <pc:sldLayoutMk cId="1561452422" sldId="2147484005"/>
          </pc:sldLayoutMkLst>
        </pc:sldLayoutChg>
      </pc:sldMasterChg>
      <pc:sldMasterChg chg="del delSldLayout">
        <pc:chgData name="Bono, Vanessa A." userId="3bfb42e8-227f-417c-8a7f-d1dc27979169" providerId="ADAL" clId="{C803824E-C452-4E16-9667-A707D5C61250}" dt="2021-05-19T03:26:36.652" v="41" actId="2696"/>
        <pc:sldMasterMkLst>
          <pc:docMk/>
          <pc:sldMasterMk cId="373414637" sldId="2147484024"/>
        </pc:sldMasterMkLst>
        <pc:sldLayoutChg chg="del">
          <pc:chgData name="Bono, Vanessa A." userId="3bfb42e8-227f-417c-8a7f-d1dc27979169" providerId="ADAL" clId="{C803824E-C452-4E16-9667-A707D5C61250}" dt="2021-05-19T03:26:35.046" v="30" actId="2696"/>
          <pc:sldLayoutMkLst>
            <pc:docMk/>
            <pc:sldMasterMk cId="373414637" sldId="2147484024"/>
            <pc:sldLayoutMk cId="2879842025" sldId="2147484025"/>
          </pc:sldLayoutMkLst>
        </pc:sldLayoutChg>
        <pc:sldLayoutChg chg="del">
          <pc:chgData name="Bono, Vanessa A." userId="3bfb42e8-227f-417c-8a7f-d1dc27979169" providerId="ADAL" clId="{C803824E-C452-4E16-9667-A707D5C61250}" dt="2021-05-19T03:26:35.049" v="31" actId="2696"/>
          <pc:sldLayoutMkLst>
            <pc:docMk/>
            <pc:sldMasterMk cId="373414637" sldId="2147484024"/>
            <pc:sldLayoutMk cId="3545562970" sldId="2147484026"/>
          </pc:sldLayoutMkLst>
        </pc:sldLayoutChg>
        <pc:sldLayoutChg chg="del">
          <pc:chgData name="Bono, Vanessa A." userId="3bfb42e8-227f-417c-8a7f-d1dc27979169" providerId="ADAL" clId="{C803824E-C452-4E16-9667-A707D5C61250}" dt="2021-05-19T03:26:35.052" v="32" actId="2696"/>
          <pc:sldLayoutMkLst>
            <pc:docMk/>
            <pc:sldMasterMk cId="373414637" sldId="2147484024"/>
            <pc:sldLayoutMk cId="1760248002" sldId="2147484027"/>
          </pc:sldLayoutMkLst>
        </pc:sldLayoutChg>
        <pc:sldLayoutChg chg="del">
          <pc:chgData name="Bono, Vanessa A." userId="3bfb42e8-227f-417c-8a7f-d1dc27979169" providerId="ADAL" clId="{C803824E-C452-4E16-9667-A707D5C61250}" dt="2021-05-19T03:26:35.350" v="33" actId="2696"/>
          <pc:sldLayoutMkLst>
            <pc:docMk/>
            <pc:sldMasterMk cId="373414637" sldId="2147484024"/>
            <pc:sldLayoutMk cId="2292215736" sldId="2147484028"/>
          </pc:sldLayoutMkLst>
        </pc:sldLayoutChg>
        <pc:sldLayoutChg chg="del">
          <pc:chgData name="Bono, Vanessa A." userId="3bfb42e8-227f-417c-8a7f-d1dc27979169" providerId="ADAL" clId="{C803824E-C452-4E16-9667-A707D5C61250}" dt="2021-05-19T03:26:35.353" v="34" actId="2696"/>
          <pc:sldLayoutMkLst>
            <pc:docMk/>
            <pc:sldMasterMk cId="373414637" sldId="2147484024"/>
            <pc:sldLayoutMk cId="1442705102" sldId="2147484029"/>
          </pc:sldLayoutMkLst>
        </pc:sldLayoutChg>
        <pc:sldLayoutChg chg="del">
          <pc:chgData name="Bono, Vanessa A." userId="3bfb42e8-227f-417c-8a7f-d1dc27979169" providerId="ADAL" clId="{C803824E-C452-4E16-9667-A707D5C61250}" dt="2021-05-19T03:26:35.356" v="35" actId="2696"/>
          <pc:sldLayoutMkLst>
            <pc:docMk/>
            <pc:sldMasterMk cId="373414637" sldId="2147484024"/>
            <pc:sldLayoutMk cId="3710272828" sldId="2147484030"/>
          </pc:sldLayoutMkLst>
        </pc:sldLayoutChg>
        <pc:sldLayoutChg chg="del">
          <pc:chgData name="Bono, Vanessa A." userId="3bfb42e8-227f-417c-8a7f-d1dc27979169" providerId="ADAL" clId="{C803824E-C452-4E16-9667-A707D5C61250}" dt="2021-05-19T03:26:36.041" v="36" actId="2696"/>
          <pc:sldLayoutMkLst>
            <pc:docMk/>
            <pc:sldMasterMk cId="373414637" sldId="2147484024"/>
            <pc:sldLayoutMk cId="1382830138" sldId="2147484031"/>
          </pc:sldLayoutMkLst>
        </pc:sldLayoutChg>
        <pc:sldLayoutChg chg="del">
          <pc:chgData name="Bono, Vanessa A." userId="3bfb42e8-227f-417c-8a7f-d1dc27979169" providerId="ADAL" clId="{C803824E-C452-4E16-9667-A707D5C61250}" dt="2021-05-19T03:26:36.343" v="37" actId="2696"/>
          <pc:sldLayoutMkLst>
            <pc:docMk/>
            <pc:sldMasterMk cId="373414637" sldId="2147484024"/>
            <pc:sldLayoutMk cId="1213178233" sldId="2147484032"/>
          </pc:sldLayoutMkLst>
        </pc:sldLayoutChg>
        <pc:sldLayoutChg chg="del">
          <pc:chgData name="Bono, Vanessa A." userId="3bfb42e8-227f-417c-8a7f-d1dc27979169" providerId="ADAL" clId="{C803824E-C452-4E16-9667-A707D5C61250}" dt="2021-05-19T03:26:36.345" v="38" actId="2696"/>
          <pc:sldLayoutMkLst>
            <pc:docMk/>
            <pc:sldMasterMk cId="373414637" sldId="2147484024"/>
            <pc:sldLayoutMk cId="2040955567" sldId="2147484033"/>
          </pc:sldLayoutMkLst>
        </pc:sldLayoutChg>
        <pc:sldLayoutChg chg="del">
          <pc:chgData name="Bono, Vanessa A." userId="3bfb42e8-227f-417c-8a7f-d1dc27979169" providerId="ADAL" clId="{C803824E-C452-4E16-9667-A707D5C61250}" dt="2021-05-19T03:26:36.646" v="39" actId="2696"/>
          <pc:sldLayoutMkLst>
            <pc:docMk/>
            <pc:sldMasterMk cId="373414637" sldId="2147484024"/>
            <pc:sldLayoutMk cId="3834721076" sldId="2147484034"/>
          </pc:sldLayoutMkLst>
        </pc:sldLayoutChg>
        <pc:sldLayoutChg chg="del">
          <pc:chgData name="Bono, Vanessa A." userId="3bfb42e8-227f-417c-8a7f-d1dc27979169" providerId="ADAL" clId="{C803824E-C452-4E16-9667-A707D5C61250}" dt="2021-05-19T03:26:36.648" v="40" actId="2696"/>
          <pc:sldLayoutMkLst>
            <pc:docMk/>
            <pc:sldMasterMk cId="373414637" sldId="2147484024"/>
            <pc:sldLayoutMk cId="3563109456" sldId="2147484035"/>
          </pc:sldLayoutMkLst>
        </pc:sldLayoutChg>
      </pc:sldMasterChg>
    </pc:docChg>
  </pc:docChgLst>
  <pc:docChgLst>
    <pc:chgData name="Cumbow, Todd" userId="S::todd.e.cumbow@accenture.com::b20f891d-c9db-4df3-aa50-43f299c5c6bb" providerId="AD" clId="Web-{1A4E1453-FB0A-4D3E-4F35-6BAAD94612D8}"/>
    <pc:docChg chg="">
      <pc:chgData name="Cumbow, Todd" userId="S::todd.e.cumbow@accenture.com::b20f891d-c9db-4df3-aa50-43f299c5c6bb" providerId="AD" clId="Web-{1A4E1453-FB0A-4D3E-4F35-6BAAD94612D8}" dt="2021-04-16T18:32:25.579" v="0"/>
      <pc:docMkLst>
        <pc:docMk/>
      </pc:docMkLst>
      <pc:sldChg chg="addCm">
        <pc:chgData name="Cumbow, Todd" userId="S::todd.e.cumbow@accenture.com::b20f891d-c9db-4df3-aa50-43f299c5c6bb" providerId="AD" clId="Web-{1A4E1453-FB0A-4D3E-4F35-6BAAD94612D8}" dt="2021-04-16T18:32:25.579" v="0"/>
        <pc:sldMkLst>
          <pc:docMk/>
          <pc:sldMk cId="1104036909" sldId="2146848065"/>
        </pc:sldMkLst>
      </pc:sldChg>
    </pc:docChg>
  </pc:docChgLst>
  <pc:docChgLst>
    <pc:chgData name="Bono, Vanessa A." userId="3bfb42e8-227f-417c-8a7f-d1dc27979169" providerId="ADAL" clId="{819049A0-E45B-451D-9C54-D68F1D4CF312}"/>
    <pc:docChg chg="undo custSel addSld delSld modSld sldOrd delMainMaster addSection delSection modSection">
      <pc:chgData name="Bono, Vanessa A." userId="3bfb42e8-227f-417c-8a7f-d1dc27979169" providerId="ADAL" clId="{819049A0-E45B-451D-9C54-D68F1D4CF312}" dt="2021-04-16T18:42:58.706" v="1867" actId="1076"/>
      <pc:docMkLst>
        <pc:docMk/>
      </pc:docMkLst>
      <pc:sldChg chg="modNotesTx">
        <pc:chgData name="Bono, Vanessa A." userId="3bfb42e8-227f-417c-8a7f-d1dc27979169" providerId="ADAL" clId="{819049A0-E45B-451D-9C54-D68F1D4CF312}" dt="2021-04-15T20:40:40.149" v="155" actId="313"/>
        <pc:sldMkLst>
          <pc:docMk/>
          <pc:sldMk cId="1621335384" sldId="289"/>
        </pc:sldMkLst>
      </pc:sldChg>
      <pc:sldChg chg="modNotesTx">
        <pc:chgData name="Bono, Vanessa A." userId="3bfb42e8-227f-417c-8a7f-d1dc27979169" providerId="ADAL" clId="{819049A0-E45B-451D-9C54-D68F1D4CF312}" dt="2021-04-15T20:40:41.344" v="156" actId="313"/>
        <pc:sldMkLst>
          <pc:docMk/>
          <pc:sldMk cId="250820023" sldId="290"/>
        </pc:sldMkLst>
      </pc:sldChg>
      <pc:sldChg chg="modNotesTx">
        <pc:chgData name="Bono, Vanessa A." userId="3bfb42e8-227f-417c-8a7f-d1dc27979169" providerId="ADAL" clId="{819049A0-E45B-451D-9C54-D68F1D4CF312}" dt="2021-04-15T20:40:44.838" v="160" actId="313"/>
        <pc:sldMkLst>
          <pc:docMk/>
          <pc:sldMk cId="2896680181" sldId="2146845876"/>
        </pc:sldMkLst>
      </pc:sldChg>
      <pc:sldChg chg="modNotesTx">
        <pc:chgData name="Bono, Vanessa A." userId="3bfb42e8-227f-417c-8a7f-d1dc27979169" providerId="ADAL" clId="{819049A0-E45B-451D-9C54-D68F1D4CF312}" dt="2021-04-15T20:40:42.212" v="157" actId="313"/>
        <pc:sldMkLst>
          <pc:docMk/>
          <pc:sldMk cId="1279126499" sldId="2146847949"/>
        </pc:sldMkLst>
      </pc:sldChg>
      <pc:sldChg chg="modNotesTx">
        <pc:chgData name="Bono, Vanessa A." userId="3bfb42e8-227f-417c-8a7f-d1dc27979169" providerId="ADAL" clId="{819049A0-E45B-451D-9C54-D68F1D4CF312}" dt="2021-04-15T20:40:43.104" v="158" actId="313"/>
        <pc:sldMkLst>
          <pc:docMk/>
          <pc:sldMk cId="273543939" sldId="2146847952"/>
        </pc:sldMkLst>
      </pc:sldChg>
      <pc:sldChg chg="modNotesTx">
        <pc:chgData name="Bono, Vanessa A." userId="3bfb42e8-227f-417c-8a7f-d1dc27979169" providerId="ADAL" clId="{819049A0-E45B-451D-9C54-D68F1D4CF312}" dt="2021-04-15T20:40:43.961" v="159" actId="313"/>
        <pc:sldMkLst>
          <pc:docMk/>
          <pc:sldMk cId="4218277644" sldId="2146847985"/>
        </pc:sldMkLst>
      </pc:sldChg>
      <pc:sldChg chg="delSp modSp mod ord">
        <pc:chgData name="Bono, Vanessa A." userId="3bfb42e8-227f-417c-8a7f-d1dc27979169" providerId="ADAL" clId="{819049A0-E45B-451D-9C54-D68F1D4CF312}" dt="2021-04-16T18:30:47.902" v="1844" actId="207"/>
        <pc:sldMkLst>
          <pc:docMk/>
          <pc:sldMk cId="2723272357" sldId="2146847990"/>
        </pc:sldMkLst>
        <pc:spChg chg="mod">
          <ac:chgData name="Bono, Vanessa A." userId="3bfb42e8-227f-417c-8a7f-d1dc27979169" providerId="ADAL" clId="{819049A0-E45B-451D-9C54-D68F1D4CF312}" dt="2021-04-16T18:30:37.213" v="1841" actId="207"/>
          <ac:spMkLst>
            <pc:docMk/>
            <pc:sldMk cId="2723272357" sldId="2146847990"/>
            <ac:spMk id="6" creationId="{028D967F-3A7B-6142-ABD2-E0880412DD3F}"/>
          </ac:spMkLst>
        </pc:spChg>
        <pc:spChg chg="del">
          <ac:chgData name="Bono, Vanessa A." userId="3bfb42e8-227f-417c-8a7f-d1dc27979169" providerId="ADAL" clId="{819049A0-E45B-451D-9C54-D68F1D4CF312}" dt="2021-04-16T16:16:32.465" v="268" actId="478"/>
          <ac:spMkLst>
            <pc:docMk/>
            <pc:sldMk cId="2723272357" sldId="2146847990"/>
            <ac:spMk id="8" creationId="{DCF627DC-C1FE-4FB1-866E-7C8282AE5FA9}"/>
          </ac:spMkLst>
        </pc:spChg>
        <pc:spChg chg="mod">
          <ac:chgData name="Bono, Vanessa A." userId="3bfb42e8-227f-417c-8a7f-d1dc27979169" providerId="ADAL" clId="{819049A0-E45B-451D-9C54-D68F1D4CF312}" dt="2021-04-16T18:30:40.324" v="1842" actId="207"/>
          <ac:spMkLst>
            <pc:docMk/>
            <pc:sldMk cId="2723272357" sldId="2146847990"/>
            <ac:spMk id="44" creationId="{5D4A491E-6839-1941-9E9A-ABCAA8949B7B}"/>
          </ac:spMkLst>
        </pc:spChg>
        <pc:graphicFrameChg chg="modGraphic">
          <ac:chgData name="Bono, Vanessa A." userId="3bfb42e8-227f-417c-8a7f-d1dc27979169" providerId="ADAL" clId="{819049A0-E45B-451D-9C54-D68F1D4CF312}" dt="2021-04-16T18:30:47.902" v="1844" actId="207"/>
          <ac:graphicFrameMkLst>
            <pc:docMk/>
            <pc:sldMk cId="2723272357" sldId="2146847990"/>
            <ac:graphicFrameMk id="40" creationId="{09754446-770B-CE47-85F6-F94537BC2100}"/>
          </ac:graphicFrameMkLst>
        </pc:graphicFrameChg>
      </pc:sldChg>
      <pc:sldChg chg="delSp modSp mod">
        <pc:chgData name="Bono, Vanessa A." userId="3bfb42e8-227f-417c-8a7f-d1dc27979169" providerId="ADAL" clId="{819049A0-E45B-451D-9C54-D68F1D4CF312}" dt="2021-04-16T18:33:34.603" v="1849" actId="207"/>
        <pc:sldMkLst>
          <pc:docMk/>
          <pc:sldMk cId="4030883378" sldId="2146847991"/>
        </pc:sldMkLst>
        <pc:spChg chg="mod">
          <ac:chgData name="Bono, Vanessa A." userId="3bfb42e8-227f-417c-8a7f-d1dc27979169" providerId="ADAL" clId="{819049A0-E45B-451D-9C54-D68F1D4CF312}" dt="2021-04-16T18:32:25.245" v="1845" actId="207"/>
          <ac:spMkLst>
            <pc:docMk/>
            <pc:sldMk cId="4030883378" sldId="2146847991"/>
            <ac:spMk id="6" creationId="{028D967F-3A7B-6142-ABD2-E0880412DD3F}"/>
          </ac:spMkLst>
        </pc:spChg>
        <pc:spChg chg="mod">
          <ac:chgData name="Bono, Vanessa A." userId="3bfb42e8-227f-417c-8a7f-d1dc27979169" providerId="ADAL" clId="{819049A0-E45B-451D-9C54-D68F1D4CF312}" dt="2021-04-16T18:32:28.067" v="1846" actId="207"/>
          <ac:spMkLst>
            <pc:docMk/>
            <pc:sldMk cId="4030883378" sldId="2146847991"/>
            <ac:spMk id="7" creationId="{6B60BAA1-78A9-784D-A945-0116AA94891F}"/>
          </ac:spMkLst>
        </pc:spChg>
        <pc:spChg chg="del">
          <ac:chgData name="Bono, Vanessa A." userId="3bfb42e8-227f-417c-8a7f-d1dc27979169" providerId="ADAL" clId="{819049A0-E45B-451D-9C54-D68F1D4CF312}" dt="2021-04-16T18:32:35.308" v="1847" actId="478"/>
          <ac:spMkLst>
            <pc:docMk/>
            <pc:sldMk cId="4030883378" sldId="2146847991"/>
            <ac:spMk id="10" creationId="{8C7A3842-74C7-471E-8A4B-5DF80A209CB4}"/>
          </ac:spMkLst>
        </pc:spChg>
        <pc:spChg chg="mod">
          <ac:chgData name="Bono, Vanessa A." userId="3bfb42e8-227f-417c-8a7f-d1dc27979169" providerId="ADAL" clId="{819049A0-E45B-451D-9C54-D68F1D4CF312}" dt="2021-04-16T18:33:34.603" v="1849" actId="207"/>
          <ac:spMkLst>
            <pc:docMk/>
            <pc:sldMk cId="4030883378" sldId="2146847991"/>
            <ac:spMk id="15" creationId="{826A062D-FF04-FB4F-B203-C6AF6F88B3CC}"/>
          </ac:spMkLst>
        </pc:spChg>
      </pc:sldChg>
      <pc:sldChg chg="modSp mod">
        <pc:chgData name="Bono, Vanessa A." userId="3bfb42e8-227f-417c-8a7f-d1dc27979169" providerId="ADAL" clId="{819049A0-E45B-451D-9C54-D68F1D4CF312}" dt="2021-04-16T18:42:58.706" v="1867" actId="1076"/>
        <pc:sldMkLst>
          <pc:docMk/>
          <pc:sldMk cId="2391532768" sldId="2146847995"/>
        </pc:sldMkLst>
        <pc:picChg chg="mod">
          <ac:chgData name="Bono, Vanessa A." userId="3bfb42e8-227f-417c-8a7f-d1dc27979169" providerId="ADAL" clId="{819049A0-E45B-451D-9C54-D68F1D4CF312}" dt="2021-04-16T18:42:58.706" v="1867" actId="1076"/>
          <ac:picMkLst>
            <pc:docMk/>
            <pc:sldMk cId="2391532768" sldId="2146847995"/>
            <ac:picMk id="2" creationId="{9F00B3F5-4132-4A4F-A740-7E513E1756D2}"/>
          </ac:picMkLst>
        </pc:picChg>
      </pc:sldChg>
      <pc:sldChg chg="addCm modCm modNotesTx">
        <pc:chgData name="Bono, Vanessa A." userId="3bfb42e8-227f-417c-8a7f-d1dc27979169" providerId="ADAL" clId="{819049A0-E45B-451D-9C54-D68F1D4CF312}" dt="2021-04-16T18:40:07.545" v="1862" actId="33524"/>
        <pc:sldMkLst>
          <pc:docMk/>
          <pc:sldMk cId="1817617505" sldId="2146847996"/>
        </pc:sldMkLst>
      </pc:sldChg>
      <pc:sldChg chg="delSp mod">
        <pc:chgData name="Bono, Vanessa A." userId="3bfb42e8-227f-417c-8a7f-d1dc27979169" providerId="ADAL" clId="{819049A0-E45B-451D-9C54-D68F1D4CF312}" dt="2021-04-15T19:59:26.392" v="10" actId="478"/>
        <pc:sldMkLst>
          <pc:docMk/>
          <pc:sldMk cId="2775167166" sldId="2146848000"/>
        </pc:sldMkLst>
        <pc:spChg chg="del">
          <ac:chgData name="Bono, Vanessa A." userId="3bfb42e8-227f-417c-8a7f-d1dc27979169" providerId="ADAL" clId="{819049A0-E45B-451D-9C54-D68F1D4CF312}" dt="2021-04-15T19:59:26.392" v="10" actId="478"/>
          <ac:spMkLst>
            <pc:docMk/>
            <pc:sldMk cId="2775167166" sldId="2146848000"/>
            <ac:spMk id="2" creationId="{8978ADDF-42B5-4F9C-9145-A1675182BAF0}"/>
          </ac:spMkLst>
        </pc:spChg>
      </pc:sldChg>
      <pc:sldChg chg="addCm modCm">
        <pc:chgData name="Bono, Vanessa A." userId="3bfb42e8-227f-417c-8a7f-d1dc27979169" providerId="ADAL" clId="{819049A0-E45B-451D-9C54-D68F1D4CF312}" dt="2021-04-15T19:59:58.320" v="12"/>
        <pc:sldMkLst>
          <pc:docMk/>
          <pc:sldMk cId="129644429" sldId="2146848001"/>
        </pc:sldMkLst>
      </pc:sldChg>
      <pc:sldChg chg="addCm modCm">
        <pc:chgData name="Bono, Vanessa A." userId="3bfb42e8-227f-417c-8a7f-d1dc27979169" providerId="ADAL" clId="{819049A0-E45B-451D-9C54-D68F1D4CF312}" dt="2021-04-15T20:03:13.329" v="16"/>
        <pc:sldMkLst>
          <pc:docMk/>
          <pc:sldMk cId="900908429" sldId="2146848020"/>
        </pc:sldMkLst>
      </pc:sldChg>
      <pc:sldChg chg="modNotesTx">
        <pc:chgData name="Bono, Vanessa A." userId="3bfb42e8-227f-417c-8a7f-d1dc27979169" providerId="ADAL" clId="{819049A0-E45B-451D-9C54-D68F1D4CF312}" dt="2021-04-15T20:42:09.459" v="166" actId="20577"/>
        <pc:sldMkLst>
          <pc:docMk/>
          <pc:sldMk cId="3928546937" sldId="2146848025"/>
        </pc:sldMkLst>
      </pc:sldChg>
      <pc:sldChg chg="del">
        <pc:chgData name="Bono, Vanessa A." userId="3bfb42e8-227f-417c-8a7f-d1dc27979169" providerId="ADAL" clId="{819049A0-E45B-451D-9C54-D68F1D4CF312}" dt="2021-04-15T20:09:00.592" v="19" actId="47"/>
        <pc:sldMkLst>
          <pc:docMk/>
          <pc:sldMk cId="2200917223" sldId="2146848047"/>
        </pc:sldMkLst>
      </pc:sldChg>
      <pc:sldChg chg="del">
        <pc:chgData name="Bono, Vanessa A." userId="3bfb42e8-227f-417c-8a7f-d1dc27979169" providerId="ADAL" clId="{819049A0-E45B-451D-9C54-D68F1D4CF312}" dt="2021-04-15T20:09:03.802" v="20" actId="47"/>
        <pc:sldMkLst>
          <pc:docMk/>
          <pc:sldMk cId="2958666214" sldId="2146848048"/>
        </pc:sldMkLst>
      </pc:sldChg>
      <pc:sldChg chg="ord addCm modCm">
        <pc:chgData name="Bono, Vanessa A." userId="3bfb42e8-227f-417c-8a7f-d1dc27979169" providerId="ADAL" clId="{819049A0-E45B-451D-9C54-D68F1D4CF312}" dt="2021-04-15T20:12:46.766" v="27"/>
        <pc:sldMkLst>
          <pc:docMk/>
          <pc:sldMk cId="2458650391" sldId="2146848052"/>
        </pc:sldMkLst>
      </pc:sldChg>
      <pc:sldChg chg="addCm modCm modNotesTx">
        <pc:chgData name="Bono, Vanessa A." userId="3bfb42e8-227f-417c-8a7f-d1dc27979169" providerId="ADAL" clId="{819049A0-E45B-451D-9C54-D68F1D4CF312}" dt="2021-04-15T20:39:56.140" v="113" actId="313"/>
        <pc:sldMkLst>
          <pc:docMk/>
          <pc:sldMk cId="2898466066" sldId="2146848054"/>
        </pc:sldMkLst>
      </pc:sldChg>
      <pc:sldChg chg="modNotesTx">
        <pc:chgData name="Bono, Vanessa A." userId="3bfb42e8-227f-417c-8a7f-d1dc27979169" providerId="ADAL" clId="{819049A0-E45B-451D-9C54-D68F1D4CF312}" dt="2021-04-15T20:39:57.971" v="114" actId="313"/>
        <pc:sldMkLst>
          <pc:docMk/>
          <pc:sldMk cId="1570107647" sldId="2146848055"/>
        </pc:sldMkLst>
      </pc:sldChg>
      <pc:sldChg chg="modNotesTx">
        <pc:chgData name="Bono, Vanessa A." userId="3bfb42e8-227f-417c-8a7f-d1dc27979169" providerId="ADAL" clId="{819049A0-E45B-451D-9C54-D68F1D4CF312}" dt="2021-04-15T20:39:58.986" v="115" actId="313"/>
        <pc:sldMkLst>
          <pc:docMk/>
          <pc:sldMk cId="746378691" sldId="2146848056"/>
        </pc:sldMkLst>
      </pc:sldChg>
      <pc:sldChg chg="modNotesTx">
        <pc:chgData name="Bono, Vanessa A." userId="3bfb42e8-227f-417c-8a7f-d1dc27979169" providerId="ADAL" clId="{819049A0-E45B-451D-9C54-D68F1D4CF312}" dt="2021-04-15T20:39:59.796" v="116" actId="313"/>
        <pc:sldMkLst>
          <pc:docMk/>
          <pc:sldMk cId="3687383799" sldId="2146848057"/>
        </pc:sldMkLst>
      </pc:sldChg>
      <pc:sldChg chg="modNotesTx">
        <pc:chgData name="Bono, Vanessa A." userId="3bfb42e8-227f-417c-8a7f-d1dc27979169" providerId="ADAL" clId="{819049A0-E45B-451D-9C54-D68F1D4CF312}" dt="2021-04-15T20:40:01.750" v="118" actId="313"/>
        <pc:sldMkLst>
          <pc:docMk/>
          <pc:sldMk cId="2294170976" sldId="2146848058"/>
        </pc:sldMkLst>
      </pc:sldChg>
      <pc:sldChg chg="modNotesTx">
        <pc:chgData name="Bono, Vanessa A." userId="3bfb42e8-227f-417c-8a7f-d1dc27979169" providerId="ADAL" clId="{819049A0-E45B-451D-9C54-D68F1D4CF312}" dt="2021-04-15T20:40:04.663" v="119" actId="313"/>
        <pc:sldMkLst>
          <pc:docMk/>
          <pc:sldMk cId="3938886328" sldId="2146848059"/>
        </pc:sldMkLst>
      </pc:sldChg>
      <pc:sldChg chg="modNotesTx">
        <pc:chgData name="Bono, Vanessa A." userId="3bfb42e8-227f-417c-8a7f-d1dc27979169" providerId="ADAL" clId="{819049A0-E45B-451D-9C54-D68F1D4CF312}" dt="2021-04-15T20:40:05.506" v="120" actId="313"/>
        <pc:sldMkLst>
          <pc:docMk/>
          <pc:sldMk cId="1567569447" sldId="2146848060"/>
        </pc:sldMkLst>
      </pc:sldChg>
      <pc:sldChg chg="modNotesTx">
        <pc:chgData name="Bono, Vanessa A." userId="3bfb42e8-227f-417c-8a7f-d1dc27979169" providerId="ADAL" clId="{819049A0-E45B-451D-9C54-D68F1D4CF312}" dt="2021-04-15T20:40:06.412" v="121" actId="313"/>
        <pc:sldMkLst>
          <pc:docMk/>
          <pc:sldMk cId="1797253987" sldId="2146848061"/>
        </pc:sldMkLst>
      </pc:sldChg>
      <pc:sldChg chg="modNotesTx">
        <pc:chgData name="Bono, Vanessa A." userId="3bfb42e8-227f-417c-8a7f-d1dc27979169" providerId="ADAL" clId="{819049A0-E45B-451D-9C54-D68F1D4CF312}" dt="2021-04-15T20:40:07.238" v="122" actId="313"/>
        <pc:sldMkLst>
          <pc:docMk/>
          <pc:sldMk cId="92841403" sldId="2146848062"/>
        </pc:sldMkLst>
      </pc:sldChg>
      <pc:sldChg chg="modNotesTx">
        <pc:chgData name="Bono, Vanessa A." userId="3bfb42e8-227f-417c-8a7f-d1dc27979169" providerId="ADAL" clId="{819049A0-E45B-451D-9C54-D68F1D4CF312}" dt="2021-04-15T20:40:08.493" v="123" actId="313"/>
        <pc:sldMkLst>
          <pc:docMk/>
          <pc:sldMk cId="2590223489" sldId="2146848063"/>
        </pc:sldMkLst>
      </pc:sldChg>
      <pc:sldChg chg="del modNotesTx">
        <pc:chgData name="Bono, Vanessa A." userId="3bfb42e8-227f-417c-8a7f-d1dc27979169" providerId="ADAL" clId="{819049A0-E45B-451D-9C54-D68F1D4CF312}" dt="2021-04-16T16:26:56.776" v="271" actId="47"/>
        <pc:sldMkLst>
          <pc:docMk/>
          <pc:sldMk cId="4102771798" sldId="2146848064"/>
        </pc:sldMkLst>
      </pc:sldChg>
      <pc:sldChg chg="delSp modSp mod ord addCm delCm modCm modNotesTx">
        <pc:chgData name="Bono, Vanessa A." userId="3bfb42e8-227f-417c-8a7f-d1dc27979169" providerId="ADAL" clId="{819049A0-E45B-451D-9C54-D68F1D4CF312}" dt="2021-04-16T16:42:16.316" v="1054" actId="1592"/>
        <pc:sldMkLst>
          <pc:docMk/>
          <pc:sldMk cId="1104036909" sldId="2146848065"/>
        </pc:sldMkLst>
        <pc:spChg chg="del">
          <ac:chgData name="Bono, Vanessa A." userId="3bfb42e8-227f-417c-8a7f-d1dc27979169" providerId="ADAL" clId="{819049A0-E45B-451D-9C54-D68F1D4CF312}" dt="2021-04-16T16:28:50.117" v="282" actId="478"/>
          <ac:spMkLst>
            <pc:docMk/>
            <pc:sldMk cId="1104036909" sldId="2146848065"/>
            <ac:spMk id="11" creationId="{F8684C96-A824-4E43-8938-8F72351EAE3F}"/>
          </ac:spMkLst>
        </pc:spChg>
        <pc:spChg chg="mod">
          <ac:chgData name="Bono, Vanessa A." userId="3bfb42e8-227f-417c-8a7f-d1dc27979169" providerId="ADAL" clId="{819049A0-E45B-451D-9C54-D68F1D4CF312}" dt="2021-04-16T16:29:14.775" v="309" actId="20577"/>
          <ac:spMkLst>
            <pc:docMk/>
            <pc:sldMk cId="1104036909" sldId="2146848065"/>
            <ac:spMk id="20" creationId="{A3C4FCCE-DE2D-429A-94B9-8ECA3BE54DCD}"/>
          </ac:spMkLst>
        </pc:spChg>
      </pc:sldChg>
      <pc:sldChg chg="modSp mod modNotesTx">
        <pc:chgData name="Bono, Vanessa A." userId="3bfb42e8-227f-417c-8a7f-d1dc27979169" providerId="ADAL" clId="{819049A0-E45B-451D-9C54-D68F1D4CF312}" dt="2021-04-16T16:47:38.102" v="1390" actId="14100"/>
        <pc:sldMkLst>
          <pc:docMk/>
          <pc:sldMk cId="3055223639" sldId="2146848066"/>
        </pc:sldMkLst>
        <pc:spChg chg="mod">
          <ac:chgData name="Bono, Vanessa A." userId="3bfb42e8-227f-417c-8a7f-d1dc27979169" providerId="ADAL" clId="{819049A0-E45B-451D-9C54-D68F1D4CF312}" dt="2021-04-16T16:47:38.102" v="1390" actId="14100"/>
          <ac:spMkLst>
            <pc:docMk/>
            <pc:sldMk cId="3055223639" sldId="2146848066"/>
            <ac:spMk id="13" creationId="{DB16B56F-6BF5-46D8-851D-BC4040E548E4}"/>
          </ac:spMkLst>
        </pc:spChg>
      </pc:sldChg>
      <pc:sldChg chg="ord modNotesTx">
        <pc:chgData name="Bono, Vanessa A." userId="3bfb42e8-227f-417c-8a7f-d1dc27979169" providerId="ADAL" clId="{819049A0-E45B-451D-9C54-D68F1D4CF312}" dt="2021-04-15T20:40:32.415" v="148" actId="313"/>
        <pc:sldMkLst>
          <pc:docMk/>
          <pc:sldMk cId="3741971717" sldId="2146848067"/>
        </pc:sldMkLst>
      </pc:sldChg>
      <pc:sldChg chg="ord modNotesTx">
        <pc:chgData name="Bono, Vanessa A." userId="3bfb42e8-227f-417c-8a7f-d1dc27979169" providerId="ADAL" clId="{819049A0-E45B-451D-9C54-D68F1D4CF312}" dt="2021-04-15T20:40:34.367" v="149" actId="313"/>
        <pc:sldMkLst>
          <pc:docMk/>
          <pc:sldMk cId="880263693" sldId="2146848068"/>
        </pc:sldMkLst>
      </pc:sldChg>
      <pc:sldChg chg="ord modNotesTx">
        <pc:chgData name="Bono, Vanessa A." userId="3bfb42e8-227f-417c-8a7f-d1dc27979169" providerId="ADAL" clId="{819049A0-E45B-451D-9C54-D68F1D4CF312}" dt="2021-04-15T20:40:35.346" v="150" actId="313"/>
        <pc:sldMkLst>
          <pc:docMk/>
          <pc:sldMk cId="3005820643" sldId="2146848069"/>
        </pc:sldMkLst>
      </pc:sldChg>
      <pc:sldChg chg="ord modNotesTx">
        <pc:chgData name="Bono, Vanessa A." userId="3bfb42e8-227f-417c-8a7f-d1dc27979169" providerId="ADAL" clId="{819049A0-E45B-451D-9C54-D68F1D4CF312}" dt="2021-04-15T20:40:36.296" v="151" actId="313"/>
        <pc:sldMkLst>
          <pc:docMk/>
          <pc:sldMk cId="2629256357" sldId="2146848070"/>
        </pc:sldMkLst>
      </pc:sldChg>
      <pc:sldChg chg="ord modNotesTx">
        <pc:chgData name="Bono, Vanessa A." userId="3bfb42e8-227f-417c-8a7f-d1dc27979169" providerId="ADAL" clId="{819049A0-E45B-451D-9C54-D68F1D4CF312}" dt="2021-04-15T20:40:37.143" v="152" actId="313"/>
        <pc:sldMkLst>
          <pc:docMk/>
          <pc:sldMk cId="4021274010" sldId="2146848071"/>
        </pc:sldMkLst>
      </pc:sldChg>
      <pc:sldChg chg="ord modNotesTx">
        <pc:chgData name="Bono, Vanessa A." userId="3bfb42e8-227f-417c-8a7f-d1dc27979169" providerId="ADAL" clId="{819049A0-E45B-451D-9C54-D68F1D4CF312}" dt="2021-04-15T20:40:38.410" v="153" actId="313"/>
        <pc:sldMkLst>
          <pc:docMk/>
          <pc:sldMk cId="4268051218" sldId="2146848072"/>
        </pc:sldMkLst>
      </pc:sldChg>
      <pc:sldChg chg="ord modNotesTx">
        <pc:chgData name="Bono, Vanessa A." userId="3bfb42e8-227f-417c-8a7f-d1dc27979169" providerId="ADAL" clId="{819049A0-E45B-451D-9C54-D68F1D4CF312}" dt="2021-04-15T20:40:39.242" v="154" actId="313"/>
        <pc:sldMkLst>
          <pc:docMk/>
          <pc:sldMk cId="78995880" sldId="2146848073"/>
        </pc:sldMkLst>
      </pc:sldChg>
      <pc:sldChg chg="ord">
        <pc:chgData name="Bono, Vanessa A." userId="3bfb42e8-227f-417c-8a7f-d1dc27979169" providerId="ADAL" clId="{819049A0-E45B-451D-9C54-D68F1D4CF312}" dt="2021-04-15T20:28:12.813" v="102"/>
        <pc:sldMkLst>
          <pc:docMk/>
          <pc:sldMk cId="3486319734" sldId="2146848074"/>
        </pc:sldMkLst>
      </pc:sldChg>
      <pc:sldChg chg="ord">
        <pc:chgData name="Bono, Vanessa A." userId="3bfb42e8-227f-417c-8a7f-d1dc27979169" providerId="ADAL" clId="{819049A0-E45B-451D-9C54-D68F1D4CF312}" dt="2021-04-15T20:16:27.558" v="37" actId="20578"/>
        <pc:sldMkLst>
          <pc:docMk/>
          <pc:sldMk cId="2141603944" sldId="2146848075"/>
        </pc:sldMkLst>
      </pc:sldChg>
      <pc:sldChg chg="ord">
        <pc:chgData name="Bono, Vanessa A." userId="3bfb42e8-227f-417c-8a7f-d1dc27979169" providerId="ADAL" clId="{819049A0-E45B-451D-9C54-D68F1D4CF312}" dt="2021-04-15T20:16:25.749" v="36" actId="20578"/>
        <pc:sldMkLst>
          <pc:docMk/>
          <pc:sldMk cId="3472101874" sldId="2146848076"/>
        </pc:sldMkLst>
      </pc:sldChg>
      <pc:sldChg chg="modSp mod modNotesTx">
        <pc:chgData name="Bono, Vanessa A." userId="3bfb42e8-227f-417c-8a7f-d1dc27979169" providerId="ADAL" clId="{819049A0-E45B-451D-9C54-D68F1D4CF312}" dt="2021-04-16T16:50:36.313" v="1456" actId="6549"/>
        <pc:sldMkLst>
          <pc:docMk/>
          <pc:sldMk cId="3071186724" sldId="2146848077"/>
        </pc:sldMkLst>
        <pc:spChg chg="mod">
          <ac:chgData name="Bono, Vanessa A." userId="3bfb42e8-227f-417c-8a7f-d1dc27979169" providerId="ADAL" clId="{819049A0-E45B-451D-9C54-D68F1D4CF312}" dt="2021-04-16T16:50:36.313" v="1456" actId="6549"/>
          <ac:spMkLst>
            <pc:docMk/>
            <pc:sldMk cId="3071186724" sldId="2146848077"/>
            <ac:spMk id="9" creationId="{33E75B0F-1EB6-4225-87A5-A72C1AE38EEE}"/>
          </ac:spMkLst>
        </pc:spChg>
      </pc:sldChg>
      <pc:sldChg chg="modSp mod modNotesTx">
        <pc:chgData name="Bono, Vanessa A." userId="3bfb42e8-227f-417c-8a7f-d1dc27979169" providerId="ADAL" clId="{819049A0-E45B-451D-9C54-D68F1D4CF312}" dt="2021-04-16T17:13:42.169" v="1488" actId="5793"/>
        <pc:sldMkLst>
          <pc:docMk/>
          <pc:sldMk cId="1382408786" sldId="2146848078"/>
        </pc:sldMkLst>
        <pc:spChg chg="mod">
          <ac:chgData name="Bono, Vanessa A." userId="3bfb42e8-227f-417c-8a7f-d1dc27979169" providerId="ADAL" clId="{819049A0-E45B-451D-9C54-D68F1D4CF312}" dt="2021-04-16T17:13:42.169" v="1488" actId="5793"/>
          <ac:spMkLst>
            <pc:docMk/>
            <pc:sldMk cId="1382408786" sldId="2146848078"/>
            <ac:spMk id="9" creationId="{2B8A1C41-63D5-491C-B9A3-3AB098C63F1C}"/>
          </ac:spMkLst>
        </pc:spChg>
      </pc:sldChg>
      <pc:sldChg chg="modNotesTx">
        <pc:chgData name="Bono, Vanessa A." userId="3bfb42e8-227f-417c-8a7f-d1dc27979169" providerId="ADAL" clId="{819049A0-E45B-451D-9C54-D68F1D4CF312}" dt="2021-04-15T20:40:13.350" v="129" actId="313"/>
        <pc:sldMkLst>
          <pc:docMk/>
          <pc:sldMk cId="1344230032" sldId="2146848079"/>
        </pc:sldMkLst>
      </pc:sldChg>
      <pc:sldChg chg="modNotesTx">
        <pc:chgData name="Bono, Vanessa A." userId="3bfb42e8-227f-417c-8a7f-d1dc27979169" providerId="ADAL" clId="{819049A0-E45B-451D-9C54-D68F1D4CF312}" dt="2021-04-15T20:40:14.134" v="130" actId="313"/>
        <pc:sldMkLst>
          <pc:docMk/>
          <pc:sldMk cId="2459848864" sldId="2146848080"/>
        </pc:sldMkLst>
      </pc:sldChg>
      <pc:sldChg chg="modSp mod">
        <pc:chgData name="Bono, Vanessa A." userId="3bfb42e8-227f-417c-8a7f-d1dc27979169" providerId="ADAL" clId="{819049A0-E45B-451D-9C54-D68F1D4CF312}" dt="2021-04-16T17:16:17.120" v="1510" actId="20577"/>
        <pc:sldMkLst>
          <pc:docMk/>
          <pc:sldMk cId="2661023269" sldId="2146848083"/>
        </pc:sldMkLst>
        <pc:spChg chg="mod">
          <ac:chgData name="Bono, Vanessa A." userId="3bfb42e8-227f-417c-8a7f-d1dc27979169" providerId="ADAL" clId="{819049A0-E45B-451D-9C54-D68F1D4CF312}" dt="2021-04-16T17:16:17.120" v="1510" actId="20577"/>
          <ac:spMkLst>
            <pc:docMk/>
            <pc:sldMk cId="2661023269" sldId="2146848083"/>
            <ac:spMk id="66" creationId="{F8DDEC62-250A-4F3C-8C4B-66F392198EF3}"/>
          </ac:spMkLst>
        </pc:spChg>
      </pc:sldChg>
      <pc:sldChg chg="modSp mod">
        <pc:chgData name="Bono, Vanessa A." userId="3bfb42e8-227f-417c-8a7f-d1dc27979169" providerId="ADAL" clId="{819049A0-E45B-451D-9C54-D68F1D4CF312}" dt="2021-04-16T16:55:28.600" v="1462" actId="404"/>
        <pc:sldMkLst>
          <pc:docMk/>
          <pc:sldMk cId="2271176017" sldId="2146848084"/>
        </pc:sldMkLst>
        <pc:spChg chg="mod">
          <ac:chgData name="Bono, Vanessa A." userId="3bfb42e8-227f-417c-8a7f-d1dc27979169" providerId="ADAL" clId="{819049A0-E45B-451D-9C54-D68F1D4CF312}" dt="2021-04-16T16:55:28.600" v="1462" actId="404"/>
          <ac:spMkLst>
            <pc:docMk/>
            <pc:sldMk cId="2271176017" sldId="2146848084"/>
            <ac:spMk id="3" creationId="{7A7F4E35-DE7D-4A07-B196-A9CEF0846655}"/>
          </ac:spMkLst>
        </pc:spChg>
      </pc:sldChg>
      <pc:sldChg chg="modSp mod">
        <pc:chgData name="Bono, Vanessa A." userId="3bfb42e8-227f-417c-8a7f-d1dc27979169" providerId="ADAL" clId="{819049A0-E45B-451D-9C54-D68F1D4CF312}" dt="2021-04-16T18:04:39.862" v="1803" actId="20577"/>
        <pc:sldMkLst>
          <pc:docMk/>
          <pc:sldMk cId="2442135242" sldId="2146848088"/>
        </pc:sldMkLst>
        <pc:spChg chg="mod">
          <ac:chgData name="Bono, Vanessa A." userId="3bfb42e8-227f-417c-8a7f-d1dc27979169" providerId="ADAL" clId="{819049A0-E45B-451D-9C54-D68F1D4CF312}" dt="2021-04-16T18:04:39.862" v="1803" actId="20577"/>
          <ac:spMkLst>
            <pc:docMk/>
            <pc:sldMk cId="2442135242" sldId="2146848088"/>
            <ac:spMk id="4" creationId="{751CEB61-64CE-4D28-A388-967F40053283}"/>
          </ac:spMkLst>
        </pc:spChg>
      </pc:sldChg>
      <pc:sldChg chg="modSp">
        <pc:chgData name="Bono, Vanessa A." userId="3bfb42e8-227f-417c-8a7f-d1dc27979169" providerId="ADAL" clId="{819049A0-E45B-451D-9C54-D68F1D4CF312}" dt="2021-04-16T18:04:45.723" v="1804"/>
        <pc:sldMkLst>
          <pc:docMk/>
          <pc:sldMk cId="2911062948" sldId="2146848089"/>
        </pc:sldMkLst>
        <pc:spChg chg="mod">
          <ac:chgData name="Bono, Vanessa A." userId="3bfb42e8-227f-417c-8a7f-d1dc27979169" providerId="ADAL" clId="{819049A0-E45B-451D-9C54-D68F1D4CF312}" dt="2021-04-16T18:04:45.723" v="1804"/>
          <ac:spMkLst>
            <pc:docMk/>
            <pc:sldMk cId="2911062948" sldId="2146848089"/>
            <ac:spMk id="4" creationId="{751CEB61-64CE-4D28-A388-967F40053283}"/>
          </ac:spMkLst>
        </pc:spChg>
      </pc:sldChg>
      <pc:sldChg chg="modSp mod">
        <pc:chgData name="Bono, Vanessa A." userId="3bfb42e8-227f-417c-8a7f-d1dc27979169" providerId="ADAL" clId="{819049A0-E45B-451D-9C54-D68F1D4CF312}" dt="2021-04-16T18:05:04.961" v="1817" actId="313"/>
        <pc:sldMkLst>
          <pc:docMk/>
          <pc:sldMk cId="3854983785" sldId="2146848090"/>
        </pc:sldMkLst>
        <pc:spChg chg="mod">
          <ac:chgData name="Bono, Vanessa A." userId="3bfb42e8-227f-417c-8a7f-d1dc27979169" providerId="ADAL" clId="{819049A0-E45B-451D-9C54-D68F1D4CF312}" dt="2021-04-16T18:05:04.961" v="1817" actId="313"/>
          <ac:spMkLst>
            <pc:docMk/>
            <pc:sldMk cId="3854983785" sldId="2146848090"/>
            <ac:spMk id="4" creationId="{751CEB61-64CE-4D28-A388-967F40053283}"/>
          </ac:spMkLst>
        </pc:spChg>
      </pc:sldChg>
      <pc:sldChg chg="modSp mod">
        <pc:chgData name="Bono, Vanessa A." userId="3bfb42e8-227f-417c-8a7f-d1dc27979169" providerId="ADAL" clId="{819049A0-E45B-451D-9C54-D68F1D4CF312}" dt="2021-04-16T18:05:13.333" v="1819" actId="6549"/>
        <pc:sldMkLst>
          <pc:docMk/>
          <pc:sldMk cId="2270402301" sldId="2146848091"/>
        </pc:sldMkLst>
        <pc:spChg chg="mod">
          <ac:chgData name="Bono, Vanessa A." userId="3bfb42e8-227f-417c-8a7f-d1dc27979169" providerId="ADAL" clId="{819049A0-E45B-451D-9C54-D68F1D4CF312}" dt="2021-04-16T18:05:13.333" v="1819" actId="6549"/>
          <ac:spMkLst>
            <pc:docMk/>
            <pc:sldMk cId="2270402301" sldId="2146848091"/>
            <ac:spMk id="4" creationId="{751CEB61-64CE-4D28-A388-967F40053283}"/>
          </ac:spMkLst>
        </pc:spChg>
      </pc:sldChg>
      <pc:sldChg chg="modSp mod">
        <pc:chgData name="Bono, Vanessa A." userId="3bfb42e8-227f-417c-8a7f-d1dc27979169" providerId="ADAL" clId="{819049A0-E45B-451D-9C54-D68F1D4CF312}" dt="2021-04-16T18:05:29.732" v="1839"/>
        <pc:sldMkLst>
          <pc:docMk/>
          <pc:sldMk cId="916088593" sldId="2146848092"/>
        </pc:sldMkLst>
        <pc:spChg chg="mod">
          <ac:chgData name="Bono, Vanessa A." userId="3bfb42e8-227f-417c-8a7f-d1dc27979169" providerId="ADAL" clId="{819049A0-E45B-451D-9C54-D68F1D4CF312}" dt="2021-04-16T18:05:29.732" v="1839"/>
          <ac:spMkLst>
            <pc:docMk/>
            <pc:sldMk cId="916088593" sldId="2146848092"/>
            <ac:spMk id="4" creationId="{751CEB61-64CE-4D28-A388-967F40053283}"/>
          </ac:spMkLst>
        </pc:spChg>
      </pc:sldChg>
      <pc:sldChg chg="modSp">
        <pc:chgData name="Bono, Vanessa A." userId="3bfb42e8-227f-417c-8a7f-d1dc27979169" providerId="ADAL" clId="{819049A0-E45B-451D-9C54-D68F1D4CF312}" dt="2021-04-16T18:05:37.166" v="1840"/>
        <pc:sldMkLst>
          <pc:docMk/>
          <pc:sldMk cId="2050516337" sldId="2146848093"/>
        </pc:sldMkLst>
        <pc:spChg chg="mod">
          <ac:chgData name="Bono, Vanessa A." userId="3bfb42e8-227f-417c-8a7f-d1dc27979169" providerId="ADAL" clId="{819049A0-E45B-451D-9C54-D68F1D4CF312}" dt="2021-04-16T18:05:37.166" v="1840"/>
          <ac:spMkLst>
            <pc:docMk/>
            <pc:sldMk cId="2050516337" sldId="2146848093"/>
            <ac:spMk id="4" creationId="{751CEB61-64CE-4D28-A388-967F40053283}"/>
          </ac:spMkLst>
        </pc:spChg>
      </pc:sldChg>
      <pc:sldChg chg="modSp mod">
        <pc:chgData name="Bono, Vanessa A." userId="3bfb42e8-227f-417c-8a7f-d1dc27979169" providerId="ADAL" clId="{819049A0-E45B-451D-9C54-D68F1D4CF312}" dt="2021-04-16T17:17:46.024" v="1529" actId="1076"/>
        <pc:sldMkLst>
          <pc:docMk/>
          <pc:sldMk cId="2291288221" sldId="2146848094"/>
        </pc:sldMkLst>
        <pc:spChg chg="mod">
          <ac:chgData name="Bono, Vanessa A." userId="3bfb42e8-227f-417c-8a7f-d1dc27979169" providerId="ADAL" clId="{819049A0-E45B-451D-9C54-D68F1D4CF312}" dt="2021-04-16T17:17:33.684" v="1528" actId="20577"/>
          <ac:spMkLst>
            <pc:docMk/>
            <pc:sldMk cId="2291288221" sldId="2146848094"/>
            <ac:spMk id="7" creationId="{862B2210-13BE-4B7E-A02C-8BE5E71EB4E7}"/>
          </ac:spMkLst>
        </pc:spChg>
        <pc:grpChg chg="mod">
          <ac:chgData name="Bono, Vanessa A." userId="3bfb42e8-227f-417c-8a7f-d1dc27979169" providerId="ADAL" clId="{819049A0-E45B-451D-9C54-D68F1D4CF312}" dt="2021-04-16T17:17:46.024" v="1529" actId="1076"/>
          <ac:grpSpMkLst>
            <pc:docMk/>
            <pc:sldMk cId="2291288221" sldId="2146848094"/>
            <ac:grpSpMk id="8" creationId="{331B3D1C-5F4F-4DFA-BFDE-FE7BF57CF587}"/>
          </ac:grpSpMkLst>
        </pc:grpChg>
      </pc:sldChg>
      <pc:sldChg chg="addCm modCm">
        <pc:chgData name="Bono, Vanessa A." userId="3bfb42e8-227f-417c-8a7f-d1dc27979169" providerId="ADAL" clId="{819049A0-E45B-451D-9C54-D68F1D4CF312}" dt="2021-04-15T20:18:55.425" v="39"/>
        <pc:sldMkLst>
          <pc:docMk/>
          <pc:sldMk cId="2122147425" sldId="2146848095"/>
        </pc:sldMkLst>
      </pc:sldChg>
      <pc:sldChg chg="modNotesTx">
        <pc:chgData name="Bono, Vanessa A." userId="3bfb42e8-227f-417c-8a7f-d1dc27979169" providerId="ADAL" clId="{819049A0-E45B-451D-9C54-D68F1D4CF312}" dt="2021-04-15T20:40:14.913" v="131" actId="313"/>
        <pc:sldMkLst>
          <pc:docMk/>
          <pc:sldMk cId="2833552387" sldId="2146848098"/>
        </pc:sldMkLst>
      </pc:sldChg>
      <pc:sldChg chg="addCm modCm modNotesTx">
        <pc:chgData name="Bono, Vanessa A." userId="3bfb42e8-227f-417c-8a7f-d1dc27979169" providerId="ADAL" clId="{819049A0-E45B-451D-9C54-D68F1D4CF312}" dt="2021-04-15T20:40:15.830" v="132" actId="313"/>
        <pc:sldMkLst>
          <pc:docMk/>
          <pc:sldMk cId="2203137780" sldId="2146848099"/>
        </pc:sldMkLst>
      </pc:sldChg>
      <pc:sldChg chg="modNotesTx">
        <pc:chgData name="Bono, Vanessa A." userId="3bfb42e8-227f-417c-8a7f-d1dc27979169" providerId="ADAL" clId="{819049A0-E45B-451D-9C54-D68F1D4CF312}" dt="2021-04-15T20:40:16.503" v="133" actId="313"/>
        <pc:sldMkLst>
          <pc:docMk/>
          <pc:sldMk cId="4092349712" sldId="2146848100"/>
        </pc:sldMkLst>
      </pc:sldChg>
      <pc:sldChg chg="modSp mod addCm modCm modNotesTx">
        <pc:chgData name="Bono, Vanessa A." userId="3bfb42e8-227f-417c-8a7f-d1dc27979169" providerId="ADAL" clId="{819049A0-E45B-451D-9C54-D68F1D4CF312}" dt="2021-04-16T17:19:27.837" v="1578" actId="20577"/>
        <pc:sldMkLst>
          <pc:docMk/>
          <pc:sldMk cId="328354610" sldId="2146848101"/>
        </pc:sldMkLst>
        <pc:spChg chg="mod">
          <ac:chgData name="Bono, Vanessa A." userId="3bfb42e8-227f-417c-8a7f-d1dc27979169" providerId="ADAL" clId="{819049A0-E45B-451D-9C54-D68F1D4CF312}" dt="2021-04-16T17:19:10.689" v="1574" actId="6549"/>
          <ac:spMkLst>
            <pc:docMk/>
            <pc:sldMk cId="328354610" sldId="2146848101"/>
            <ac:spMk id="5" creationId="{41526F8A-CDF6-4CBB-8605-19D5C5FC2E7B}"/>
          </ac:spMkLst>
        </pc:spChg>
        <pc:spChg chg="mod">
          <ac:chgData name="Bono, Vanessa A." userId="3bfb42e8-227f-417c-8a7f-d1dc27979169" providerId="ADAL" clId="{819049A0-E45B-451D-9C54-D68F1D4CF312}" dt="2021-04-16T17:19:27.837" v="1578" actId="20577"/>
          <ac:spMkLst>
            <pc:docMk/>
            <pc:sldMk cId="328354610" sldId="2146848101"/>
            <ac:spMk id="6" creationId="{8FBEBD6B-4BB9-496B-AD24-E727F61E0873}"/>
          </ac:spMkLst>
        </pc:spChg>
        <pc:spChg chg="mod">
          <ac:chgData name="Bono, Vanessa A." userId="3bfb42e8-227f-417c-8a7f-d1dc27979169" providerId="ADAL" clId="{819049A0-E45B-451D-9C54-D68F1D4CF312}" dt="2021-04-16T17:19:12.749" v="1576" actId="6549"/>
          <ac:spMkLst>
            <pc:docMk/>
            <pc:sldMk cId="328354610" sldId="2146848101"/>
            <ac:spMk id="7" creationId="{7C8A29F5-34CD-4451-8A56-46B5567EE94E}"/>
          </ac:spMkLst>
        </pc:spChg>
      </pc:sldChg>
      <pc:sldChg chg="addCm modCm modNotesTx">
        <pc:chgData name="Bono, Vanessa A." userId="3bfb42e8-227f-417c-8a7f-d1dc27979169" providerId="ADAL" clId="{819049A0-E45B-451D-9C54-D68F1D4CF312}" dt="2021-04-16T17:21:57.481" v="1581"/>
        <pc:sldMkLst>
          <pc:docMk/>
          <pc:sldMk cId="1599085730" sldId="2146848102"/>
        </pc:sldMkLst>
      </pc:sldChg>
      <pc:sldChg chg="modNotesTx">
        <pc:chgData name="Bono, Vanessa A." userId="3bfb42e8-227f-417c-8a7f-d1dc27979169" providerId="ADAL" clId="{819049A0-E45B-451D-9C54-D68F1D4CF312}" dt="2021-04-15T20:40:18.995" v="136" actId="313"/>
        <pc:sldMkLst>
          <pc:docMk/>
          <pc:sldMk cId="766623171" sldId="2146848103"/>
        </pc:sldMkLst>
      </pc:sldChg>
      <pc:sldChg chg="modNotesTx">
        <pc:chgData name="Bono, Vanessa A." userId="3bfb42e8-227f-417c-8a7f-d1dc27979169" providerId="ADAL" clId="{819049A0-E45B-451D-9C54-D68F1D4CF312}" dt="2021-04-15T20:40:20.038" v="137" actId="313"/>
        <pc:sldMkLst>
          <pc:docMk/>
          <pc:sldMk cId="3561521936" sldId="2146848104"/>
        </pc:sldMkLst>
      </pc:sldChg>
      <pc:sldChg chg="delSp mod addCm modCm modNotesTx">
        <pc:chgData name="Bono, Vanessa A." userId="3bfb42e8-227f-417c-8a7f-d1dc27979169" providerId="ADAL" clId="{819049A0-E45B-451D-9C54-D68F1D4CF312}" dt="2021-04-15T20:40:20.829" v="138" actId="313"/>
        <pc:sldMkLst>
          <pc:docMk/>
          <pc:sldMk cId="405062400" sldId="2146848105"/>
        </pc:sldMkLst>
        <pc:spChg chg="del">
          <ac:chgData name="Bono, Vanessa A." userId="3bfb42e8-227f-417c-8a7f-d1dc27979169" providerId="ADAL" clId="{819049A0-E45B-451D-9C54-D68F1D4CF312}" dt="2021-04-15T20:21:25.003" v="44" actId="478"/>
          <ac:spMkLst>
            <pc:docMk/>
            <pc:sldMk cId="405062400" sldId="2146848105"/>
            <ac:spMk id="2" creationId="{47BED51C-4355-414A-BA6A-0DB725B21943}"/>
          </ac:spMkLst>
        </pc:spChg>
      </pc:sldChg>
      <pc:sldChg chg="modNotesTx">
        <pc:chgData name="Bono, Vanessa A." userId="3bfb42e8-227f-417c-8a7f-d1dc27979169" providerId="ADAL" clId="{819049A0-E45B-451D-9C54-D68F1D4CF312}" dt="2021-04-15T20:40:21.569" v="139" actId="313"/>
        <pc:sldMkLst>
          <pc:docMk/>
          <pc:sldMk cId="2375665536" sldId="2146848106"/>
        </pc:sldMkLst>
      </pc:sldChg>
      <pc:sldChg chg="del modNotesTx">
        <pc:chgData name="Bono, Vanessa A." userId="3bfb42e8-227f-417c-8a7f-d1dc27979169" providerId="ADAL" clId="{819049A0-E45B-451D-9C54-D68F1D4CF312}" dt="2021-04-16T17:33:06.344" v="1787" actId="47"/>
        <pc:sldMkLst>
          <pc:docMk/>
          <pc:sldMk cId="1775623668" sldId="2146848107"/>
        </pc:sldMkLst>
      </pc:sldChg>
      <pc:sldChg chg="addCm modCm modNotesTx">
        <pc:chgData name="Bono, Vanessa A." userId="3bfb42e8-227f-417c-8a7f-d1dc27979169" providerId="ADAL" clId="{819049A0-E45B-451D-9C54-D68F1D4CF312}" dt="2021-04-15T20:40:23.014" v="141" actId="313"/>
        <pc:sldMkLst>
          <pc:docMk/>
          <pc:sldMk cId="2023408038" sldId="2146848108"/>
        </pc:sldMkLst>
      </pc:sldChg>
      <pc:sldChg chg="modNotesTx">
        <pc:chgData name="Bono, Vanessa A." userId="3bfb42e8-227f-417c-8a7f-d1dc27979169" providerId="ADAL" clId="{819049A0-E45B-451D-9C54-D68F1D4CF312}" dt="2021-04-15T20:40:52.037" v="164" actId="20577"/>
        <pc:sldMkLst>
          <pc:docMk/>
          <pc:sldMk cId="2551928445" sldId="2146848109"/>
        </pc:sldMkLst>
      </pc:sldChg>
      <pc:sldChg chg="del">
        <pc:chgData name="Bono, Vanessa A." userId="3bfb42e8-227f-417c-8a7f-d1dc27979169" providerId="ADAL" clId="{819049A0-E45B-451D-9C54-D68F1D4CF312}" dt="2021-04-15T20:23:50.680" v="50" actId="47"/>
        <pc:sldMkLst>
          <pc:docMk/>
          <pc:sldMk cId="1727733904" sldId="2146848111"/>
        </pc:sldMkLst>
      </pc:sldChg>
      <pc:sldChg chg="del">
        <pc:chgData name="Bono, Vanessa A." userId="3bfb42e8-227f-417c-8a7f-d1dc27979169" providerId="ADAL" clId="{819049A0-E45B-451D-9C54-D68F1D4CF312}" dt="2021-04-15T20:23:52.151" v="51" actId="47"/>
        <pc:sldMkLst>
          <pc:docMk/>
          <pc:sldMk cId="880263693" sldId="2146848112"/>
        </pc:sldMkLst>
      </pc:sldChg>
      <pc:sldChg chg="del">
        <pc:chgData name="Bono, Vanessa A." userId="3bfb42e8-227f-417c-8a7f-d1dc27979169" providerId="ADAL" clId="{819049A0-E45B-451D-9C54-D68F1D4CF312}" dt="2021-04-15T20:23:52.919" v="52" actId="47"/>
        <pc:sldMkLst>
          <pc:docMk/>
          <pc:sldMk cId="1813497949" sldId="2146848113"/>
        </pc:sldMkLst>
      </pc:sldChg>
      <pc:sldChg chg="del">
        <pc:chgData name="Bono, Vanessa A." userId="3bfb42e8-227f-417c-8a7f-d1dc27979169" providerId="ADAL" clId="{819049A0-E45B-451D-9C54-D68F1D4CF312}" dt="2021-04-15T20:23:53.603" v="53" actId="47"/>
        <pc:sldMkLst>
          <pc:docMk/>
          <pc:sldMk cId="1934246183" sldId="2146848114"/>
        </pc:sldMkLst>
      </pc:sldChg>
      <pc:sldChg chg="del">
        <pc:chgData name="Bono, Vanessa A." userId="3bfb42e8-227f-417c-8a7f-d1dc27979169" providerId="ADAL" clId="{819049A0-E45B-451D-9C54-D68F1D4CF312}" dt="2021-04-15T20:23:54.227" v="54" actId="47"/>
        <pc:sldMkLst>
          <pc:docMk/>
          <pc:sldMk cId="1777660021" sldId="2146848115"/>
        </pc:sldMkLst>
      </pc:sldChg>
      <pc:sldChg chg="del">
        <pc:chgData name="Bono, Vanessa A." userId="3bfb42e8-227f-417c-8a7f-d1dc27979169" providerId="ADAL" clId="{819049A0-E45B-451D-9C54-D68F1D4CF312}" dt="2021-04-15T20:23:54.858" v="55" actId="47"/>
        <pc:sldMkLst>
          <pc:docMk/>
          <pc:sldMk cId="4268051218" sldId="2146848116"/>
        </pc:sldMkLst>
      </pc:sldChg>
      <pc:sldChg chg="del">
        <pc:chgData name="Bono, Vanessa A." userId="3bfb42e8-227f-417c-8a7f-d1dc27979169" providerId="ADAL" clId="{819049A0-E45B-451D-9C54-D68F1D4CF312}" dt="2021-04-15T20:23:55.457" v="56" actId="47"/>
        <pc:sldMkLst>
          <pc:docMk/>
          <pc:sldMk cId="3107310230" sldId="2146848117"/>
        </pc:sldMkLst>
      </pc:sldChg>
      <pc:sldChg chg="del">
        <pc:chgData name="Bono, Vanessa A." userId="3bfb42e8-227f-417c-8a7f-d1dc27979169" providerId="ADAL" clId="{819049A0-E45B-451D-9C54-D68F1D4CF312}" dt="2021-04-15T20:23:56.700" v="57" actId="47"/>
        <pc:sldMkLst>
          <pc:docMk/>
          <pc:sldMk cId="997845639" sldId="2146848118"/>
        </pc:sldMkLst>
      </pc:sldChg>
      <pc:sldChg chg="del">
        <pc:chgData name="Bono, Vanessa A." userId="3bfb42e8-227f-417c-8a7f-d1dc27979169" providerId="ADAL" clId="{819049A0-E45B-451D-9C54-D68F1D4CF312}" dt="2021-04-15T20:24:28.435" v="58" actId="47"/>
        <pc:sldMkLst>
          <pc:docMk/>
          <pc:sldMk cId="2141603944" sldId="2146848119"/>
        </pc:sldMkLst>
      </pc:sldChg>
      <pc:sldChg chg="del">
        <pc:chgData name="Bono, Vanessa A." userId="3bfb42e8-227f-417c-8a7f-d1dc27979169" providerId="ADAL" clId="{819049A0-E45B-451D-9C54-D68F1D4CF312}" dt="2021-04-15T20:24:29.164" v="59" actId="47"/>
        <pc:sldMkLst>
          <pc:docMk/>
          <pc:sldMk cId="3472101874" sldId="2146848120"/>
        </pc:sldMkLst>
      </pc:sldChg>
      <pc:sldChg chg="del">
        <pc:chgData name="Bono, Vanessa A." userId="3bfb42e8-227f-417c-8a7f-d1dc27979169" providerId="ADAL" clId="{819049A0-E45B-451D-9C54-D68F1D4CF312}" dt="2021-04-15T20:24:29.927" v="60" actId="47"/>
        <pc:sldMkLst>
          <pc:docMk/>
          <pc:sldMk cId="3071186724" sldId="2146848121"/>
        </pc:sldMkLst>
      </pc:sldChg>
      <pc:sldChg chg="del">
        <pc:chgData name="Bono, Vanessa A." userId="3bfb42e8-227f-417c-8a7f-d1dc27979169" providerId="ADAL" clId="{819049A0-E45B-451D-9C54-D68F1D4CF312}" dt="2021-04-15T20:24:30.617" v="61" actId="47"/>
        <pc:sldMkLst>
          <pc:docMk/>
          <pc:sldMk cId="1382408786" sldId="2146848122"/>
        </pc:sldMkLst>
      </pc:sldChg>
      <pc:sldChg chg="del">
        <pc:chgData name="Bono, Vanessa A." userId="3bfb42e8-227f-417c-8a7f-d1dc27979169" providerId="ADAL" clId="{819049A0-E45B-451D-9C54-D68F1D4CF312}" dt="2021-04-15T20:24:31.647" v="62" actId="47"/>
        <pc:sldMkLst>
          <pc:docMk/>
          <pc:sldMk cId="1005543773" sldId="2146848123"/>
        </pc:sldMkLst>
      </pc:sldChg>
      <pc:sldChg chg="del">
        <pc:chgData name="Bono, Vanessa A." userId="3bfb42e8-227f-417c-8a7f-d1dc27979169" providerId="ADAL" clId="{819049A0-E45B-451D-9C54-D68F1D4CF312}" dt="2021-04-15T20:24:32.298" v="63" actId="47"/>
        <pc:sldMkLst>
          <pc:docMk/>
          <pc:sldMk cId="1090710943" sldId="2146848124"/>
        </pc:sldMkLst>
      </pc:sldChg>
      <pc:sldChg chg="del">
        <pc:chgData name="Bono, Vanessa A." userId="3bfb42e8-227f-417c-8a7f-d1dc27979169" providerId="ADAL" clId="{819049A0-E45B-451D-9C54-D68F1D4CF312}" dt="2021-04-15T20:24:32.933" v="64" actId="47"/>
        <pc:sldMkLst>
          <pc:docMk/>
          <pc:sldMk cId="2240667680" sldId="2146848125"/>
        </pc:sldMkLst>
      </pc:sldChg>
      <pc:sldChg chg="del">
        <pc:chgData name="Bono, Vanessa A." userId="3bfb42e8-227f-417c-8a7f-d1dc27979169" providerId="ADAL" clId="{819049A0-E45B-451D-9C54-D68F1D4CF312}" dt="2021-04-15T20:24:33.603" v="65" actId="47"/>
        <pc:sldMkLst>
          <pc:docMk/>
          <pc:sldMk cId="173810927" sldId="2146848126"/>
        </pc:sldMkLst>
      </pc:sldChg>
      <pc:sldChg chg="del">
        <pc:chgData name="Bono, Vanessa A." userId="3bfb42e8-227f-417c-8a7f-d1dc27979169" providerId="ADAL" clId="{819049A0-E45B-451D-9C54-D68F1D4CF312}" dt="2021-04-15T20:24:34.232" v="66" actId="47"/>
        <pc:sldMkLst>
          <pc:docMk/>
          <pc:sldMk cId="2291288221" sldId="2146848127"/>
        </pc:sldMkLst>
      </pc:sldChg>
      <pc:sldChg chg="del">
        <pc:chgData name="Bono, Vanessa A." userId="3bfb42e8-227f-417c-8a7f-d1dc27979169" providerId="ADAL" clId="{819049A0-E45B-451D-9C54-D68F1D4CF312}" dt="2021-04-15T20:24:34.881" v="67" actId="47"/>
        <pc:sldMkLst>
          <pc:docMk/>
          <pc:sldMk cId="3908392350" sldId="2146848128"/>
        </pc:sldMkLst>
      </pc:sldChg>
      <pc:sldChg chg="del">
        <pc:chgData name="Bono, Vanessa A." userId="3bfb42e8-227f-417c-8a7f-d1dc27979169" providerId="ADAL" clId="{819049A0-E45B-451D-9C54-D68F1D4CF312}" dt="2021-04-15T20:24:35.509" v="68" actId="47"/>
        <pc:sldMkLst>
          <pc:docMk/>
          <pc:sldMk cId="2661023269" sldId="2146848129"/>
        </pc:sldMkLst>
      </pc:sldChg>
      <pc:sldChg chg="del">
        <pc:chgData name="Bono, Vanessa A." userId="3bfb42e8-227f-417c-8a7f-d1dc27979169" providerId="ADAL" clId="{819049A0-E45B-451D-9C54-D68F1D4CF312}" dt="2021-04-15T20:24:36.103" v="69" actId="47"/>
        <pc:sldMkLst>
          <pc:docMk/>
          <pc:sldMk cId="2271176017" sldId="2146848130"/>
        </pc:sldMkLst>
      </pc:sldChg>
      <pc:sldChg chg="del">
        <pc:chgData name="Bono, Vanessa A." userId="3bfb42e8-227f-417c-8a7f-d1dc27979169" providerId="ADAL" clId="{819049A0-E45B-451D-9C54-D68F1D4CF312}" dt="2021-04-15T20:24:36.714" v="70" actId="47"/>
        <pc:sldMkLst>
          <pc:docMk/>
          <pc:sldMk cId="524338292" sldId="2146848131"/>
        </pc:sldMkLst>
      </pc:sldChg>
      <pc:sldChg chg="del">
        <pc:chgData name="Bono, Vanessa A." userId="3bfb42e8-227f-417c-8a7f-d1dc27979169" providerId="ADAL" clId="{819049A0-E45B-451D-9C54-D68F1D4CF312}" dt="2021-04-15T20:24:37.352" v="71" actId="47"/>
        <pc:sldMkLst>
          <pc:docMk/>
          <pc:sldMk cId="3861947396" sldId="2146848132"/>
        </pc:sldMkLst>
      </pc:sldChg>
      <pc:sldChg chg="del">
        <pc:chgData name="Bono, Vanessa A." userId="3bfb42e8-227f-417c-8a7f-d1dc27979169" providerId="ADAL" clId="{819049A0-E45B-451D-9C54-D68F1D4CF312}" dt="2021-04-15T20:24:37.888" v="72" actId="47"/>
        <pc:sldMkLst>
          <pc:docMk/>
          <pc:sldMk cId="76454619" sldId="2146848133"/>
        </pc:sldMkLst>
      </pc:sldChg>
      <pc:sldChg chg="del">
        <pc:chgData name="Bono, Vanessa A." userId="3bfb42e8-227f-417c-8a7f-d1dc27979169" providerId="ADAL" clId="{819049A0-E45B-451D-9C54-D68F1D4CF312}" dt="2021-04-15T20:24:38.492" v="73" actId="47"/>
        <pc:sldMkLst>
          <pc:docMk/>
          <pc:sldMk cId="2442135242" sldId="2146848134"/>
        </pc:sldMkLst>
      </pc:sldChg>
      <pc:sldChg chg="del">
        <pc:chgData name="Bono, Vanessa A." userId="3bfb42e8-227f-417c-8a7f-d1dc27979169" providerId="ADAL" clId="{819049A0-E45B-451D-9C54-D68F1D4CF312}" dt="2021-04-15T20:24:39.037" v="74" actId="47"/>
        <pc:sldMkLst>
          <pc:docMk/>
          <pc:sldMk cId="2911062948" sldId="2146848135"/>
        </pc:sldMkLst>
      </pc:sldChg>
      <pc:sldChg chg="del">
        <pc:chgData name="Bono, Vanessa A." userId="3bfb42e8-227f-417c-8a7f-d1dc27979169" providerId="ADAL" clId="{819049A0-E45B-451D-9C54-D68F1D4CF312}" dt="2021-04-15T20:24:39.678" v="75" actId="47"/>
        <pc:sldMkLst>
          <pc:docMk/>
          <pc:sldMk cId="3854983785" sldId="2146848136"/>
        </pc:sldMkLst>
      </pc:sldChg>
      <pc:sldChg chg="del">
        <pc:chgData name="Bono, Vanessa A." userId="3bfb42e8-227f-417c-8a7f-d1dc27979169" providerId="ADAL" clId="{819049A0-E45B-451D-9C54-D68F1D4CF312}" dt="2021-04-15T20:24:40.280" v="76" actId="47"/>
        <pc:sldMkLst>
          <pc:docMk/>
          <pc:sldMk cId="2270402301" sldId="2146848137"/>
        </pc:sldMkLst>
      </pc:sldChg>
      <pc:sldChg chg="del">
        <pc:chgData name="Bono, Vanessa A." userId="3bfb42e8-227f-417c-8a7f-d1dc27979169" providerId="ADAL" clId="{819049A0-E45B-451D-9C54-D68F1D4CF312}" dt="2021-04-15T20:24:40.864" v="77" actId="47"/>
        <pc:sldMkLst>
          <pc:docMk/>
          <pc:sldMk cId="916088593" sldId="2146848138"/>
        </pc:sldMkLst>
      </pc:sldChg>
      <pc:sldChg chg="del">
        <pc:chgData name="Bono, Vanessa A." userId="3bfb42e8-227f-417c-8a7f-d1dc27979169" providerId="ADAL" clId="{819049A0-E45B-451D-9C54-D68F1D4CF312}" dt="2021-04-15T20:24:41.501" v="78" actId="47"/>
        <pc:sldMkLst>
          <pc:docMk/>
          <pc:sldMk cId="2050516337" sldId="2146848139"/>
        </pc:sldMkLst>
      </pc:sldChg>
      <pc:sldChg chg="del">
        <pc:chgData name="Bono, Vanessa A." userId="3bfb42e8-227f-417c-8a7f-d1dc27979169" providerId="ADAL" clId="{819049A0-E45B-451D-9C54-D68F1D4CF312}" dt="2021-04-15T20:24:42.143" v="79" actId="47"/>
        <pc:sldMkLst>
          <pc:docMk/>
          <pc:sldMk cId="3552369753" sldId="2146848140"/>
        </pc:sldMkLst>
      </pc:sldChg>
      <pc:sldChg chg="del">
        <pc:chgData name="Bono, Vanessa A." userId="3bfb42e8-227f-417c-8a7f-d1dc27979169" providerId="ADAL" clId="{819049A0-E45B-451D-9C54-D68F1D4CF312}" dt="2021-04-15T20:24:42.831" v="80" actId="47"/>
        <pc:sldMkLst>
          <pc:docMk/>
          <pc:sldMk cId="3153294439" sldId="2146848141"/>
        </pc:sldMkLst>
      </pc:sldChg>
      <pc:sldChg chg="del">
        <pc:chgData name="Bono, Vanessa A." userId="3bfb42e8-227f-417c-8a7f-d1dc27979169" providerId="ADAL" clId="{819049A0-E45B-451D-9C54-D68F1D4CF312}" dt="2021-04-15T20:24:43.734" v="81" actId="47"/>
        <pc:sldMkLst>
          <pc:docMk/>
          <pc:sldMk cId="2312357341" sldId="2146848142"/>
        </pc:sldMkLst>
      </pc:sldChg>
      <pc:sldChg chg="del">
        <pc:chgData name="Bono, Vanessa A." userId="3bfb42e8-227f-417c-8a7f-d1dc27979169" providerId="ADAL" clId="{819049A0-E45B-451D-9C54-D68F1D4CF312}" dt="2021-04-15T20:24:44.351" v="82" actId="47"/>
        <pc:sldMkLst>
          <pc:docMk/>
          <pc:sldMk cId="2833552387" sldId="2146848143"/>
        </pc:sldMkLst>
      </pc:sldChg>
      <pc:sldChg chg="del">
        <pc:chgData name="Bono, Vanessa A." userId="3bfb42e8-227f-417c-8a7f-d1dc27979169" providerId="ADAL" clId="{819049A0-E45B-451D-9C54-D68F1D4CF312}" dt="2021-04-15T20:24:45.517" v="83" actId="47"/>
        <pc:sldMkLst>
          <pc:docMk/>
          <pc:sldMk cId="2203137780" sldId="2146848144"/>
        </pc:sldMkLst>
      </pc:sldChg>
      <pc:sldChg chg="del">
        <pc:chgData name="Bono, Vanessa A." userId="3bfb42e8-227f-417c-8a7f-d1dc27979169" providerId="ADAL" clId="{819049A0-E45B-451D-9C54-D68F1D4CF312}" dt="2021-04-15T20:24:47.155" v="84" actId="47"/>
        <pc:sldMkLst>
          <pc:docMk/>
          <pc:sldMk cId="4092349712" sldId="2146848145"/>
        </pc:sldMkLst>
      </pc:sldChg>
      <pc:sldChg chg="del">
        <pc:chgData name="Bono, Vanessa A." userId="3bfb42e8-227f-417c-8a7f-d1dc27979169" providerId="ADAL" clId="{819049A0-E45B-451D-9C54-D68F1D4CF312}" dt="2021-04-15T20:24:48.907" v="85" actId="47"/>
        <pc:sldMkLst>
          <pc:docMk/>
          <pc:sldMk cId="328354610" sldId="2146848146"/>
        </pc:sldMkLst>
      </pc:sldChg>
      <pc:sldChg chg="del">
        <pc:chgData name="Bono, Vanessa A." userId="3bfb42e8-227f-417c-8a7f-d1dc27979169" providerId="ADAL" clId="{819049A0-E45B-451D-9C54-D68F1D4CF312}" dt="2021-04-15T20:24:50.030" v="86" actId="47"/>
        <pc:sldMkLst>
          <pc:docMk/>
          <pc:sldMk cId="1599085730" sldId="2146848147"/>
        </pc:sldMkLst>
      </pc:sldChg>
      <pc:sldChg chg="del">
        <pc:chgData name="Bono, Vanessa A." userId="3bfb42e8-227f-417c-8a7f-d1dc27979169" providerId="ADAL" clId="{819049A0-E45B-451D-9C54-D68F1D4CF312}" dt="2021-04-15T20:24:50.943" v="87" actId="47"/>
        <pc:sldMkLst>
          <pc:docMk/>
          <pc:sldMk cId="766623171" sldId="2146848148"/>
        </pc:sldMkLst>
      </pc:sldChg>
      <pc:sldChg chg="del">
        <pc:chgData name="Bono, Vanessa A." userId="3bfb42e8-227f-417c-8a7f-d1dc27979169" providerId="ADAL" clId="{819049A0-E45B-451D-9C54-D68F1D4CF312}" dt="2021-04-15T20:24:52.085" v="88" actId="47"/>
        <pc:sldMkLst>
          <pc:docMk/>
          <pc:sldMk cId="3561521936" sldId="2146848149"/>
        </pc:sldMkLst>
      </pc:sldChg>
      <pc:sldChg chg="del">
        <pc:chgData name="Bono, Vanessa A." userId="3bfb42e8-227f-417c-8a7f-d1dc27979169" providerId="ADAL" clId="{819049A0-E45B-451D-9C54-D68F1D4CF312}" dt="2021-04-15T20:24:53.915" v="89" actId="47"/>
        <pc:sldMkLst>
          <pc:docMk/>
          <pc:sldMk cId="1197919154" sldId="2146848150"/>
        </pc:sldMkLst>
      </pc:sldChg>
      <pc:sldChg chg="del">
        <pc:chgData name="Bono, Vanessa A." userId="3bfb42e8-227f-417c-8a7f-d1dc27979169" providerId="ADAL" clId="{819049A0-E45B-451D-9C54-D68F1D4CF312}" dt="2021-04-15T20:24:55.215" v="90" actId="47"/>
        <pc:sldMkLst>
          <pc:docMk/>
          <pc:sldMk cId="2375665536" sldId="2146848151"/>
        </pc:sldMkLst>
      </pc:sldChg>
      <pc:sldChg chg="del">
        <pc:chgData name="Bono, Vanessa A." userId="3bfb42e8-227f-417c-8a7f-d1dc27979169" providerId="ADAL" clId="{819049A0-E45B-451D-9C54-D68F1D4CF312}" dt="2021-04-15T20:24:56.189" v="91" actId="47"/>
        <pc:sldMkLst>
          <pc:docMk/>
          <pc:sldMk cId="1775623668" sldId="2146848152"/>
        </pc:sldMkLst>
      </pc:sldChg>
      <pc:sldChg chg="del">
        <pc:chgData name="Bono, Vanessa A." userId="3bfb42e8-227f-417c-8a7f-d1dc27979169" providerId="ADAL" clId="{819049A0-E45B-451D-9C54-D68F1D4CF312}" dt="2021-04-15T20:24:57.037" v="92" actId="47"/>
        <pc:sldMkLst>
          <pc:docMk/>
          <pc:sldMk cId="2023408038" sldId="2146848153"/>
        </pc:sldMkLst>
      </pc:sldChg>
      <pc:sldChg chg="add">
        <pc:chgData name="Bono, Vanessa A." userId="3bfb42e8-227f-417c-8a7f-d1dc27979169" providerId="ADAL" clId="{819049A0-E45B-451D-9C54-D68F1D4CF312}" dt="2021-04-15T20:36:58.137" v="110"/>
        <pc:sldMkLst>
          <pc:docMk/>
          <pc:sldMk cId="779386768" sldId="2146848155"/>
        </pc:sldMkLst>
      </pc:sldChg>
      <pc:sldChg chg="del ord">
        <pc:chgData name="Bono, Vanessa A." userId="3bfb42e8-227f-417c-8a7f-d1dc27979169" providerId="ADAL" clId="{819049A0-E45B-451D-9C54-D68F1D4CF312}" dt="2021-04-15T20:36:40.169" v="108" actId="2696"/>
        <pc:sldMkLst>
          <pc:docMk/>
          <pc:sldMk cId="2728697256" sldId="2146848155"/>
        </pc:sldMkLst>
      </pc:sldChg>
      <pc:sldChg chg="add">
        <pc:chgData name="Bono, Vanessa A." userId="3bfb42e8-227f-417c-8a7f-d1dc27979169" providerId="ADAL" clId="{819049A0-E45B-451D-9C54-D68F1D4CF312}" dt="2021-04-15T20:36:58.137" v="110"/>
        <pc:sldMkLst>
          <pc:docMk/>
          <pc:sldMk cId="2225391322" sldId="2146848156"/>
        </pc:sldMkLst>
      </pc:sldChg>
      <pc:sldChg chg="del ord">
        <pc:chgData name="Bono, Vanessa A." userId="3bfb42e8-227f-417c-8a7f-d1dc27979169" providerId="ADAL" clId="{819049A0-E45B-451D-9C54-D68F1D4CF312}" dt="2021-04-15T20:36:40.169" v="108" actId="2696"/>
        <pc:sldMkLst>
          <pc:docMk/>
          <pc:sldMk cId="3616319325" sldId="2146848156"/>
        </pc:sldMkLst>
      </pc:sldChg>
      <pc:sldChg chg="del ord">
        <pc:chgData name="Bono, Vanessa A." userId="3bfb42e8-227f-417c-8a7f-d1dc27979169" providerId="ADAL" clId="{819049A0-E45B-451D-9C54-D68F1D4CF312}" dt="2021-04-15T20:36:40.169" v="108" actId="2696"/>
        <pc:sldMkLst>
          <pc:docMk/>
          <pc:sldMk cId="1057911213" sldId="2146848157"/>
        </pc:sldMkLst>
      </pc:sldChg>
      <pc:sldChg chg="add">
        <pc:chgData name="Bono, Vanessa A." userId="3bfb42e8-227f-417c-8a7f-d1dc27979169" providerId="ADAL" clId="{819049A0-E45B-451D-9C54-D68F1D4CF312}" dt="2021-04-15T20:36:58.137" v="110"/>
        <pc:sldMkLst>
          <pc:docMk/>
          <pc:sldMk cId="4170464481" sldId="2146848157"/>
        </pc:sldMkLst>
      </pc:sldChg>
      <pc:sldChg chg="del ord">
        <pc:chgData name="Bono, Vanessa A." userId="3bfb42e8-227f-417c-8a7f-d1dc27979169" providerId="ADAL" clId="{819049A0-E45B-451D-9C54-D68F1D4CF312}" dt="2021-04-15T20:36:40.169" v="108" actId="2696"/>
        <pc:sldMkLst>
          <pc:docMk/>
          <pc:sldMk cId="2293172983" sldId="2146848158"/>
        </pc:sldMkLst>
      </pc:sldChg>
      <pc:sldChg chg="add modNotesTx">
        <pc:chgData name="Bono, Vanessa A." userId="3bfb42e8-227f-417c-8a7f-d1dc27979169" providerId="ADAL" clId="{819049A0-E45B-451D-9C54-D68F1D4CF312}" dt="2021-04-15T20:40:27.025" v="142" actId="313"/>
        <pc:sldMkLst>
          <pc:docMk/>
          <pc:sldMk cId="2782034596" sldId="2146848158"/>
        </pc:sldMkLst>
      </pc:sldChg>
      <pc:sldChg chg="add setBg modNotesTx">
        <pc:chgData name="Bono, Vanessa A." userId="3bfb42e8-227f-417c-8a7f-d1dc27979169" providerId="ADAL" clId="{819049A0-E45B-451D-9C54-D68F1D4CF312}" dt="2021-04-15T20:40:27.119" v="143" actId="313"/>
        <pc:sldMkLst>
          <pc:docMk/>
          <pc:sldMk cId="2237413547" sldId="2146848159"/>
        </pc:sldMkLst>
      </pc:sldChg>
      <pc:sldChg chg="del ord">
        <pc:chgData name="Bono, Vanessa A." userId="3bfb42e8-227f-417c-8a7f-d1dc27979169" providerId="ADAL" clId="{819049A0-E45B-451D-9C54-D68F1D4CF312}" dt="2021-04-15T20:36:40.169" v="108" actId="2696"/>
        <pc:sldMkLst>
          <pc:docMk/>
          <pc:sldMk cId="3632673753" sldId="2146848159"/>
        </pc:sldMkLst>
      </pc:sldChg>
      <pc:sldChg chg="add modNotesTx">
        <pc:chgData name="Bono, Vanessa A." userId="3bfb42e8-227f-417c-8a7f-d1dc27979169" providerId="ADAL" clId="{819049A0-E45B-451D-9C54-D68F1D4CF312}" dt="2021-04-15T20:40:28.628" v="144" actId="313"/>
        <pc:sldMkLst>
          <pc:docMk/>
          <pc:sldMk cId="3562295947" sldId="2146848160"/>
        </pc:sldMkLst>
      </pc:sldChg>
      <pc:sldChg chg="del ord">
        <pc:chgData name="Bono, Vanessa A." userId="3bfb42e8-227f-417c-8a7f-d1dc27979169" providerId="ADAL" clId="{819049A0-E45B-451D-9C54-D68F1D4CF312}" dt="2021-04-15T20:36:40.169" v="108" actId="2696"/>
        <pc:sldMkLst>
          <pc:docMk/>
          <pc:sldMk cId="3590094847" sldId="2146848160"/>
        </pc:sldMkLst>
      </pc:sldChg>
      <pc:sldChg chg="del ord">
        <pc:chgData name="Bono, Vanessa A." userId="3bfb42e8-227f-417c-8a7f-d1dc27979169" providerId="ADAL" clId="{819049A0-E45B-451D-9C54-D68F1D4CF312}" dt="2021-04-15T20:36:40.169" v="108" actId="2696"/>
        <pc:sldMkLst>
          <pc:docMk/>
          <pc:sldMk cId="684596515" sldId="2146848161"/>
        </pc:sldMkLst>
      </pc:sldChg>
      <pc:sldChg chg="add setBg modNotesTx">
        <pc:chgData name="Bono, Vanessa A." userId="3bfb42e8-227f-417c-8a7f-d1dc27979169" providerId="ADAL" clId="{819049A0-E45B-451D-9C54-D68F1D4CF312}" dt="2021-04-15T20:40:29.590" v="145" actId="313"/>
        <pc:sldMkLst>
          <pc:docMk/>
          <pc:sldMk cId="1798871653" sldId="2146848161"/>
        </pc:sldMkLst>
      </pc:sldChg>
      <pc:sldChg chg="add setBg modNotesTx">
        <pc:chgData name="Bono, Vanessa A." userId="3bfb42e8-227f-417c-8a7f-d1dc27979169" providerId="ADAL" clId="{819049A0-E45B-451D-9C54-D68F1D4CF312}" dt="2021-04-15T20:40:30.637" v="146" actId="313"/>
        <pc:sldMkLst>
          <pc:docMk/>
          <pc:sldMk cId="269263222" sldId="2146848162"/>
        </pc:sldMkLst>
      </pc:sldChg>
      <pc:sldChg chg="del ord">
        <pc:chgData name="Bono, Vanessa A." userId="3bfb42e8-227f-417c-8a7f-d1dc27979169" providerId="ADAL" clId="{819049A0-E45B-451D-9C54-D68F1D4CF312}" dt="2021-04-15T20:36:40.169" v="108" actId="2696"/>
        <pc:sldMkLst>
          <pc:docMk/>
          <pc:sldMk cId="404566663" sldId="2146848162"/>
        </pc:sldMkLst>
      </pc:sldChg>
      <pc:sldChg chg="del ord">
        <pc:chgData name="Bono, Vanessa A." userId="3bfb42e8-227f-417c-8a7f-d1dc27979169" providerId="ADAL" clId="{819049A0-E45B-451D-9C54-D68F1D4CF312}" dt="2021-04-15T20:36:40.169" v="108" actId="2696"/>
        <pc:sldMkLst>
          <pc:docMk/>
          <pc:sldMk cId="149671667" sldId="2146848163"/>
        </pc:sldMkLst>
      </pc:sldChg>
      <pc:sldChg chg="add modNotesTx">
        <pc:chgData name="Bono, Vanessa A." userId="3bfb42e8-227f-417c-8a7f-d1dc27979169" providerId="ADAL" clId="{819049A0-E45B-451D-9C54-D68F1D4CF312}" dt="2021-04-15T20:40:31.486" v="147" actId="313"/>
        <pc:sldMkLst>
          <pc:docMk/>
          <pc:sldMk cId="1659126778" sldId="2146848163"/>
        </pc:sldMkLst>
      </pc:sldChg>
      <pc:sldChg chg="modNotesTx">
        <pc:chgData name="Bono, Vanessa A." userId="3bfb42e8-227f-417c-8a7f-d1dc27979169" providerId="ADAL" clId="{819049A0-E45B-451D-9C54-D68F1D4CF312}" dt="2021-04-15T20:40:00.552" v="117" actId="313"/>
        <pc:sldMkLst>
          <pc:docMk/>
          <pc:sldMk cId="2615060857" sldId="2146848188"/>
        </pc:sldMkLst>
      </pc:sldChg>
      <pc:sldChg chg="modSp add mod modNotesTx">
        <pc:chgData name="Bono, Vanessa A." userId="3bfb42e8-227f-417c-8a7f-d1dc27979169" providerId="ADAL" clId="{819049A0-E45B-451D-9C54-D68F1D4CF312}" dt="2021-04-15T20:43:42.593" v="209" actId="255"/>
        <pc:sldMkLst>
          <pc:docMk/>
          <pc:sldMk cId="2984313924" sldId="2146848189"/>
        </pc:sldMkLst>
        <pc:spChg chg="mod">
          <ac:chgData name="Bono, Vanessa A." userId="3bfb42e8-227f-417c-8a7f-d1dc27979169" providerId="ADAL" clId="{819049A0-E45B-451D-9C54-D68F1D4CF312}" dt="2021-04-15T20:43:42.593" v="209" actId="255"/>
          <ac:spMkLst>
            <pc:docMk/>
            <pc:sldMk cId="2984313924" sldId="2146848189"/>
            <ac:spMk id="2" creationId="{95BB14D5-D705-47C3-9713-5916F3F6B71B}"/>
          </ac:spMkLst>
        </pc:spChg>
      </pc:sldChg>
      <pc:sldChg chg="modSp add mod modNotesTx">
        <pc:chgData name="Bono, Vanessa A." userId="3bfb42e8-227f-417c-8a7f-d1dc27979169" providerId="ADAL" clId="{819049A0-E45B-451D-9C54-D68F1D4CF312}" dt="2021-04-16T17:00:38.588" v="1463" actId="20577"/>
        <pc:sldMkLst>
          <pc:docMk/>
          <pc:sldMk cId="2005434096" sldId="2146848190"/>
        </pc:sldMkLst>
        <pc:spChg chg="mod">
          <ac:chgData name="Bono, Vanessa A." userId="3bfb42e8-227f-417c-8a7f-d1dc27979169" providerId="ADAL" clId="{819049A0-E45B-451D-9C54-D68F1D4CF312}" dt="2021-04-15T20:43:24.984" v="201" actId="404"/>
          <ac:spMkLst>
            <pc:docMk/>
            <pc:sldMk cId="2005434096" sldId="2146848190"/>
            <ac:spMk id="2" creationId="{95BB14D5-D705-47C3-9713-5916F3F6B71B}"/>
          </ac:spMkLst>
        </pc:spChg>
      </pc:sldChg>
      <pc:sldChg chg="modSp add mod">
        <pc:chgData name="Bono, Vanessa A." userId="3bfb42e8-227f-417c-8a7f-d1dc27979169" providerId="ADAL" clId="{819049A0-E45B-451D-9C54-D68F1D4CF312}" dt="2021-04-15T20:44:34.102" v="246" actId="20577"/>
        <pc:sldMkLst>
          <pc:docMk/>
          <pc:sldMk cId="2292783361" sldId="2146848191"/>
        </pc:sldMkLst>
        <pc:spChg chg="mod">
          <ac:chgData name="Bono, Vanessa A." userId="3bfb42e8-227f-417c-8a7f-d1dc27979169" providerId="ADAL" clId="{819049A0-E45B-451D-9C54-D68F1D4CF312}" dt="2021-04-15T20:44:34.102" v="246" actId="20577"/>
          <ac:spMkLst>
            <pc:docMk/>
            <pc:sldMk cId="2292783361" sldId="2146848191"/>
            <ac:spMk id="2" creationId="{95BB14D5-D705-47C3-9713-5916F3F6B71B}"/>
          </ac:spMkLst>
        </pc:spChg>
      </pc:sldChg>
      <pc:sldChg chg="delSp mod modNotesTx">
        <pc:chgData name="Bono, Vanessa A." userId="3bfb42e8-227f-417c-8a7f-d1dc27979169" providerId="ADAL" clId="{819049A0-E45B-451D-9C54-D68F1D4CF312}" dt="2021-04-16T16:48:19.811" v="1406" actId="20577"/>
        <pc:sldMkLst>
          <pc:docMk/>
          <pc:sldMk cId="579649232" sldId="2146848197"/>
        </pc:sldMkLst>
        <pc:spChg chg="del">
          <ac:chgData name="Bono, Vanessa A." userId="3bfb42e8-227f-417c-8a7f-d1dc27979169" providerId="ADAL" clId="{819049A0-E45B-451D-9C54-D68F1D4CF312}" dt="2021-04-16T16:44:20.390" v="1059" actId="478"/>
          <ac:spMkLst>
            <pc:docMk/>
            <pc:sldMk cId="579649232" sldId="2146848197"/>
            <ac:spMk id="2" creationId="{2C6605F6-1845-4339-AC9C-8083D7798728}"/>
          </ac:spMkLst>
        </pc:spChg>
      </pc:sldChg>
      <pc:sldChg chg="add del">
        <pc:chgData name="Bono, Vanessa A." userId="3bfb42e8-227f-417c-8a7f-d1dc27979169" providerId="ADAL" clId="{819049A0-E45B-451D-9C54-D68F1D4CF312}" dt="2021-04-16T16:48:31.578" v="1407" actId="47"/>
        <pc:sldMkLst>
          <pc:docMk/>
          <pc:sldMk cId="4285398184" sldId="2146848198"/>
        </pc:sldMkLst>
      </pc:sldChg>
      <pc:sldChg chg="modSp add del mod">
        <pc:chgData name="Bono, Vanessa A." userId="3bfb42e8-227f-417c-8a7f-d1dc27979169" providerId="ADAL" clId="{819049A0-E45B-451D-9C54-D68F1D4CF312}" dt="2021-04-16T16:49:04.746" v="1411" actId="47"/>
        <pc:sldMkLst>
          <pc:docMk/>
          <pc:sldMk cId="1837584375" sldId="2146848199"/>
        </pc:sldMkLst>
        <pc:spChg chg="mod">
          <ac:chgData name="Bono, Vanessa A." userId="3bfb42e8-227f-417c-8a7f-d1dc27979169" providerId="ADAL" clId="{819049A0-E45B-451D-9C54-D68F1D4CF312}" dt="2021-04-16T16:48:46.047" v="1408" actId="6549"/>
          <ac:spMkLst>
            <pc:docMk/>
            <pc:sldMk cId="1837584375" sldId="2146848199"/>
            <ac:spMk id="13" creationId="{DB16B56F-6BF5-46D8-851D-BC4040E548E4}"/>
          </ac:spMkLst>
        </pc:spChg>
      </pc:sldChg>
      <pc:sldChg chg="add ord delCm modNotesTx">
        <pc:chgData name="Bono, Vanessa A." userId="3bfb42e8-227f-417c-8a7f-d1dc27979169" providerId="ADAL" clId="{819049A0-E45B-451D-9C54-D68F1D4CF312}" dt="2021-04-16T16:29:31.805" v="311"/>
        <pc:sldMkLst>
          <pc:docMk/>
          <pc:sldMk cId="2285722167" sldId="2146848210"/>
        </pc:sldMkLst>
      </pc:sldChg>
      <pc:sldChg chg="addSp modSp new mod">
        <pc:chgData name="Bono, Vanessa A." userId="3bfb42e8-227f-417c-8a7f-d1dc27979169" providerId="ADAL" clId="{819049A0-E45B-451D-9C54-D68F1D4CF312}" dt="2021-04-16T17:28:19.382" v="1706" actId="20577"/>
        <pc:sldMkLst>
          <pc:docMk/>
          <pc:sldMk cId="2819173588" sldId="2146848211"/>
        </pc:sldMkLst>
        <pc:spChg chg="add mod">
          <ac:chgData name="Bono, Vanessa A." userId="3bfb42e8-227f-417c-8a7f-d1dc27979169" providerId="ADAL" clId="{819049A0-E45B-451D-9C54-D68F1D4CF312}" dt="2021-04-16T17:26:44.156" v="1600"/>
          <ac:spMkLst>
            <pc:docMk/>
            <pc:sldMk cId="2819173588" sldId="2146848211"/>
            <ac:spMk id="2" creationId="{B7FA6A5A-6BFD-4688-BD0F-61E7930652A8}"/>
          </ac:spMkLst>
        </pc:spChg>
        <pc:spChg chg="add mod">
          <ac:chgData name="Bono, Vanessa A." userId="3bfb42e8-227f-417c-8a7f-d1dc27979169" providerId="ADAL" clId="{819049A0-E45B-451D-9C54-D68F1D4CF312}" dt="2021-04-16T17:28:19.382" v="1706" actId="20577"/>
          <ac:spMkLst>
            <pc:docMk/>
            <pc:sldMk cId="2819173588" sldId="2146848211"/>
            <ac:spMk id="3" creationId="{94E58CA9-7D32-439D-B465-271A1C04D810}"/>
          </ac:spMkLst>
        </pc:spChg>
      </pc:sldChg>
      <pc:sldChg chg="modSp new mod">
        <pc:chgData name="Bono, Vanessa A." userId="3bfb42e8-227f-417c-8a7f-d1dc27979169" providerId="ADAL" clId="{819049A0-E45B-451D-9C54-D68F1D4CF312}" dt="2021-04-16T17:28:37.391" v="1765" actId="20577"/>
        <pc:sldMkLst>
          <pc:docMk/>
          <pc:sldMk cId="2064301876" sldId="2146848212"/>
        </pc:sldMkLst>
        <pc:spChg chg="mod">
          <ac:chgData name="Bono, Vanessa A." userId="3bfb42e8-227f-417c-8a7f-d1dc27979169" providerId="ADAL" clId="{819049A0-E45B-451D-9C54-D68F1D4CF312}" dt="2021-04-16T17:28:37.391" v="1765" actId="20577"/>
          <ac:spMkLst>
            <pc:docMk/>
            <pc:sldMk cId="2064301876" sldId="2146848212"/>
            <ac:spMk id="2" creationId="{44EB84F6-07F1-4BEA-B1C2-1EBDA2F11A08}"/>
          </ac:spMkLst>
        </pc:spChg>
        <pc:spChg chg="mod">
          <ac:chgData name="Bono, Vanessa A." userId="3bfb42e8-227f-417c-8a7f-d1dc27979169" providerId="ADAL" clId="{819049A0-E45B-451D-9C54-D68F1D4CF312}" dt="2021-04-16T17:28:27.551" v="1716" actId="20577"/>
          <ac:spMkLst>
            <pc:docMk/>
            <pc:sldMk cId="2064301876" sldId="2146848212"/>
            <ac:spMk id="4" creationId="{DDE54EDB-251D-48C1-B40F-0C90B366E9E6}"/>
          </ac:spMkLst>
        </pc:spChg>
      </pc:sldChg>
      <pc:sldChg chg="addSp delSp modSp new mod">
        <pc:chgData name="Bono, Vanessa A." userId="3bfb42e8-227f-417c-8a7f-d1dc27979169" providerId="ADAL" clId="{819049A0-E45B-451D-9C54-D68F1D4CF312}" dt="2021-04-16T17:32:01.349" v="1786" actId="20577"/>
        <pc:sldMkLst>
          <pc:docMk/>
          <pc:sldMk cId="3255810133" sldId="2146848213"/>
        </pc:sldMkLst>
        <pc:spChg chg="del">
          <ac:chgData name="Bono, Vanessa A." userId="3bfb42e8-227f-417c-8a7f-d1dc27979169" providerId="ADAL" clId="{819049A0-E45B-451D-9C54-D68F1D4CF312}" dt="2021-04-16T17:31:56.635" v="1767"/>
          <ac:spMkLst>
            <pc:docMk/>
            <pc:sldMk cId="3255810133" sldId="2146848213"/>
            <ac:spMk id="2" creationId="{EA11FAB5-D24D-4FDE-8B05-597B1B7CDB45}"/>
          </ac:spMkLst>
        </pc:spChg>
        <pc:spChg chg="del">
          <ac:chgData name="Bono, Vanessa A." userId="3bfb42e8-227f-417c-8a7f-d1dc27979169" providerId="ADAL" clId="{819049A0-E45B-451D-9C54-D68F1D4CF312}" dt="2021-04-16T17:31:56.635" v="1767"/>
          <ac:spMkLst>
            <pc:docMk/>
            <pc:sldMk cId="3255810133" sldId="2146848213"/>
            <ac:spMk id="3" creationId="{BE169245-2235-4F42-81FD-1C3670476967}"/>
          </ac:spMkLst>
        </pc:spChg>
        <pc:spChg chg="del">
          <ac:chgData name="Bono, Vanessa A." userId="3bfb42e8-227f-417c-8a7f-d1dc27979169" providerId="ADAL" clId="{819049A0-E45B-451D-9C54-D68F1D4CF312}" dt="2021-04-16T17:31:56.635" v="1767"/>
          <ac:spMkLst>
            <pc:docMk/>
            <pc:sldMk cId="3255810133" sldId="2146848213"/>
            <ac:spMk id="4" creationId="{A0E7B5D7-81DA-4965-8815-5C4D448DFFF5}"/>
          </ac:spMkLst>
        </pc:spChg>
        <pc:spChg chg="add mod">
          <ac:chgData name="Bono, Vanessa A." userId="3bfb42e8-227f-417c-8a7f-d1dc27979169" providerId="ADAL" clId="{819049A0-E45B-451D-9C54-D68F1D4CF312}" dt="2021-04-16T17:32:01.349" v="1786" actId="20577"/>
          <ac:spMkLst>
            <pc:docMk/>
            <pc:sldMk cId="3255810133" sldId="2146848213"/>
            <ac:spMk id="5" creationId="{26386111-7D5D-4C18-9542-B842CD5DA9E0}"/>
          </ac:spMkLst>
        </pc:spChg>
        <pc:spChg chg="add mod">
          <ac:chgData name="Bono, Vanessa A." userId="3bfb42e8-227f-417c-8a7f-d1dc27979169" providerId="ADAL" clId="{819049A0-E45B-451D-9C54-D68F1D4CF312}" dt="2021-04-16T17:31:56.635" v="1767"/>
          <ac:spMkLst>
            <pc:docMk/>
            <pc:sldMk cId="3255810133" sldId="2146848213"/>
            <ac:spMk id="6" creationId="{9916EB1F-B450-4C40-AAB4-FC75356830B4}"/>
          </ac:spMkLst>
        </pc:spChg>
      </pc:sldChg>
      <pc:sldMasterChg chg="addSldLayout delSldLayout">
        <pc:chgData name="Bono, Vanessa A." userId="3bfb42e8-227f-417c-8a7f-d1dc27979169" providerId="ADAL" clId="{819049A0-E45B-451D-9C54-D68F1D4CF312}" dt="2021-04-16T16:48:31.578" v="1407" actId="47"/>
        <pc:sldMasterMkLst>
          <pc:docMk/>
          <pc:sldMasterMk cId="2700314035" sldId="2147483800"/>
        </pc:sldMasterMkLst>
        <pc:sldLayoutChg chg="add del">
          <pc:chgData name="Bono, Vanessa A." userId="3bfb42e8-227f-417c-8a7f-d1dc27979169" providerId="ADAL" clId="{819049A0-E45B-451D-9C54-D68F1D4CF312}" dt="2021-04-16T16:48:31.578" v="1407" actId="47"/>
          <pc:sldLayoutMkLst>
            <pc:docMk/>
            <pc:sldMasterMk cId="2700314035" sldId="2147483800"/>
            <pc:sldLayoutMk cId="3346080221" sldId="2147483927"/>
          </pc:sldLayoutMkLst>
        </pc:sldLayoutChg>
        <pc:sldLayoutChg chg="del">
          <pc:chgData name="Bono, Vanessa A." userId="3bfb42e8-227f-417c-8a7f-d1dc27979169" providerId="ADAL" clId="{819049A0-E45B-451D-9C54-D68F1D4CF312}" dt="2021-04-15T20:24:56.189" v="91" actId="47"/>
          <pc:sldLayoutMkLst>
            <pc:docMk/>
            <pc:sldMasterMk cId="2700314035" sldId="2147483800"/>
            <pc:sldLayoutMk cId="3927563389" sldId="2147484007"/>
          </pc:sldLayoutMkLst>
        </pc:sldLayoutChg>
      </pc:sldMasterChg>
      <pc:sldMasterChg chg="delSldLayout">
        <pc:chgData name="Bono, Vanessa A." userId="3bfb42e8-227f-417c-8a7f-d1dc27979169" providerId="ADAL" clId="{819049A0-E45B-451D-9C54-D68F1D4CF312}" dt="2021-04-15T20:24:52.085" v="88" actId="47"/>
        <pc:sldMasterMkLst>
          <pc:docMk/>
          <pc:sldMasterMk cId="2944339859" sldId="2147483996"/>
        </pc:sldMasterMkLst>
        <pc:sldLayoutChg chg="del">
          <pc:chgData name="Bono, Vanessa A." userId="3bfb42e8-227f-417c-8a7f-d1dc27979169" providerId="ADAL" clId="{819049A0-E45B-451D-9C54-D68F1D4CF312}" dt="2021-04-15T20:24:45.517" v="83" actId="47"/>
          <pc:sldLayoutMkLst>
            <pc:docMk/>
            <pc:sldMasterMk cId="2944339859" sldId="2147483996"/>
            <pc:sldLayoutMk cId="2274783169" sldId="2147484013"/>
          </pc:sldLayoutMkLst>
        </pc:sldLayoutChg>
        <pc:sldLayoutChg chg="del">
          <pc:chgData name="Bono, Vanessa A." userId="3bfb42e8-227f-417c-8a7f-d1dc27979169" providerId="ADAL" clId="{819049A0-E45B-451D-9C54-D68F1D4CF312}" dt="2021-04-15T20:24:52.085" v="88" actId="47"/>
          <pc:sldLayoutMkLst>
            <pc:docMk/>
            <pc:sldMasterMk cId="2944339859" sldId="2147483996"/>
            <pc:sldLayoutMk cId="3254433810" sldId="2147484014"/>
          </pc:sldLayoutMkLst>
        </pc:sldLayoutChg>
        <pc:sldLayoutChg chg="del">
          <pc:chgData name="Bono, Vanessa A." userId="3bfb42e8-227f-417c-8a7f-d1dc27979169" providerId="ADAL" clId="{819049A0-E45B-451D-9C54-D68F1D4CF312}" dt="2021-04-15T20:24:30.617" v="61" actId="47"/>
          <pc:sldLayoutMkLst>
            <pc:docMk/>
            <pc:sldMasterMk cId="2944339859" sldId="2147483996"/>
            <pc:sldLayoutMk cId="957543205" sldId="2147484015"/>
          </pc:sldLayoutMkLst>
        </pc:sldLayoutChg>
      </pc:sldMasterChg>
      <pc:sldMasterChg chg="del delSldLayout">
        <pc:chgData name="Bono, Vanessa A." userId="3bfb42e8-227f-417c-8a7f-d1dc27979169" providerId="ADAL" clId="{819049A0-E45B-451D-9C54-D68F1D4CF312}" dt="2021-04-15T20:24:57.037" v="92" actId="47"/>
        <pc:sldMasterMkLst>
          <pc:docMk/>
          <pc:sldMasterMk cId="2177942871" sldId="2147484008"/>
        </pc:sldMasterMkLst>
        <pc:sldLayoutChg chg="del">
          <pc:chgData name="Bono, Vanessa A." userId="3bfb42e8-227f-417c-8a7f-d1dc27979169" providerId="ADAL" clId="{819049A0-E45B-451D-9C54-D68F1D4CF312}" dt="2021-04-15T20:24:57.037" v="92" actId="47"/>
          <pc:sldLayoutMkLst>
            <pc:docMk/>
            <pc:sldMasterMk cId="2177942871" sldId="2147484008"/>
            <pc:sldLayoutMk cId="3689740824" sldId="2147484009"/>
          </pc:sldLayoutMkLst>
        </pc:sldLayoutChg>
        <pc:sldLayoutChg chg="del">
          <pc:chgData name="Bono, Vanessa A." userId="3bfb42e8-227f-417c-8a7f-d1dc27979169" providerId="ADAL" clId="{819049A0-E45B-451D-9C54-D68F1D4CF312}" dt="2021-04-15T20:24:57.037" v="92" actId="47"/>
          <pc:sldLayoutMkLst>
            <pc:docMk/>
            <pc:sldMasterMk cId="2177942871" sldId="2147484008"/>
            <pc:sldLayoutMk cId="3922489621" sldId="2147484010"/>
          </pc:sldLayoutMkLst>
        </pc:sldLayoutChg>
        <pc:sldLayoutChg chg="del">
          <pc:chgData name="Bono, Vanessa A." userId="3bfb42e8-227f-417c-8a7f-d1dc27979169" providerId="ADAL" clId="{819049A0-E45B-451D-9C54-D68F1D4CF312}" dt="2021-04-15T20:24:57.037" v="92" actId="47"/>
          <pc:sldLayoutMkLst>
            <pc:docMk/>
            <pc:sldMasterMk cId="2177942871" sldId="2147484008"/>
            <pc:sldLayoutMk cId="3395338672" sldId="2147484011"/>
          </pc:sldLayoutMkLst>
        </pc:sldLayoutChg>
        <pc:sldLayoutChg chg="del">
          <pc:chgData name="Bono, Vanessa A." userId="3bfb42e8-227f-417c-8a7f-d1dc27979169" providerId="ADAL" clId="{819049A0-E45B-451D-9C54-D68F1D4CF312}" dt="2021-04-15T20:24:57.037" v="92" actId="47"/>
          <pc:sldLayoutMkLst>
            <pc:docMk/>
            <pc:sldMasterMk cId="2177942871" sldId="2147484008"/>
            <pc:sldLayoutMk cId="2255365910" sldId="2147484012"/>
          </pc:sldLayoutMkLst>
        </pc:sldLayoutChg>
      </pc:sldMasterChg>
    </pc:docChg>
  </pc:docChgLst>
  <pc:docChgLst>
    <pc:chgData name="Andres, Cathleen E." userId="S::cathleen.e.andres@accenture.com::cee938a1-9172-4267-bb46-c9d267464a72" providerId="AD" clId="Web-{063B02BC-7056-BC38-4003-3998338C5422}"/>
    <pc:docChg chg="delSld modSection">
      <pc:chgData name="Andres, Cathleen E." userId="S::cathleen.e.andres@accenture.com::cee938a1-9172-4267-bb46-c9d267464a72" providerId="AD" clId="Web-{063B02BC-7056-BC38-4003-3998338C5422}" dt="2021-04-16T21:19:47.406" v="3"/>
      <pc:docMkLst>
        <pc:docMk/>
      </pc:docMkLst>
      <pc:sldChg chg="del">
        <pc:chgData name="Andres, Cathleen E." userId="S::cathleen.e.andres@accenture.com::cee938a1-9172-4267-bb46-c9d267464a72" providerId="AD" clId="Web-{063B02BC-7056-BC38-4003-3998338C5422}" dt="2021-04-16T21:19:47.406" v="3"/>
        <pc:sldMkLst>
          <pc:docMk/>
          <pc:sldMk cId="2820513527" sldId="2146848049"/>
        </pc:sldMkLst>
      </pc:sldChg>
      <pc:sldChg chg="addCm">
        <pc:chgData name="Andres, Cathleen E." userId="S::cathleen.e.andres@accenture.com::cee938a1-9172-4267-bb46-c9d267464a72" providerId="AD" clId="Web-{063B02BC-7056-BC38-4003-3998338C5422}" dt="2021-04-16T21:18:24.716" v="1"/>
        <pc:sldMkLst>
          <pc:docMk/>
          <pc:sldMk cId="1877301009" sldId="2146848193"/>
        </pc:sldMkLst>
      </pc:sldChg>
      <pc:sldChg chg="addCm">
        <pc:chgData name="Andres, Cathleen E." userId="S::cathleen.e.andres@accenture.com::cee938a1-9172-4267-bb46-c9d267464a72" providerId="AD" clId="Web-{063B02BC-7056-BC38-4003-3998338C5422}" dt="2021-04-16T21:19:10.030" v="2"/>
        <pc:sldMkLst>
          <pc:docMk/>
          <pc:sldMk cId="565282233" sldId="2146848217"/>
        </pc:sldMkLst>
      </pc:sldChg>
    </pc:docChg>
  </pc:docChgLst>
  <pc:docChgLst>
    <pc:chgData name="Brown, Sally" userId="d1bd0039-b20c-458e-9f60-213009d0bb6b" providerId="ADAL" clId="{985D792A-601E-440D-94F6-8E68FD6EE3BA}"/>
    <pc:docChg chg="modSld">
      <pc:chgData name="Brown, Sally" userId="d1bd0039-b20c-458e-9f60-213009d0bb6b" providerId="ADAL" clId="{985D792A-601E-440D-94F6-8E68FD6EE3BA}" dt="2021-10-11T18:46:35.500" v="7" actId="33553"/>
      <pc:docMkLst>
        <pc:docMk/>
      </pc:docMkLst>
      <pc:sldChg chg="modSp mod">
        <pc:chgData name="Brown, Sally" userId="d1bd0039-b20c-458e-9f60-213009d0bb6b" providerId="ADAL" clId="{985D792A-601E-440D-94F6-8E68FD6EE3BA}" dt="2021-10-11T18:46:31.868" v="6" actId="33553"/>
        <pc:sldMkLst>
          <pc:docMk/>
          <pc:sldMk cId="1392373928" sldId="2146848097"/>
        </pc:sldMkLst>
        <pc:spChg chg="mod">
          <ac:chgData name="Brown, Sally" userId="d1bd0039-b20c-458e-9f60-213009d0bb6b" providerId="ADAL" clId="{985D792A-601E-440D-94F6-8E68FD6EE3BA}" dt="2021-10-11T18:46:31.868" v="6" actId="33553"/>
          <ac:spMkLst>
            <pc:docMk/>
            <pc:sldMk cId="1392373928" sldId="2146848097"/>
            <ac:spMk id="5" creationId="{7C7ADC05-149F-4C54-88A2-2D63E4CF5906}"/>
          </ac:spMkLst>
        </pc:spChg>
      </pc:sldChg>
      <pc:sldChg chg="modSp mod">
        <pc:chgData name="Brown, Sally" userId="d1bd0039-b20c-458e-9f60-213009d0bb6b" providerId="ADAL" clId="{985D792A-601E-440D-94F6-8E68FD6EE3BA}" dt="2021-10-11T18:46:26.494" v="5" actId="33553"/>
        <pc:sldMkLst>
          <pc:docMk/>
          <pc:sldMk cId="271568436" sldId="2146848247"/>
        </pc:sldMkLst>
        <pc:spChg chg="mod">
          <ac:chgData name="Brown, Sally" userId="d1bd0039-b20c-458e-9f60-213009d0bb6b" providerId="ADAL" clId="{985D792A-601E-440D-94F6-8E68FD6EE3BA}" dt="2021-10-11T18:46:26.494" v="5" actId="33553"/>
          <ac:spMkLst>
            <pc:docMk/>
            <pc:sldMk cId="271568436" sldId="2146848247"/>
            <ac:spMk id="4" creationId="{84F7C40F-306D-4646-ABEB-CB3F35B82EAF}"/>
          </ac:spMkLst>
        </pc:spChg>
      </pc:sldChg>
      <pc:sldChg chg="modSp mod">
        <pc:chgData name="Brown, Sally" userId="d1bd0039-b20c-458e-9f60-213009d0bb6b" providerId="ADAL" clId="{985D792A-601E-440D-94F6-8E68FD6EE3BA}" dt="2021-10-11T18:46:35.500" v="7" actId="33553"/>
        <pc:sldMkLst>
          <pc:docMk/>
          <pc:sldMk cId="2101444356" sldId="2146848248"/>
        </pc:sldMkLst>
        <pc:spChg chg="mod">
          <ac:chgData name="Brown, Sally" userId="d1bd0039-b20c-458e-9f60-213009d0bb6b" providerId="ADAL" clId="{985D792A-601E-440D-94F6-8E68FD6EE3BA}" dt="2021-10-11T18:46:35.500" v="7" actId="33553"/>
          <ac:spMkLst>
            <pc:docMk/>
            <pc:sldMk cId="2101444356" sldId="2146848248"/>
            <ac:spMk id="4" creationId="{FDBBC3A5-D098-4B2C-B44C-EA7A56C0D471}"/>
          </ac:spMkLst>
        </pc:spChg>
      </pc:sldChg>
      <pc:sldChg chg="modSp mod">
        <pc:chgData name="Brown, Sally" userId="d1bd0039-b20c-458e-9f60-213009d0bb6b" providerId="ADAL" clId="{985D792A-601E-440D-94F6-8E68FD6EE3BA}" dt="2021-10-11T18:45:28.016" v="2"/>
        <pc:sldMkLst>
          <pc:docMk/>
          <pc:sldMk cId="1064298444" sldId="2146848250"/>
        </pc:sldMkLst>
        <pc:grpChg chg="mod ord">
          <ac:chgData name="Brown, Sally" userId="d1bd0039-b20c-458e-9f60-213009d0bb6b" providerId="ADAL" clId="{985D792A-601E-440D-94F6-8E68FD6EE3BA}" dt="2021-10-11T18:45:28.016" v="2"/>
          <ac:grpSpMkLst>
            <pc:docMk/>
            <pc:sldMk cId="1064298444" sldId="2146848250"/>
            <ac:grpSpMk id="12" creationId="{45E9B598-EB86-40A4-AEDA-4EA8BC80CD36}"/>
          </ac:grpSpMkLst>
        </pc:grpChg>
      </pc:sldChg>
      <pc:sldChg chg="modSp mod">
        <pc:chgData name="Brown, Sally" userId="d1bd0039-b20c-458e-9f60-213009d0bb6b" providerId="ADAL" clId="{985D792A-601E-440D-94F6-8E68FD6EE3BA}" dt="2021-10-11T18:46:04.675" v="4" actId="1076"/>
        <pc:sldMkLst>
          <pc:docMk/>
          <pc:sldMk cId="1938935888" sldId="2146848251"/>
        </pc:sldMkLst>
        <pc:spChg chg="mod">
          <ac:chgData name="Brown, Sally" userId="d1bd0039-b20c-458e-9f60-213009d0bb6b" providerId="ADAL" clId="{985D792A-601E-440D-94F6-8E68FD6EE3BA}" dt="2021-10-11T18:45:53.027" v="3" actId="404"/>
          <ac:spMkLst>
            <pc:docMk/>
            <pc:sldMk cId="1938935888" sldId="2146848251"/>
            <ac:spMk id="4" creationId="{AC5B3880-4700-481E-ABA3-87BE36CC9185}"/>
          </ac:spMkLst>
        </pc:spChg>
        <pc:spChg chg="mod">
          <ac:chgData name="Brown, Sally" userId="d1bd0039-b20c-458e-9f60-213009d0bb6b" providerId="ADAL" clId="{985D792A-601E-440D-94F6-8E68FD6EE3BA}" dt="2021-10-11T18:46:04.675" v="4" actId="1076"/>
          <ac:spMkLst>
            <pc:docMk/>
            <pc:sldMk cId="1938935888" sldId="2146848251"/>
            <ac:spMk id="5" creationId="{166CB75B-5BA4-4C7C-B497-666EB54514A9}"/>
          </ac:spMkLst>
        </pc:spChg>
        <pc:picChg chg="mod">
          <ac:chgData name="Brown, Sally" userId="d1bd0039-b20c-458e-9f60-213009d0bb6b" providerId="ADAL" clId="{985D792A-601E-440D-94F6-8E68FD6EE3BA}" dt="2021-10-11T18:46:04.675" v="4" actId="1076"/>
          <ac:picMkLst>
            <pc:docMk/>
            <pc:sldMk cId="1938935888" sldId="2146848251"/>
            <ac:picMk id="12" creationId="{49DF5A5A-581F-45C0-9073-67390E0FEA6A}"/>
          </ac:picMkLst>
        </pc:picChg>
      </pc:sldChg>
    </pc:docChg>
  </pc:docChgLst>
  <pc:docChgLst>
    <pc:chgData name="Inman, Kamaria" userId="S::kamaria.inman@accenture.com::2ae67ca4-2ae5-4b90-a026-400348444254" providerId="AD" clId="Web-{53F5131B-2A7D-49B3-BB11-590FCF2DBC18}"/>
    <pc:docChg chg="modSld">
      <pc:chgData name="Inman, Kamaria" userId="S::kamaria.inman@accenture.com::2ae67ca4-2ae5-4b90-a026-400348444254" providerId="AD" clId="Web-{53F5131B-2A7D-49B3-BB11-590FCF2DBC18}" dt="2021-04-16T16:30:14.575" v="5" actId="20577"/>
      <pc:docMkLst>
        <pc:docMk/>
      </pc:docMkLst>
      <pc:sldChg chg="modSp">
        <pc:chgData name="Inman, Kamaria" userId="S::kamaria.inman@accenture.com::2ae67ca4-2ae5-4b90-a026-400348444254" providerId="AD" clId="Web-{53F5131B-2A7D-49B3-BB11-590FCF2DBC18}" dt="2021-04-16T16:30:14.575" v="5" actId="20577"/>
        <pc:sldMkLst>
          <pc:docMk/>
          <pc:sldMk cId="4030883378" sldId="2146847991"/>
        </pc:sldMkLst>
        <pc:spChg chg="mod">
          <ac:chgData name="Inman, Kamaria" userId="S::kamaria.inman@accenture.com::2ae67ca4-2ae5-4b90-a026-400348444254" providerId="AD" clId="Web-{53F5131B-2A7D-49B3-BB11-590FCF2DBC18}" dt="2021-04-16T16:30:14.575" v="5" actId="20577"/>
          <ac:spMkLst>
            <pc:docMk/>
            <pc:sldMk cId="4030883378" sldId="2146847991"/>
            <ac:spMk id="15" creationId="{826A062D-FF04-FB4F-B203-C6AF6F88B3CC}"/>
          </ac:spMkLst>
        </pc:spChg>
      </pc:sldChg>
    </pc:docChg>
  </pc:docChgLst>
  <pc:docChgLst>
    <pc:chgData name="Andres, Cathleen E." userId="S::cathleen.e.andres@accenture.com::cee938a1-9172-4267-bb46-c9d267464a72" providerId="AD" clId="Web-{5EEBBE9F-C053-0000-AE9C-40E04C3F7C06}"/>
    <pc:docChg chg="">
      <pc:chgData name="Andres, Cathleen E." userId="S::cathleen.e.andres@accenture.com::cee938a1-9172-4267-bb46-c9d267464a72" providerId="AD" clId="Web-{5EEBBE9F-C053-0000-AE9C-40E04C3F7C06}" dt="2021-04-16T21:15:52.399" v="1"/>
      <pc:docMkLst>
        <pc:docMk/>
      </pc:docMkLst>
      <pc:sldChg chg="addCm">
        <pc:chgData name="Andres, Cathleen E." userId="S::cathleen.e.andres@accenture.com::cee938a1-9172-4267-bb46-c9d267464a72" providerId="AD" clId="Web-{5EEBBE9F-C053-0000-AE9C-40E04C3F7C06}" dt="2021-04-16T21:15:52.399" v="1"/>
        <pc:sldMkLst>
          <pc:docMk/>
          <pc:sldMk cId="3805788645" sldId="285"/>
        </pc:sldMkLst>
      </pc:sldChg>
    </pc:docChg>
  </pc:docChgLst>
  <pc:docChgLst>
    <pc:chgData name="Ratliff, B." userId="8d82cc6a-2cc0-4812-98e2-d1d6bd006692" providerId="ADAL" clId="{7E771D46-673D-4AC5-9589-7A9D8583EA3D}"/>
    <pc:docChg chg="undo redo custSel addSld delSld modSld sldOrd modMainMaster">
      <pc:chgData name="Ratliff, B." userId="8d82cc6a-2cc0-4812-98e2-d1d6bd006692" providerId="ADAL" clId="{7E771D46-673D-4AC5-9589-7A9D8583EA3D}" dt="2021-04-16T20:33:42.083" v="1046" actId="20577"/>
      <pc:docMkLst>
        <pc:docMk/>
      </pc:docMkLst>
      <pc:sldChg chg="addSp modSp">
        <pc:chgData name="Ratliff, B." userId="8d82cc6a-2cc0-4812-98e2-d1d6bd006692" providerId="ADAL" clId="{7E771D46-673D-4AC5-9589-7A9D8583EA3D}" dt="2021-04-16T19:47:09.865" v="156"/>
        <pc:sldMkLst>
          <pc:docMk/>
          <pc:sldMk cId="3805788645" sldId="285"/>
        </pc:sldMkLst>
        <pc:spChg chg="add mod">
          <ac:chgData name="Ratliff, B." userId="8d82cc6a-2cc0-4812-98e2-d1d6bd006692" providerId="ADAL" clId="{7E771D46-673D-4AC5-9589-7A9D8583EA3D}" dt="2021-04-16T19:47:09.865" v="156"/>
          <ac:spMkLst>
            <pc:docMk/>
            <pc:sldMk cId="3805788645" sldId="285"/>
            <ac:spMk id="17" creationId="{20505A72-78F6-4FCD-A3D3-70617CB430ED}"/>
          </ac:spMkLst>
        </pc:spChg>
        <pc:spChg chg="add mod">
          <ac:chgData name="Ratliff, B." userId="8d82cc6a-2cc0-4812-98e2-d1d6bd006692" providerId="ADAL" clId="{7E771D46-673D-4AC5-9589-7A9D8583EA3D}" dt="2021-04-16T19:47:09.865" v="156"/>
          <ac:spMkLst>
            <pc:docMk/>
            <pc:sldMk cId="3805788645" sldId="285"/>
            <ac:spMk id="20" creationId="{8BBFE21D-86EB-4A4C-8C90-73F0A4C3924F}"/>
          </ac:spMkLst>
        </pc:spChg>
      </pc:sldChg>
      <pc:sldChg chg="modSp">
        <pc:chgData name="Ratliff, B." userId="8d82cc6a-2cc0-4812-98e2-d1d6bd006692" providerId="ADAL" clId="{7E771D46-673D-4AC5-9589-7A9D8583EA3D}" dt="2021-04-16T19:50:20.039" v="163" actId="207"/>
        <pc:sldMkLst>
          <pc:docMk/>
          <pc:sldMk cId="4158327665" sldId="257191"/>
        </pc:sldMkLst>
        <pc:spChg chg="mod">
          <ac:chgData name="Ratliff, B." userId="8d82cc6a-2cc0-4812-98e2-d1d6bd006692" providerId="ADAL" clId="{7E771D46-673D-4AC5-9589-7A9D8583EA3D}" dt="2021-04-16T19:50:20.039" v="163" actId="207"/>
          <ac:spMkLst>
            <pc:docMk/>
            <pc:sldMk cId="4158327665" sldId="257191"/>
            <ac:spMk id="3" creationId="{D3581E37-6880-5249-A2F9-883757025FCC}"/>
          </ac:spMkLst>
        </pc:spChg>
      </pc:sldChg>
      <pc:sldChg chg="addSp delSp modSp mod">
        <pc:chgData name="Ratliff, B." userId="8d82cc6a-2cc0-4812-98e2-d1d6bd006692" providerId="ADAL" clId="{7E771D46-673D-4AC5-9589-7A9D8583EA3D}" dt="2021-04-16T19:50:07.863" v="162" actId="207"/>
        <pc:sldMkLst>
          <pc:docMk/>
          <pc:sldMk cId="273543939" sldId="2146847952"/>
        </pc:sldMkLst>
        <pc:spChg chg="add mod">
          <ac:chgData name="Ratliff, B." userId="8d82cc6a-2cc0-4812-98e2-d1d6bd006692" providerId="ADAL" clId="{7E771D46-673D-4AC5-9589-7A9D8583EA3D}" dt="2021-04-16T19:50:07.863" v="162" actId="207"/>
          <ac:spMkLst>
            <pc:docMk/>
            <pc:sldMk cId="273543939" sldId="2146847952"/>
            <ac:spMk id="8" creationId="{73AE2023-14F3-438C-A9D6-4EC9D7BB2BCD}"/>
          </ac:spMkLst>
        </pc:spChg>
        <pc:spChg chg="add del mod">
          <ac:chgData name="Ratliff, B." userId="8d82cc6a-2cc0-4812-98e2-d1d6bd006692" providerId="ADAL" clId="{7E771D46-673D-4AC5-9589-7A9D8583EA3D}" dt="2021-04-16T19:50:01.778" v="160" actId="478"/>
          <ac:spMkLst>
            <pc:docMk/>
            <pc:sldMk cId="273543939" sldId="2146847952"/>
            <ac:spMk id="10" creationId="{ED1F66E9-78A4-450D-B2E8-D697AAD1792F}"/>
          </ac:spMkLst>
        </pc:spChg>
      </pc:sldChg>
      <pc:sldChg chg="addSp delSp modSp mod">
        <pc:chgData name="Ratliff, B." userId="8d82cc6a-2cc0-4812-98e2-d1d6bd006692" providerId="ADAL" clId="{7E771D46-673D-4AC5-9589-7A9D8583EA3D}" dt="2021-04-16T19:50:42.435" v="165" actId="478"/>
        <pc:sldMkLst>
          <pc:docMk/>
          <pc:sldMk cId="3882885876" sldId="2146847960"/>
        </pc:sldMkLst>
        <pc:spChg chg="add del mod">
          <ac:chgData name="Ratliff, B." userId="8d82cc6a-2cc0-4812-98e2-d1d6bd006692" providerId="ADAL" clId="{7E771D46-673D-4AC5-9589-7A9D8583EA3D}" dt="2021-04-16T19:50:42.435" v="165" actId="478"/>
          <ac:spMkLst>
            <pc:docMk/>
            <pc:sldMk cId="3882885876" sldId="2146847960"/>
            <ac:spMk id="6" creationId="{21968E18-2A1F-4A26-937F-225DD877E136}"/>
          </ac:spMkLst>
        </pc:spChg>
        <pc:spChg chg="add mod">
          <ac:chgData name="Ratliff, B." userId="8d82cc6a-2cc0-4812-98e2-d1d6bd006692" providerId="ADAL" clId="{7E771D46-673D-4AC5-9589-7A9D8583EA3D}" dt="2021-04-16T19:50:36.755" v="164"/>
          <ac:spMkLst>
            <pc:docMk/>
            <pc:sldMk cId="3882885876" sldId="2146847960"/>
            <ac:spMk id="8" creationId="{594347CB-8BA5-4AE3-BEB9-F779A79E0012}"/>
          </ac:spMkLst>
        </pc:spChg>
      </pc:sldChg>
      <pc:sldChg chg="addSp modSp">
        <pc:chgData name="Ratliff, B." userId="8d82cc6a-2cc0-4812-98e2-d1d6bd006692" providerId="ADAL" clId="{7E771D46-673D-4AC5-9589-7A9D8583EA3D}" dt="2021-04-16T19:49:47.116" v="158"/>
        <pc:sldMkLst>
          <pc:docMk/>
          <pc:sldMk cId="4258665377" sldId="2146847962"/>
        </pc:sldMkLst>
        <pc:spChg chg="add mod">
          <ac:chgData name="Ratliff, B." userId="8d82cc6a-2cc0-4812-98e2-d1d6bd006692" providerId="ADAL" clId="{7E771D46-673D-4AC5-9589-7A9D8583EA3D}" dt="2021-04-16T19:49:47.116" v="158"/>
          <ac:spMkLst>
            <pc:docMk/>
            <pc:sldMk cId="4258665377" sldId="2146847962"/>
            <ac:spMk id="6" creationId="{CF95F179-9990-4F09-A786-DA60F5FD08BF}"/>
          </ac:spMkLst>
        </pc:spChg>
        <pc:spChg chg="add mod">
          <ac:chgData name="Ratliff, B." userId="8d82cc6a-2cc0-4812-98e2-d1d6bd006692" providerId="ADAL" clId="{7E771D46-673D-4AC5-9589-7A9D8583EA3D}" dt="2021-04-16T19:49:47.116" v="158"/>
          <ac:spMkLst>
            <pc:docMk/>
            <pc:sldMk cId="4258665377" sldId="2146847962"/>
            <ac:spMk id="8" creationId="{61AE477C-95DE-49C6-9E63-2E236D8C8DEB}"/>
          </ac:spMkLst>
        </pc:spChg>
      </pc:sldChg>
      <pc:sldChg chg="addSp modSp">
        <pc:chgData name="Ratliff, B." userId="8d82cc6a-2cc0-4812-98e2-d1d6bd006692" providerId="ADAL" clId="{7E771D46-673D-4AC5-9589-7A9D8583EA3D}" dt="2021-04-16T19:47:33.766" v="157"/>
        <pc:sldMkLst>
          <pc:docMk/>
          <pc:sldMk cId="1913759095" sldId="2146847967"/>
        </pc:sldMkLst>
        <pc:spChg chg="add mod">
          <ac:chgData name="Ratliff, B." userId="8d82cc6a-2cc0-4812-98e2-d1d6bd006692" providerId="ADAL" clId="{7E771D46-673D-4AC5-9589-7A9D8583EA3D}" dt="2021-04-16T19:47:33.766" v="157"/>
          <ac:spMkLst>
            <pc:docMk/>
            <pc:sldMk cId="1913759095" sldId="2146847967"/>
            <ac:spMk id="6" creationId="{A6DD48DA-96C1-45AB-A4B1-6310113DDC69}"/>
          </ac:spMkLst>
        </pc:spChg>
        <pc:spChg chg="add mod">
          <ac:chgData name="Ratliff, B." userId="8d82cc6a-2cc0-4812-98e2-d1d6bd006692" providerId="ADAL" clId="{7E771D46-673D-4AC5-9589-7A9D8583EA3D}" dt="2021-04-16T19:47:33.766" v="157"/>
          <ac:spMkLst>
            <pc:docMk/>
            <pc:sldMk cId="1913759095" sldId="2146847967"/>
            <ac:spMk id="7" creationId="{A77EB797-CE35-498F-92DB-906E7787D33D}"/>
          </ac:spMkLst>
        </pc:spChg>
      </pc:sldChg>
      <pc:sldChg chg="addSp delSp modSp mod">
        <pc:chgData name="Ratliff, B." userId="8d82cc6a-2cc0-4812-98e2-d1d6bd006692" providerId="ADAL" clId="{7E771D46-673D-4AC5-9589-7A9D8583EA3D}" dt="2021-04-16T19:51:09.794" v="168" actId="207"/>
        <pc:sldMkLst>
          <pc:docMk/>
          <pc:sldMk cId="843002068" sldId="2146847988"/>
        </pc:sldMkLst>
        <pc:spChg chg="add del mod">
          <ac:chgData name="Ratliff, B." userId="8d82cc6a-2cc0-4812-98e2-d1d6bd006692" providerId="ADAL" clId="{7E771D46-673D-4AC5-9589-7A9D8583EA3D}" dt="2021-04-16T19:51:04.266" v="167" actId="478"/>
          <ac:spMkLst>
            <pc:docMk/>
            <pc:sldMk cId="843002068" sldId="2146847988"/>
            <ac:spMk id="3" creationId="{AE9618E6-68F4-4CE9-AE35-C8CE63E0720A}"/>
          </ac:spMkLst>
        </pc:spChg>
        <pc:spChg chg="add mod">
          <ac:chgData name="Ratliff, B." userId="8d82cc6a-2cc0-4812-98e2-d1d6bd006692" providerId="ADAL" clId="{7E771D46-673D-4AC5-9589-7A9D8583EA3D}" dt="2021-04-16T19:51:09.794" v="168" actId="207"/>
          <ac:spMkLst>
            <pc:docMk/>
            <pc:sldMk cId="843002068" sldId="2146847988"/>
            <ac:spMk id="5" creationId="{A2CC9DAF-C319-4821-A3A7-5D2C96E8DA5F}"/>
          </ac:spMkLst>
        </pc:spChg>
      </pc:sldChg>
      <pc:sldChg chg="addSp modSp mod">
        <pc:chgData name="Ratliff, B." userId="8d82cc6a-2cc0-4812-98e2-d1d6bd006692" providerId="ADAL" clId="{7E771D46-673D-4AC5-9589-7A9D8583EA3D}" dt="2021-04-16T19:25:50.861" v="49" actId="1076"/>
        <pc:sldMkLst>
          <pc:docMk/>
          <pc:sldMk cId="2293903761" sldId="2146847994"/>
        </pc:sldMkLst>
        <pc:spChg chg="add mod">
          <ac:chgData name="Ratliff, B." userId="8d82cc6a-2cc0-4812-98e2-d1d6bd006692" providerId="ADAL" clId="{7E771D46-673D-4AC5-9589-7A9D8583EA3D}" dt="2021-04-16T19:25:50.861" v="49" actId="1076"/>
          <ac:spMkLst>
            <pc:docMk/>
            <pc:sldMk cId="2293903761" sldId="2146847994"/>
            <ac:spMk id="17" creationId="{9C065358-88D0-4A6F-9C9A-29EE878BE017}"/>
          </ac:spMkLst>
        </pc:spChg>
        <pc:spChg chg="add mod">
          <ac:chgData name="Ratliff, B." userId="8d82cc6a-2cc0-4812-98e2-d1d6bd006692" providerId="ADAL" clId="{7E771D46-673D-4AC5-9589-7A9D8583EA3D}" dt="2021-04-16T19:09:42.338" v="18"/>
          <ac:spMkLst>
            <pc:docMk/>
            <pc:sldMk cId="2293903761" sldId="2146847994"/>
            <ac:spMk id="20" creationId="{5FDB0A15-0803-4463-B3B3-CD60DDDE4897}"/>
          </ac:spMkLst>
        </pc:spChg>
      </pc:sldChg>
      <pc:sldChg chg="addSp delSp modSp mod delAnim modAnim">
        <pc:chgData name="Ratliff, B." userId="8d82cc6a-2cc0-4812-98e2-d1d6bd006692" providerId="ADAL" clId="{7E771D46-673D-4AC5-9589-7A9D8583EA3D}" dt="2021-04-15T20:26:29.174" v="8"/>
        <pc:sldMkLst>
          <pc:docMk/>
          <pc:sldMk cId="2391532768" sldId="2146847995"/>
        </pc:sldMkLst>
        <pc:spChg chg="mod">
          <ac:chgData name="Ratliff, B." userId="8d82cc6a-2cc0-4812-98e2-d1d6bd006692" providerId="ADAL" clId="{7E771D46-673D-4AC5-9589-7A9D8583EA3D}" dt="2021-04-15T20:18:26.696" v="0"/>
          <ac:spMkLst>
            <pc:docMk/>
            <pc:sldMk cId="2391532768" sldId="2146847995"/>
            <ac:spMk id="3" creationId="{DFB3AB1D-E2A3-476C-B366-C2E76A358C05}"/>
          </ac:spMkLst>
        </pc:spChg>
        <pc:picChg chg="add mod">
          <ac:chgData name="Ratliff, B." userId="8d82cc6a-2cc0-4812-98e2-d1d6bd006692" providerId="ADAL" clId="{7E771D46-673D-4AC5-9589-7A9D8583EA3D}" dt="2021-04-15T20:26:29.174" v="8"/>
          <ac:picMkLst>
            <pc:docMk/>
            <pc:sldMk cId="2391532768" sldId="2146847995"/>
            <ac:picMk id="2" creationId="{9F00B3F5-4132-4A4F-A740-7E513E1756D2}"/>
          </ac:picMkLst>
        </pc:picChg>
        <pc:picChg chg="del">
          <ac:chgData name="Ratliff, B." userId="8d82cc6a-2cc0-4812-98e2-d1d6bd006692" providerId="ADAL" clId="{7E771D46-673D-4AC5-9589-7A9D8583EA3D}" dt="2021-04-15T20:18:37.602" v="1" actId="478"/>
          <ac:picMkLst>
            <pc:docMk/>
            <pc:sldMk cId="2391532768" sldId="2146847995"/>
            <ac:picMk id="4" creationId="{36F67BC6-A0ED-443F-86C2-51EAFAB89C61}"/>
          </ac:picMkLst>
        </pc:picChg>
      </pc:sldChg>
      <pc:sldChg chg="modSp mod">
        <pc:chgData name="Ratliff, B." userId="8d82cc6a-2cc0-4812-98e2-d1d6bd006692" providerId="ADAL" clId="{7E771D46-673D-4AC5-9589-7A9D8583EA3D}" dt="2021-04-16T19:26:09.998" v="50" actId="1076"/>
        <pc:sldMkLst>
          <pc:docMk/>
          <pc:sldMk cId="1817617505" sldId="2146847996"/>
        </pc:sldMkLst>
        <pc:spChg chg="mod">
          <ac:chgData name="Ratliff, B." userId="8d82cc6a-2cc0-4812-98e2-d1d6bd006692" providerId="ADAL" clId="{7E771D46-673D-4AC5-9589-7A9D8583EA3D}" dt="2021-04-16T19:26:09.998" v="50" actId="1076"/>
          <ac:spMkLst>
            <pc:docMk/>
            <pc:sldMk cId="1817617505" sldId="2146847996"/>
            <ac:spMk id="7" creationId="{6863A5A8-9B17-4358-9FE1-FCA51C02ACD0}"/>
          </ac:spMkLst>
        </pc:spChg>
      </pc:sldChg>
      <pc:sldChg chg="modSp mod">
        <pc:chgData name="Ratliff, B." userId="8d82cc6a-2cc0-4812-98e2-d1d6bd006692" providerId="ADAL" clId="{7E771D46-673D-4AC5-9589-7A9D8583EA3D}" dt="2021-04-16T19:26:32.952" v="51" actId="1076"/>
        <pc:sldMkLst>
          <pc:docMk/>
          <pc:sldMk cId="3855212040" sldId="2146847997"/>
        </pc:sldMkLst>
        <pc:spChg chg="mod">
          <ac:chgData name="Ratliff, B." userId="8d82cc6a-2cc0-4812-98e2-d1d6bd006692" providerId="ADAL" clId="{7E771D46-673D-4AC5-9589-7A9D8583EA3D}" dt="2021-04-16T19:26:32.952" v="51" actId="1076"/>
          <ac:spMkLst>
            <pc:docMk/>
            <pc:sldMk cId="3855212040" sldId="2146847997"/>
            <ac:spMk id="8" creationId="{66F8B672-043D-4F4F-9514-12D4AD63EA4C}"/>
          </ac:spMkLst>
        </pc:spChg>
      </pc:sldChg>
      <pc:sldChg chg="addSp modSp">
        <pc:chgData name="Ratliff, B." userId="8d82cc6a-2cc0-4812-98e2-d1d6bd006692" providerId="ADAL" clId="{7E771D46-673D-4AC5-9589-7A9D8583EA3D}" dt="2021-04-16T19:10:10.900" v="19"/>
        <pc:sldMkLst>
          <pc:docMk/>
          <pc:sldMk cId="1330671019" sldId="2146848004"/>
        </pc:sldMkLst>
        <pc:spChg chg="add mod">
          <ac:chgData name="Ratliff, B." userId="8d82cc6a-2cc0-4812-98e2-d1d6bd006692" providerId="ADAL" clId="{7E771D46-673D-4AC5-9589-7A9D8583EA3D}" dt="2021-04-16T19:10:10.900" v="19"/>
          <ac:spMkLst>
            <pc:docMk/>
            <pc:sldMk cId="1330671019" sldId="2146848004"/>
            <ac:spMk id="5" creationId="{45BA3EE5-0B97-4492-B2B7-0616A8714A9E}"/>
          </ac:spMkLst>
        </pc:spChg>
      </pc:sldChg>
      <pc:sldChg chg="addSp modSp">
        <pc:chgData name="Ratliff, B." userId="8d82cc6a-2cc0-4812-98e2-d1d6bd006692" providerId="ADAL" clId="{7E771D46-673D-4AC5-9589-7A9D8583EA3D}" dt="2021-04-16T19:30:57.205" v="52"/>
        <pc:sldMkLst>
          <pc:docMk/>
          <pc:sldMk cId="1203875824" sldId="2146848011"/>
        </pc:sldMkLst>
        <pc:spChg chg="add mod">
          <ac:chgData name="Ratliff, B." userId="8d82cc6a-2cc0-4812-98e2-d1d6bd006692" providerId="ADAL" clId="{7E771D46-673D-4AC5-9589-7A9D8583EA3D}" dt="2021-04-16T19:30:57.205" v="52"/>
          <ac:spMkLst>
            <pc:docMk/>
            <pc:sldMk cId="1203875824" sldId="2146848011"/>
            <ac:spMk id="6" creationId="{200747AB-DFA3-410E-B02C-17A7ED7BE2C6}"/>
          </ac:spMkLst>
        </pc:spChg>
      </pc:sldChg>
      <pc:sldChg chg="addSp modSp mod">
        <pc:chgData name="Ratliff, B." userId="8d82cc6a-2cc0-4812-98e2-d1d6bd006692" providerId="ADAL" clId="{7E771D46-673D-4AC5-9589-7A9D8583EA3D}" dt="2021-04-16T19:31:45.118" v="57" actId="207"/>
        <pc:sldMkLst>
          <pc:docMk/>
          <pc:sldMk cId="2877401468" sldId="2146848012"/>
        </pc:sldMkLst>
        <pc:spChg chg="add mod">
          <ac:chgData name="Ratliff, B." userId="8d82cc6a-2cc0-4812-98e2-d1d6bd006692" providerId="ADAL" clId="{7E771D46-673D-4AC5-9589-7A9D8583EA3D}" dt="2021-04-16T19:31:17.022" v="55" actId="207"/>
          <ac:spMkLst>
            <pc:docMk/>
            <pc:sldMk cId="2877401468" sldId="2146848012"/>
            <ac:spMk id="6" creationId="{3EAC4911-64D4-4AA9-A2CC-32873064C2EB}"/>
          </ac:spMkLst>
        </pc:spChg>
        <pc:spChg chg="add mod">
          <ac:chgData name="Ratliff, B." userId="8d82cc6a-2cc0-4812-98e2-d1d6bd006692" providerId="ADAL" clId="{7E771D46-673D-4AC5-9589-7A9D8583EA3D}" dt="2021-04-16T19:31:45.118" v="57" actId="207"/>
          <ac:spMkLst>
            <pc:docMk/>
            <pc:sldMk cId="2877401468" sldId="2146848012"/>
            <ac:spMk id="8" creationId="{61A1F0A1-B6B9-4054-B2E9-0AA6C98DBCA3}"/>
          </ac:spMkLst>
        </pc:spChg>
      </pc:sldChg>
      <pc:sldChg chg="addSp modSp">
        <pc:chgData name="Ratliff, B." userId="8d82cc6a-2cc0-4812-98e2-d1d6bd006692" providerId="ADAL" clId="{7E771D46-673D-4AC5-9589-7A9D8583EA3D}" dt="2021-04-16T19:32:02.273" v="60"/>
        <pc:sldMkLst>
          <pc:docMk/>
          <pc:sldMk cId="3278767527" sldId="2146848013"/>
        </pc:sldMkLst>
        <pc:spChg chg="add mod">
          <ac:chgData name="Ratliff, B." userId="8d82cc6a-2cc0-4812-98e2-d1d6bd006692" providerId="ADAL" clId="{7E771D46-673D-4AC5-9589-7A9D8583EA3D}" dt="2021-04-16T19:31:54.798" v="59" actId="207"/>
          <ac:spMkLst>
            <pc:docMk/>
            <pc:sldMk cId="3278767527" sldId="2146848013"/>
            <ac:spMk id="50" creationId="{7A063E06-DE20-46C1-A143-1590ED10E912}"/>
          </ac:spMkLst>
        </pc:spChg>
        <pc:spChg chg="add mod">
          <ac:chgData name="Ratliff, B." userId="8d82cc6a-2cc0-4812-98e2-d1d6bd006692" providerId="ADAL" clId="{7E771D46-673D-4AC5-9589-7A9D8583EA3D}" dt="2021-04-16T19:32:02.273" v="60"/>
          <ac:spMkLst>
            <pc:docMk/>
            <pc:sldMk cId="3278767527" sldId="2146848013"/>
            <ac:spMk id="51" creationId="{407E68C8-3111-45BF-A13D-DABC40A04237}"/>
          </ac:spMkLst>
        </pc:spChg>
      </pc:sldChg>
      <pc:sldChg chg="addSp modSp">
        <pc:chgData name="Ratliff, B." userId="8d82cc6a-2cc0-4812-98e2-d1d6bd006692" providerId="ADAL" clId="{7E771D46-673D-4AC5-9589-7A9D8583EA3D}" dt="2021-04-16T19:32:33.352" v="62" actId="207"/>
        <pc:sldMkLst>
          <pc:docMk/>
          <pc:sldMk cId="3705693824" sldId="2146848018"/>
        </pc:sldMkLst>
        <pc:spChg chg="add mod">
          <ac:chgData name="Ratliff, B." userId="8d82cc6a-2cc0-4812-98e2-d1d6bd006692" providerId="ADAL" clId="{7E771D46-673D-4AC5-9589-7A9D8583EA3D}" dt="2021-04-16T19:32:33.352" v="62" actId="207"/>
          <ac:spMkLst>
            <pc:docMk/>
            <pc:sldMk cId="3705693824" sldId="2146848018"/>
            <ac:spMk id="9" creationId="{3069D3D9-B8ED-41B7-830A-55207626C4AC}"/>
          </ac:spMkLst>
        </pc:spChg>
      </pc:sldChg>
      <pc:sldChg chg="addSp modSp">
        <pc:chgData name="Ratliff, B." userId="8d82cc6a-2cc0-4812-98e2-d1d6bd006692" providerId="ADAL" clId="{7E771D46-673D-4AC5-9589-7A9D8583EA3D}" dt="2021-04-16T19:33:39.878" v="66" actId="207"/>
        <pc:sldMkLst>
          <pc:docMk/>
          <pc:sldMk cId="900908429" sldId="2146848020"/>
        </pc:sldMkLst>
        <pc:spChg chg="add mod">
          <ac:chgData name="Ratliff, B." userId="8d82cc6a-2cc0-4812-98e2-d1d6bd006692" providerId="ADAL" clId="{7E771D46-673D-4AC5-9589-7A9D8583EA3D}" dt="2021-04-16T19:33:12.743" v="64" actId="207"/>
          <ac:spMkLst>
            <pc:docMk/>
            <pc:sldMk cId="900908429" sldId="2146848020"/>
            <ac:spMk id="6" creationId="{16263E61-57A7-43BC-B9B6-9950C247CBAD}"/>
          </ac:spMkLst>
        </pc:spChg>
        <pc:spChg chg="add mod">
          <ac:chgData name="Ratliff, B." userId="8d82cc6a-2cc0-4812-98e2-d1d6bd006692" providerId="ADAL" clId="{7E771D46-673D-4AC5-9589-7A9D8583EA3D}" dt="2021-04-16T19:33:39.878" v="66" actId="207"/>
          <ac:spMkLst>
            <pc:docMk/>
            <pc:sldMk cId="900908429" sldId="2146848020"/>
            <ac:spMk id="7" creationId="{89CF5E76-439B-471F-8C98-14F57EFD0B57}"/>
          </ac:spMkLst>
        </pc:spChg>
      </pc:sldChg>
      <pc:sldChg chg="modSp">
        <pc:chgData name="Ratliff, B." userId="8d82cc6a-2cc0-4812-98e2-d1d6bd006692" providerId="ADAL" clId="{7E771D46-673D-4AC5-9589-7A9D8583EA3D}" dt="2021-04-15T20:35:46.609" v="9"/>
        <pc:sldMkLst>
          <pc:docMk/>
          <pc:sldMk cId="18694801" sldId="2146848028"/>
        </pc:sldMkLst>
        <pc:picChg chg="mod">
          <ac:chgData name="Ratliff, B." userId="8d82cc6a-2cc0-4812-98e2-d1d6bd006692" providerId="ADAL" clId="{7E771D46-673D-4AC5-9589-7A9D8583EA3D}" dt="2021-04-15T20:35:46.609" v="9"/>
          <ac:picMkLst>
            <pc:docMk/>
            <pc:sldMk cId="18694801" sldId="2146848028"/>
            <ac:picMk id="3" creationId="{F5F72FA7-BD14-4B88-820E-F34AD90DEB73}"/>
          </ac:picMkLst>
        </pc:picChg>
      </pc:sldChg>
      <pc:sldChg chg="addSp modSp">
        <pc:chgData name="Ratliff, B." userId="8d82cc6a-2cc0-4812-98e2-d1d6bd006692" providerId="ADAL" clId="{7E771D46-673D-4AC5-9589-7A9D8583EA3D}" dt="2021-04-16T19:34:29.952" v="69"/>
        <pc:sldMkLst>
          <pc:docMk/>
          <pc:sldMk cId="1795623359" sldId="2146848029"/>
        </pc:sldMkLst>
        <pc:spChg chg="add mod">
          <ac:chgData name="Ratliff, B." userId="8d82cc6a-2cc0-4812-98e2-d1d6bd006692" providerId="ADAL" clId="{7E771D46-673D-4AC5-9589-7A9D8583EA3D}" dt="2021-04-16T19:34:11.223" v="68" actId="207"/>
          <ac:spMkLst>
            <pc:docMk/>
            <pc:sldMk cId="1795623359" sldId="2146848029"/>
            <ac:spMk id="4" creationId="{9BEA0C93-C597-4A3A-A4CE-C114E7C2F1AC}"/>
          </ac:spMkLst>
        </pc:spChg>
        <pc:spChg chg="add mod">
          <ac:chgData name="Ratliff, B." userId="8d82cc6a-2cc0-4812-98e2-d1d6bd006692" providerId="ADAL" clId="{7E771D46-673D-4AC5-9589-7A9D8583EA3D}" dt="2021-04-16T19:34:29.952" v="69"/>
          <ac:spMkLst>
            <pc:docMk/>
            <pc:sldMk cId="1795623359" sldId="2146848029"/>
            <ac:spMk id="5" creationId="{C324FB40-1070-4884-B9BD-0C509595F726}"/>
          </ac:spMkLst>
        </pc:spChg>
      </pc:sldChg>
      <pc:sldChg chg="addSp modSp">
        <pc:chgData name="Ratliff, B." userId="8d82cc6a-2cc0-4812-98e2-d1d6bd006692" providerId="ADAL" clId="{7E771D46-673D-4AC5-9589-7A9D8583EA3D}" dt="2021-04-16T19:35:18.076" v="71"/>
        <pc:sldMkLst>
          <pc:docMk/>
          <pc:sldMk cId="3565479475" sldId="2146848037"/>
        </pc:sldMkLst>
        <pc:spChg chg="add mod">
          <ac:chgData name="Ratliff, B." userId="8d82cc6a-2cc0-4812-98e2-d1d6bd006692" providerId="ADAL" clId="{7E771D46-673D-4AC5-9589-7A9D8583EA3D}" dt="2021-04-16T19:35:04.727" v="70"/>
          <ac:spMkLst>
            <pc:docMk/>
            <pc:sldMk cId="3565479475" sldId="2146848037"/>
            <ac:spMk id="5" creationId="{EDB9C124-E870-461B-ADB4-8E5F200F1B0E}"/>
          </ac:spMkLst>
        </pc:spChg>
        <pc:spChg chg="add mod">
          <ac:chgData name="Ratliff, B." userId="8d82cc6a-2cc0-4812-98e2-d1d6bd006692" providerId="ADAL" clId="{7E771D46-673D-4AC5-9589-7A9D8583EA3D}" dt="2021-04-16T19:35:18.076" v="71"/>
          <ac:spMkLst>
            <pc:docMk/>
            <pc:sldMk cId="3565479475" sldId="2146848037"/>
            <ac:spMk id="6" creationId="{FD54499E-218A-4274-9137-C3EDD599CCC7}"/>
          </ac:spMkLst>
        </pc:spChg>
      </pc:sldChg>
      <pc:sldChg chg="addSp delSp modSp mod">
        <pc:chgData name="Ratliff, B." userId="8d82cc6a-2cc0-4812-98e2-d1d6bd006692" providerId="ADAL" clId="{7E771D46-673D-4AC5-9589-7A9D8583EA3D}" dt="2021-04-16T19:36:17.942" v="83" actId="478"/>
        <pc:sldMkLst>
          <pc:docMk/>
          <pc:sldMk cId="1390227155" sldId="2146848038"/>
        </pc:sldMkLst>
        <pc:spChg chg="add del mod">
          <ac:chgData name="Ratliff, B." userId="8d82cc6a-2cc0-4812-98e2-d1d6bd006692" providerId="ADAL" clId="{7E771D46-673D-4AC5-9589-7A9D8583EA3D}" dt="2021-04-16T19:36:16.836" v="81" actId="478"/>
          <ac:spMkLst>
            <pc:docMk/>
            <pc:sldMk cId="1390227155" sldId="2146848038"/>
            <ac:spMk id="2" creationId="{E45A38F1-E52D-4C00-BDAA-BF93379ED75B}"/>
          </ac:spMkLst>
        </pc:spChg>
        <pc:spChg chg="add del mod">
          <ac:chgData name="Ratliff, B." userId="8d82cc6a-2cc0-4812-98e2-d1d6bd006692" providerId="ADAL" clId="{7E771D46-673D-4AC5-9589-7A9D8583EA3D}" dt="2021-04-16T19:36:17.942" v="83" actId="478"/>
          <ac:spMkLst>
            <pc:docMk/>
            <pc:sldMk cId="1390227155" sldId="2146848038"/>
            <ac:spMk id="6" creationId="{172EC340-8C44-4D29-8F1D-A0BE604C66BC}"/>
          </ac:spMkLst>
        </pc:spChg>
        <pc:spChg chg="add del mod">
          <ac:chgData name="Ratliff, B." userId="8d82cc6a-2cc0-4812-98e2-d1d6bd006692" providerId="ADAL" clId="{7E771D46-673D-4AC5-9589-7A9D8583EA3D}" dt="2021-04-16T19:36:17.431" v="82" actId="478"/>
          <ac:spMkLst>
            <pc:docMk/>
            <pc:sldMk cId="1390227155" sldId="2146848038"/>
            <ac:spMk id="7" creationId="{6E3DFD73-1C9E-4E8C-B238-15A14A610C8C}"/>
          </ac:spMkLst>
        </pc:spChg>
      </pc:sldChg>
      <pc:sldChg chg="addSp delSp modSp mod">
        <pc:chgData name="Ratliff, B." userId="8d82cc6a-2cc0-4812-98e2-d1d6bd006692" providerId="ADAL" clId="{7E771D46-673D-4AC5-9589-7A9D8583EA3D}" dt="2021-04-16T19:36:46.249" v="88" actId="478"/>
        <pc:sldMkLst>
          <pc:docMk/>
          <pc:sldMk cId="3812869994" sldId="2146848039"/>
        </pc:sldMkLst>
        <pc:spChg chg="add del mod ord">
          <ac:chgData name="Ratliff, B." userId="8d82cc6a-2cc0-4812-98e2-d1d6bd006692" providerId="ADAL" clId="{7E771D46-673D-4AC5-9589-7A9D8583EA3D}" dt="2021-04-16T19:36:41.077" v="86" actId="478"/>
          <ac:spMkLst>
            <pc:docMk/>
            <pc:sldMk cId="3812869994" sldId="2146848039"/>
            <ac:spMk id="2" creationId="{023062C8-432B-4886-AE9A-2C5222537AAC}"/>
          </ac:spMkLst>
        </pc:spChg>
        <pc:spChg chg="add del mod">
          <ac:chgData name="Ratliff, B." userId="8d82cc6a-2cc0-4812-98e2-d1d6bd006692" providerId="ADAL" clId="{7E771D46-673D-4AC5-9589-7A9D8583EA3D}" dt="2021-04-16T19:36:46.249" v="88" actId="478"/>
          <ac:spMkLst>
            <pc:docMk/>
            <pc:sldMk cId="3812869994" sldId="2146848039"/>
            <ac:spMk id="4" creationId="{6920816C-CD64-4C04-8242-BBF04A5E0D7B}"/>
          </ac:spMkLst>
        </pc:spChg>
        <pc:spChg chg="add del mod">
          <ac:chgData name="Ratliff, B." userId="8d82cc6a-2cc0-4812-98e2-d1d6bd006692" providerId="ADAL" clId="{7E771D46-673D-4AC5-9589-7A9D8583EA3D}" dt="2021-04-16T19:36:43.391" v="87" actId="478"/>
          <ac:spMkLst>
            <pc:docMk/>
            <pc:sldMk cId="3812869994" sldId="2146848039"/>
            <ac:spMk id="5" creationId="{68165F60-3A13-4E7F-93B8-BB417856387F}"/>
          </ac:spMkLst>
        </pc:spChg>
      </pc:sldChg>
      <pc:sldChg chg="addSp delSp modSp mod">
        <pc:chgData name="Ratliff, B." userId="8d82cc6a-2cc0-4812-98e2-d1d6bd006692" providerId="ADAL" clId="{7E771D46-673D-4AC5-9589-7A9D8583EA3D}" dt="2021-04-16T19:38:04.117" v="97" actId="255"/>
        <pc:sldMkLst>
          <pc:docMk/>
          <pc:sldMk cId="2154895255" sldId="2146848041"/>
        </pc:sldMkLst>
        <pc:spChg chg="del">
          <ac:chgData name="Ratliff, B." userId="8d82cc6a-2cc0-4812-98e2-d1d6bd006692" providerId="ADAL" clId="{7E771D46-673D-4AC5-9589-7A9D8583EA3D}" dt="2021-04-16T19:37:17.765" v="92" actId="478"/>
          <ac:spMkLst>
            <pc:docMk/>
            <pc:sldMk cId="2154895255" sldId="2146848041"/>
            <ac:spMk id="5" creationId="{DA89D436-4622-4AE5-929A-BF9B8E71AFB5}"/>
          </ac:spMkLst>
        </pc:spChg>
        <pc:spChg chg="add mod">
          <ac:chgData name="Ratliff, B." userId="8d82cc6a-2cc0-4812-98e2-d1d6bd006692" providerId="ADAL" clId="{7E771D46-673D-4AC5-9589-7A9D8583EA3D}" dt="2021-04-16T19:37:54.038" v="96" actId="207"/>
          <ac:spMkLst>
            <pc:docMk/>
            <pc:sldMk cId="2154895255" sldId="2146848041"/>
            <ac:spMk id="9" creationId="{F50DDF97-632D-4E06-85C8-563988508B07}"/>
          </ac:spMkLst>
        </pc:spChg>
        <pc:spChg chg="del mod">
          <ac:chgData name="Ratliff, B." userId="8d82cc6a-2cc0-4812-98e2-d1d6bd006692" providerId="ADAL" clId="{7E771D46-673D-4AC5-9589-7A9D8583EA3D}" dt="2021-04-16T19:37:45.147" v="94" actId="478"/>
          <ac:spMkLst>
            <pc:docMk/>
            <pc:sldMk cId="2154895255" sldId="2146848041"/>
            <ac:spMk id="10" creationId="{E05E0E46-1FCE-4E3B-8B4D-C8AA9237D3BB}"/>
          </ac:spMkLst>
        </pc:spChg>
        <pc:spChg chg="mod">
          <ac:chgData name="Ratliff, B." userId="8d82cc6a-2cc0-4812-98e2-d1d6bd006692" providerId="ADAL" clId="{7E771D46-673D-4AC5-9589-7A9D8583EA3D}" dt="2021-04-16T19:38:04.117" v="97" actId="255"/>
          <ac:spMkLst>
            <pc:docMk/>
            <pc:sldMk cId="2154895255" sldId="2146848041"/>
            <ac:spMk id="11" creationId="{9631F0D7-3016-4F3F-94FC-DA0B0F2A4E35}"/>
          </ac:spMkLst>
        </pc:spChg>
      </pc:sldChg>
      <pc:sldChg chg="addSp delSp modSp mod">
        <pc:chgData name="Ratliff, B." userId="8d82cc6a-2cc0-4812-98e2-d1d6bd006692" providerId="ADAL" clId="{7E771D46-673D-4AC5-9589-7A9D8583EA3D}" dt="2021-04-16T19:39:50.600" v="107" actId="207"/>
        <pc:sldMkLst>
          <pc:docMk/>
          <pc:sldMk cId="2820513527" sldId="2146848049"/>
        </pc:sldMkLst>
        <pc:spChg chg="del">
          <ac:chgData name="Ratliff, B." userId="8d82cc6a-2cc0-4812-98e2-d1d6bd006692" providerId="ADAL" clId="{7E771D46-673D-4AC5-9589-7A9D8583EA3D}" dt="2021-04-16T19:39:31.023" v="105" actId="478"/>
          <ac:spMkLst>
            <pc:docMk/>
            <pc:sldMk cId="2820513527" sldId="2146848049"/>
            <ac:spMk id="7" creationId="{8F29F18B-EF65-4008-AB1F-0718082FD766}"/>
          </ac:spMkLst>
        </pc:spChg>
        <pc:spChg chg="add mod">
          <ac:chgData name="Ratliff, B." userId="8d82cc6a-2cc0-4812-98e2-d1d6bd006692" providerId="ADAL" clId="{7E771D46-673D-4AC5-9589-7A9D8583EA3D}" dt="2021-04-16T19:39:50.600" v="107" actId="207"/>
          <ac:spMkLst>
            <pc:docMk/>
            <pc:sldMk cId="2820513527" sldId="2146848049"/>
            <ac:spMk id="8" creationId="{CDF147EA-BF66-4442-AFAD-EB3E93565031}"/>
          </ac:spMkLst>
        </pc:spChg>
        <pc:spChg chg="add mod">
          <ac:chgData name="Ratliff, B." userId="8d82cc6a-2cc0-4812-98e2-d1d6bd006692" providerId="ADAL" clId="{7E771D46-673D-4AC5-9589-7A9D8583EA3D}" dt="2021-04-16T19:39:50.600" v="107" actId="207"/>
          <ac:spMkLst>
            <pc:docMk/>
            <pc:sldMk cId="2820513527" sldId="2146848049"/>
            <ac:spMk id="9" creationId="{66BCE7A1-A87A-4C6E-ACCA-BCD0344CCC5A}"/>
          </ac:spMkLst>
        </pc:spChg>
      </pc:sldChg>
      <pc:sldChg chg="addSp delSp modSp mod">
        <pc:chgData name="Ratliff, B." userId="8d82cc6a-2cc0-4812-98e2-d1d6bd006692" providerId="ADAL" clId="{7E771D46-673D-4AC5-9589-7A9D8583EA3D}" dt="2021-04-16T19:40:31.831" v="112" actId="207"/>
        <pc:sldMkLst>
          <pc:docMk/>
          <pc:sldMk cId="92841403" sldId="2146848062"/>
        </pc:sldMkLst>
        <pc:spChg chg="add del mod">
          <ac:chgData name="Ratliff, B." userId="8d82cc6a-2cc0-4812-98e2-d1d6bd006692" providerId="ADAL" clId="{7E771D46-673D-4AC5-9589-7A9D8583EA3D}" dt="2021-04-16T19:40:21.447" v="109" actId="478"/>
          <ac:spMkLst>
            <pc:docMk/>
            <pc:sldMk cId="92841403" sldId="2146848062"/>
            <ac:spMk id="3" creationId="{975C21D3-C80C-4962-A4E4-11F24439EB2F}"/>
          </ac:spMkLst>
        </pc:spChg>
        <pc:spChg chg="add del mod">
          <ac:chgData name="Ratliff, B." userId="8d82cc6a-2cc0-4812-98e2-d1d6bd006692" providerId="ADAL" clId="{7E771D46-673D-4AC5-9589-7A9D8583EA3D}" dt="2021-04-16T19:40:21.447" v="109" actId="478"/>
          <ac:spMkLst>
            <pc:docMk/>
            <pc:sldMk cId="92841403" sldId="2146848062"/>
            <ac:spMk id="4" creationId="{8ABB5500-7D8D-46C9-AC9F-46383693D3C2}"/>
          </ac:spMkLst>
        </pc:spChg>
        <pc:spChg chg="add del mod">
          <ac:chgData name="Ratliff, B." userId="8d82cc6a-2cc0-4812-98e2-d1d6bd006692" providerId="ADAL" clId="{7E771D46-673D-4AC5-9589-7A9D8583EA3D}" dt="2021-04-16T19:40:28.379" v="111" actId="478"/>
          <ac:spMkLst>
            <pc:docMk/>
            <pc:sldMk cId="92841403" sldId="2146848062"/>
            <ac:spMk id="5" creationId="{C0C55E98-70E8-42AC-A8FF-02EA52C36CE6}"/>
          </ac:spMkLst>
        </pc:spChg>
        <pc:spChg chg="add mod">
          <ac:chgData name="Ratliff, B." userId="8d82cc6a-2cc0-4812-98e2-d1d6bd006692" providerId="ADAL" clId="{7E771D46-673D-4AC5-9589-7A9D8583EA3D}" dt="2021-04-16T19:40:31.831" v="112" actId="207"/>
          <ac:spMkLst>
            <pc:docMk/>
            <pc:sldMk cId="92841403" sldId="2146848062"/>
            <ac:spMk id="6" creationId="{1E0B7587-9A07-4621-9D7D-87B17C2B0DC9}"/>
          </ac:spMkLst>
        </pc:spChg>
      </pc:sldChg>
      <pc:sldChg chg="addSp modSp">
        <pc:chgData name="Ratliff, B." userId="8d82cc6a-2cc0-4812-98e2-d1d6bd006692" providerId="ADAL" clId="{7E771D46-673D-4AC5-9589-7A9D8583EA3D}" dt="2021-04-16T19:46:54.861" v="155"/>
        <pc:sldMkLst>
          <pc:docMk/>
          <pc:sldMk cId="880263693" sldId="2146848068"/>
        </pc:sldMkLst>
        <pc:spChg chg="add mod">
          <ac:chgData name="Ratliff, B." userId="8d82cc6a-2cc0-4812-98e2-d1d6bd006692" providerId="ADAL" clId="{7E771D46-673D-4AC5-9589-7A9D8583EA3D}" dt="2021-04-16T19:46:54.861" v="155"/>
          <ac:spMkLst>
            <pc:docMk/>
            <pc:sldMk cId="880263693" sldId="2146848068"/>
            <ac:spMk id="12" creationId="{1C96E95B-3766-495B-B316-0D25B529F8C5}"/>
          </ac:spMkLst>
        </pc:spChg>
        <pc:spChg chg="add mod">
          <ac:chgData name="Ratliff, B." userId="8d82cc6a-2cc0-4812-98e2-d1d6bd006692" providerId="ADAL" clId="{7E771D46-673D-4AC5-9589-7A9D8583EA3D}" dt="2021-04-16T19:46:54.861" v="155"/>
          <ac:spMkLst>
            <pc:docMk/>
            <pc:sldMk cId="880263693" sldId="2146848068"/>
            <ac:spMk id="13" creationId="{084EB890-A10F-4446-9B29-D4D888486E6D}"/>
          </ac:spMkLst>
        </pc:spChg>
      </pc:sldChg>
      <pc:sldChg chg="modSp">
        <pc:chgData name="Ratliff, B." userId="8d82cc6a-2cc0-4812-98e2-d1d6bd006692" providerId="ADAL" clId="{7E771D46-673D-4AC5-9589-7A9D8583EA3D}" dt="2021-04-16T20:06:42.426" v="206" actId="207"/>
        <pc:sldMkLst>
          <pc:docMk/>
          <pc:sldMk cId="2141603944" sldId="2146848075"/>
        </pc:sldMkLst>
        <pc:spChg chg="mod">
          <ac:chgData name="Ratliff, B." userId="8d82cc6a-2cc0-4812-98e2-d1d6bd006692" providerId="ADAL" clId="{7E771D46-673D-4AC5-9589-7A9D8583EA3D}" dt="2021-04-16T20:06:42.426" v="206" actId="207"/>
          <ac:spMkLst>
            <pc:docMk/>
            <pc:sldMk cId="2141603944" sldId="2146848075"/>
            <ac:spMk id="13" creationId="{1E6C01CA-C1AB-4C38-AD50-ADA5E41808FD}"/>
          </ac:spMkLst>
        </pc:spChg>
        <pc:spChg chg="mod">
          <ac:chgData name="Ratliff, B." userId="8d82cc6a-2cc0-4812-98e2-d1d6bd006692" providerId="ADAL" clId="{7E771D46-673D-4AC5-9589-7A9D8583EA3D}" dt="2021-04-16T20:06:42.426" v="206" actId="207"/>
          <ac:spMkLst>
            <pc:docMk/>
            <pc:sldMk cId="2141603944" sldId="2146848075"/>
            <ac:spMk id="16" creationId="{CDE614DC-4ADD-454D-AF96-7D03088FF8E2}"/>
          </ac:spMkLst>
        </pc:spChg>
      </pc:sldChg>
      <pc:sldChg chg="modSp">
        <pc:chgData name="Ratliff, B." userId="8d82cc6a-2cc0-4812-98e2-d1d6bd006692" providerId="ADAL" clId="{7E771D46-673D-4AC5-9589-7A9D8583EA3D}" dt="2021-04-16T20:06:49.464" v="207" actId="207"/>
        <pc:sldMkLst>
          <pc:docMk/>
          <pc:sldMk cId="3472101874" sldId="2146848076"/>
        </pc:sldMkLst>
        <pc:spChg chg="mod">
          <ac:chgData name="Ratliff, B." userId="8d82cc6a-2cc0-4812-98e2-d1d6bd006692" providerId="ADAL" clId="{7E771D46-673D-4AC5-9589-7A9D8583EA3D}" dt="2021-04-16T20:06:49.464" v="207" actId="207"/>
          <ac:spMkLst>
            <pc:docMk/>
            <pc:sldMk cId="3472101874" sldId="2146848076"/>
            <ac:spMk id="11" creationId="{BCEE0F1F-AE64-4353-83B3-1DDAF2C282DD}"/>
          </ac:spMkLst>
        </pc:spChg>
        <pc:spChg chg="mod">
          <ac:chgData name="Ratliff, B." userId="8d82cc6a-2cc0-4812-98e2-d1d6bd006692" providerId="ADAL" clId="{7E771D46-673D-4AC5-9589-7A9D8583EA3D}" dt="2021-04-16T20:06:49.464" v="207" actId="207"/>
          <ac:spMkLst>
            <pc:docMk/>
            <pc:sldMk cId="3472101874" sldId="2146848076"/>
            <ac:spMk id="13" creationId="{E845EA3E-B166-4A16-8D40-97362844AE79}"/>
          </ac:spMkLst>
        </pc:spChg>
      </pc:sldChg>
      <pc:sldChg chg="modSp mod">
        <pc:chgData name="Ratliff, B." userId="8d82cc6a-2cc0-4812-98e2-d1d6bd006692" providerId="ADAL" clId="{7E771D46-673D-4AC5-9589-7A9D8583EA3D}" dt="2021-04-16T20:05:49.582" v="204" actId="207"/>
        <pc:sldMkLst>
          <pc:docMk/>
          <pc:sldMk cId="1382408786" sldId="2146848078"/>
        </pc:sldMkLst>
        <pc:spChg chg="mod">
          <ac:chgData name="Ratliff, B." userId="8d82cc6a-2cc0-4812-98e2-d1d6bd006692" providerId="ADAL" clId="{7E771D46-673D-4AC5-9589-7A9D8583EA3D}" dt="2021-04-16T20:05:49.582" v="204" actId="207"/>
          <ac:spMkLst>
            <pc:docMk/>
            <pc:sldMk cId="1382408786" sldId="2146848078"/>
            <ac:spMk id="59" creationId="{805D843E-98F5-4991-BFE7-A47F174C69F1}"/>
          </ac:spMkLst>
        </pc:spChg>
        <pc:spChg chg="mod">
          <ac:chgData name="Ratliff, B." userId="8d82cc6a-2cc0-4812-98e2-d1d6bd006692" providerId="ADAL" clId="{7E771D46-673D-4AC5-9589-7A9D8583EA3D}" dt="2021-04-16T20:05:49.582" v="204" actId="207"/>
          <ac:spMkLst>
            <pc:docMk/>
            <pc:sldMk cId="1382408786" sldId="2146848078"/>
            <ac:spMk id="60" creationId="{B255646B-A814-42FA-AD59-456E8CAF0A9D}"/>
          </ac:spMkLst>
        </pc:spChg>
      </pc:sldChg>
      <pc:sldChg chg="modSp mod">
        <pc:chgData name="Ratliff, B." userId="8d82cc6a-2cc0-4812-98e2-d1d6bd006692" providerId="ADAL" clId="{7E771D46-673D-4AC5-9589-7A9D8583EA3D}" dt="2021-04-16T19:42:29.507" v="124" actId="1076"/>
        <pc:sldMkLst>
          <pc:docMk/>
          <pc:sldMk cId="1344230032" sldId="2146848079"/>
        </pc:sldMkLst>
        <pc:spChg chg="mod">
          <ac:chgData name="Ratliff, B." userId="8d82cc6a-2cc0-4812-98e2-d1d6bd006692" providerId="ADAL" clId="{7E771D46-673D-4AC5-9589-7A9D8583EA3D}" dt="2021-04-16T19:42:21.365" v="123" actId="1076"/>
          <ac:spMkLst>
            <pc:docMk/>
            <pc:sldMk cId="1344230032" sldId="2146848079"/>
            <ac:spMk id="10" creationId="{0E7FA29F-B126-4771-9547-2C9C83E26634}"/>
          </ac:spMkLst>
        </pc:spChg>
        <pc:spChg chg="mod">
          <ac:chgData name="Ratliff, B." userId="8d82cc6a-2cc0-4812-98e2-d1d6bd006692" providerId="ADAL" clId="{7E771D46-673D-4AC5-9589-7A9D8583EA3D}" dt="2021-04-16T19:42:29.507" v="124" actId="1076"/>
          <ac:spMkLst>
            <pc:docMk/>
            <pc:sldMk cId="1344230032" sldId="2146848079"/>
            <ac:spMk id="11" creationId="{BC779161-3ED1-4758-82D6-BA45D30F689D}"/>
          </ac:spMkLst>
        </pc:spChg>
      </pc:sldChg>
      <pc:sldChg chg="addSp delSp modSp mod">
        <pc:chgData name="Ratliff, B." userId="8d82cc6a-2cc0-4812-98e2-d1d6bd006692" providerId="ADAL" clId="{7E771D46-673D-4AC5-9589-7A9D8583EA3D}" dt="2021-04-16T19:42:44.583" v="127" actId="207"/>
        <pc:sldMkLst>
          <pc:docMk/>
          <pc:sldMk cId="2459848864" sldId="2146848080"/>
        </pc:sldMkLst>
        <pc:spChg chg="add del mod">
          <ac:chgData name="Ratliff, B." userId="8d82cc6a-2cc0-4812-98e2-d1d6bd006692" providerId="ADAL" clId="{7E771D46-673D-4AC5-9589-7A9D8583EA3D}" dt="2021-04-16T19:42:40.944" v="126" actId="478"/>
          <ac:spMkLst>
            <pc:docMk/>
            <pc:sldMk cId="2459848864" sldId="2146848080"/>
            <ac:spMk id="3" creationId="{1C810FE4-F69D-4C0E-AB7A-63D6A7BC72A5}"/>
          </ac:spMkLst>
        </pc:spChg>
        <pc:spChg chg="add mod">
          <ac:chgData name="Ratliff, B." userId="8d82cc6a-2cc0-4812-98e2-d1d6bd006692" providerId="ADAL" clId="{7E771D46-673D-4AC5-9589-7A9D8583EA3D}" dt="2021-04-16T19:42:44.583" v="127" actId="207"/>
          <ac:spMkLst>
            <pc:docMk/>
            <pc:sldMk cId="2459848864" sldId="2146848080"/>
            <ac:spMk id="4" creationId="{3D46492D-362B-405F-A13B-E0FD4C11C1AF}"/>
          </ac:spMkLst>
        </pc:spChg>
      </pc:sldChg>
      <pc:sldChg chg="addSp modSp">
        <pc:chgData name="Ratliff, B." userId="8d82cc6a-2cc0-4812-98e2-d1d6bd006692" providerId="ADAL" clId="{7E771D46-673D-4AC5-9589-7A9D8583EA3D}" dt="2021-04-16T19:42:52.671" v="129" actId="207"/>
        <pc:sldMkLst>
          <pc:docMk/>
          <pc:sldMk cId="173810927" sldId="2146848082"/>
        </pc:sldMkLst>
        <pc:spChg chg="add mod">
          <ac:chgData name="Ratliff, B." userId="8d82cc6a-2cc0-4812-98e2-d1d6bd006692" providerId="ADAL" clId="{7E771D46-673D-4AC5-9589-7A9D8583EA3D}" dt="2021-04-16T19:42:52.671" v="129" actId="207"/>
          <ac:spMkLst>
            <pc:docMk/>
            <pc:sldMk cId="173810927" sldId="2146848082"/>
            <ac:spMk id="3" creationId="{293FE214-A503-48F7-B261-E1F29356378E}"/>
          </ac:spMkLst>
        </pc:spChg>
        <pc:spChg chg="add mod">
          <ac:chgData name="Ratliff, B." userId="8d82cc6a-2cc0-4812-98e2-d1d6bd006692" providerId="ADAL" clId="{7E771D46-673D-4AC5-9589-7A9D8583EA3D}" dt="2021-04-16T19:42:52.671" v="129" actId="207"/>
          <ac:spMkLst>
            <pc:docMk/>
            <pc:sldMk cId="173810927" sldId="2146848082"/>
            <ac:spMk id="4" creationId="{EB120BC7-74B0-4289-A446-684DFAE78D95}"/>
          </ac:spMkLst>
        </pc:spChg>
      </pc:sldChg>
      <pc:sldChg chg="modSp mod">
        <pc:chgData name="Ratliff, B." userId="8d82cc6a-2cc0-4812-98e2-d1d6bd006692" providerId="ADAL" clId="{7E771D46-673D-4AC5-9589-7A9D8583EA3D}" dt="2021-04-16T19:43:44.658" v="135" actId="207"/>
        <pc:sldMkLst>
          <pc:docMk/>
          <pc:sldMk cId="2661023269" sldId="2146848083"/>
        </pc:sldMkLst>
        <pc:spChg chg="mod">
          <ac:chgData name="Ratliff, B." userId="8d82cc6a-2cc0-4812-98e2-d1d6bd006692" providerId="ADAL" clId="{7E771D46-673D-4AC5-9589-7A9D8583EA3D}" dt="2021-04-16T19:43:44.658" v="135" actId="207"/>
          <ac:spMkLst>
            <pc:docMk/>
            <pc:sldMk cId="2661023269" sldId="2146848083"/>
            <ac:spMk id="59" creationId="{805D843E-98F5-4991-BFE7-A47F174C69F1}"/>
          </ac:spMkLst>
        </pc:spChg>
        <pc:spChg chg="mod">
          <ac:chgData name="Ratliff, B." userId="8d82cc6a-2cc0-4812-98e2-d1d6bd006692" providerId="ADAL" clId="{7E771D46-673D-4AC5-9589-7A9D8583EA3D}" dt="2021-04-16T19:43:44.658" v="135" actId="207"/>
          <ac:spMkLst>
            <pc:docMk/>
            <pc:sldMk cId="2661023269" sldId="2146848083"/>
            <ac:spMk id="60" creationId="{B255646B-A814-42FA-AD59-456E8CAF0A9D}"/>
          </ac:spMkLst>
        </pc:spChg>
      </pc:sldChg>
      <pc:sldChg chg="addSp delSp modSp mod">
        <pc:chgData name="Ratliff, B." userId="8d82cc6a-2cc0-4812-98e2-d1d6bd006692" providerId="ADAL" clId="{7E771D46-673D-4AC5-9589-7A9D8583EA3D}" dt="2021-04-16T19:44:16.047" v="138" actId="207"/>
        <pc:sldMkLst>
          <pc:docMk/>
          <pc:sldMk cId="1392373928" sldId="2146848097"/>
        </pc:sldMkLst>
        <pc:spChg chg="add del mod">
          <ac:chgData name="Ratliff, B." userId="8d82cc6a-2cc0-4812-98e2-d1d6bd006692" providerId="ADAL" clId="{7E771D46-673D-4AC5-9589-7A9D8583EA3D}" dt="2021-04-16T19:44:10.969" v="137" actId="478"/>
          <ac:spMkLst>
            <pc:docMk/>
            <pc:sldMk cId="1392373928" sldId="2146848097"/>
            <ac:spMk id="3" creationId="{2BC5F191-9B6C-4DE9-81D7-C4805170A85A}"/>
          </ac:spMkLst>
        </pc:spChg>
        <pc:spChg chg="add mod">
          <ac:chgData name="Ratliff, B." userId="8d82cc6a-2cc0-4812-98e2-d1d6bd006692" providerId="ADAL" clId="{7E771D46-673D-4AC5-9589-7A9D8583EA3D}" dt="2021-04-16T19:44:16.047" v="138" actId="207"/>
          <ac:spMkLst>
            <pc:docMk/>
            <pc:sldMk cId="1392373928" sldId="2146848097"/>
            <ac:spMk id="4" creationId="{4DA6191C-FBB1-4235-8931-B89FD084E39C}"/>
          </ac:spMkLst>
        </pc:spChg>
      </pc:sldChg>
      <pc:sldChg chg="addSp delSp modSp mod">
        <pc:chgData name="Ratliff, B." userId="8d82cc6a-2cc0-4812-98e2-d1d6bd006692" providerId="ADAL" clId="{7E771D46-673D-4AC5-9589-7A9D8583EA3D}" dt="2021-04-16T20:05:19.416" v="203" actId="207"/>
        <pc:sldMkLst>
          <pc:docMk/>
          <pc:sldMk cId="4092349712" sldId="2146848100"/>
        </pc:sldMkLst>
        <pc:spChg chg="del mod">
          <ac:chgData name="Ratliff, B." userId="8d82cc6a-2cc0-4812-98e2-d1d6bd006692" providerId="ADAL" clId="{7E771D46-673D-4AC5-9589-7A9D8583EA3D}" dt="2021-04-16T20:05:13.961" v="200" actId="478"/>
          <ac:spMkLst>
            <pc:docMk/>
            <pc:sldMk cId="4092349712" sldId="2146848100"/>
            <ac:spMk id="2" creationId="{CF18148C-AF24-A243-81CF-D5E57E5C03E3}"/>
          </ac:spMkLst>
        </pc:spChg>
        <pc:spChg chg="del mod">
          <ac:chgData name="Ratliff, B." userId="8d82cc6a-2cc0-4812-98e2-d1d6bd006692" providerId="ADAL" clId="{7E771D46-673D-4AC5-9589-7A9D8583EA3D}" dt="2021-04-16T20:05:15.639" v="201" actId="478"/>
          <ac:spMkLst>
            <pc:docMk/>
            <pc:sldMk cId="4092349712" sldId="2146848100"/>
            <ac:spMk id="3" creationId="{289E4E31-4248-1248-9E07-D746D95E20EA}"/>
          </ac:spMkLst>
        </pc:spChg>
        <pc:spChg chg="add mod">
          <ac:chgData name="Ratliff, B." userId="8d82cc6a-2cc0-4812-98e2-d1d6bd006692" providerId="ADAL" clId="{7E771D46-673D-4AC5-9589-7A9D8583EA3D}" dt="2021-04-16T20:05:19.416" v="203" actId="207"/>
          <ac:spMkLst>
            <pc:docMk/>
            <pc:sldMk cId="4092349712" sldId="2146848100"/>
            <ac:spMk id="9" creationId="{9C5E3AD9-6B26-4A5C-BCDC-5F33B4CFCB1A}"/>
          </ac:spMkLst>
        </pc:spChg>
        <pc:spChg chg="add mod">
          <ac:chgData name="Ratliff, B." userId="8d82cc6a-2cc0-4812-98e2-d1d6bd006692" providerId="ADAL" clId="{7E771D46-673D-4AC5-9589-7A9D8583EA3D}" dt="2021-04-16T20:05:19.416" v="203" actId="207"/>
          <ac:spMkLst>
            <pc:docMk/>
            <pc:sldMk cId="4092349712" sldId="2146848100"/>
            <ac:spMk id="10" creationId="{9263F506-FF1E-412E-8F45-3329D2E88947}"/>
          </ac:spMkLst>
        </pc:spChg>
      </pc:sldChg>
      <pc:sldChg chg="addSp delSp modSp mod">
        <pc:chgData name="Ratliff, B." userId="8d82cc6a-2cc0-4812-98e2-d1d6bd006692" providerId="ADAL" clId="{7E771D46-673D-4AC5-9589-7A9D8583EA3D}" dt="2021-04-16T19:45:44.079" v="146" actId="207"/>
        <pc:sldMkLst>
          <pc:docMk/>
          <pc:sldMk cId="3562295947" sldId="2146848160"/>
        </pc:sldMkLst>
        <pc:spChg chg="add mod">
          <ac:chgData name="Ratliff, B." userId="8d82cc6a-2cc0-4812-98e2-d1d6bd006692" providerId="ADAL" clId="{7E771D46-673D-4AC5-9589-7A9D8583EA3D}" dt="2021-04-16T19:45:44.079" v="146" actId="207"/>
          <ac:spMkLst>
            <pc:docMk/>
            <pc:sldMk cId="3562295947" sldId="2146848160"/>
            <ac:spMk id="8" creationId="{50F7C2AE-AE2E-4BB0-8DBA-A7A2A97AE518}"/>
          </ac:spMkLst>
        </pc:spChg>
        <pc:spChg chg="add del mod">
          <ac:chgData name="Ratliff, B." userId="8d82cc6a-2cc0-4812-98e2-d1d6bd006692" providerId="ADAL" clId="{7E771D46-673D-4AC5-9589-7A9D8583EA3D}" dt="2021-04-16T19:45:40.167" v="145" actId="478"/>
          <ac:spMkLst>
            <pc:docMk/>
            <pc:sldMk cId="3562295947" sldId="2146848160"/>
            <ac:spMk id="10" creationId="{73E6C59B-0954-4CEC-9945-67B7F904BC31}"/>
          </ac:spMkLst>
        </pc:spChg>
      </pc:sldChg>
      <pc:sldChg chg="addSp delSp modSp mod delAnim modAnim">
        <pc:chgData name="Ratliff, B." userId="8d82cc6a-2cc0-4812-98e2-d1d6bd006692" providerId="ADAL" clId="{7E771D46-673D-4AC5-9589-7A9D8583EA3D}" dt="2021-04-16T19:45:59.715" v="147"/>
        <pc:sldMkLst>
          <pc:docMk/>
          <pc:sldMk cId="1798871653" sldId="2146848161"/>
        </pc:sldMkLst>
        <pc:spChg chg="add mod">
          <ac:chgData name="Ratliff, B." userId="8d82cc6a-2cc0-4812-98e2-d1d6bd006692" providerId="ADAL" clId="{7E771D46-673D-4AC5-9589-7A9D8583EA3D}" dt="2021-04-16T19:45:59.715" v="147"/>
          <ac:spMkLst>
            <pc:docMk/>
            <pc:sldMk cId="1798871653" sldId="2146848161"/>
            <ac:spMk id="3" creationId="{BAE77C09-8E5C-450E-97D5-B209DC31CF26}"/>
          </ac:spMkLst>
        </pc:spChg>
        <pc:picChg chg="add mod">
          <ac:chgData name="Ratliff, B." userId="8d82cc6a-2cc0-4812-98e2-d1d6bd006692" providerId="ADAL" clId="{7E771D46-673D-4AC5-9589-7A9D8583EA3D}" dt="2021-04-15T21:12:27.398" v="16"/>
          <ac:picMkLst>
            <pc:docMk/>
            <pc:sldMk cId="1798871653" sldId="2146848161"/>
            <ac:picMk id="2" creationId="{99FAE9E7-3816-447F-AD22-6E351160EB8D}"/>
          </ac:picMkLst>
        </pc:picChg>
        <pc:picChg chg="del">
          <ac:chgData name="Ratliff, B." userId="8d82cc6a-2cc0-4812-98e2-d1d6bd006692" providerId="ADAL" clId="{7E771D46-673D-4AC5-9589-7A9D8583EA3D}" dt="2021-04-15T21:11:57.479" v="10" actId="478"/>
          <ac:picMkLst>
            <pc:docMk/>
            <pc:sldMk cId="1798871653" sldId="2146848161"/>
            <ac:picMk id="3" creationId="{9D2A3AB5-EB31-4FEF-8F90-746531D080DA}"/>
          </ac:picMkLst>
        </pc:picChg>
      </pc:sldChg>
      <pc:sldChg chg="addSp modSp">
        <pc:chgData name="Ratliff, B." userId="8d82cc6a-2cc0-4812-98e2-d1d6bd006692" providerId="ADAL" clId="{7E771D46-673D-4AC5-9589-7A9D8583EA3D}" dt="2021-04-16T19:46:08.275" v="148"/>
        <pc:sldMkLst>
          <pc:docMk/>
          <pc:sldMk cId="269263222" sldId="2146848162"/>
        </pc:sldMkLst>
        <pc:spChg chg="add mod">
          <ac:chgData name="Ratliff, B." userId="8d82cc6a-2cc0-4812-98e2-d1d6bd006692" providerId="ADAL" clId="{7E771D46-673D-4AC5-9589-7A9D8583EA3D}" dt="2021-04-16T19:46:08.275" v="148"/>
          <ac:spMkLst>
            <pc:docMk/>
            <pc:sldMk cId="269263222" sldId="2146848162"/>
            <ac:spMk id="2" creationId="{262D8B8C-3B50-4219-A683-DDE6D958DA5F}"/>
          </ac:spMkLst>
        </pc:spChg>
      </pc:sldChg>
      <pc:sldChg chg="addSp delSp modSp mod">
        <pc:chgData name="Ratliff, B." userId="8d82cc6a-2cc0-4812-98e2-d1d6bd006692" providerId="ADAL" clId="{7E771D46-673D-4AC5-9589-7A9D8583EA3D}" dt="2021-04-16T19:46:24.823" v="151" actId="207"/>
        <pc:sldMkLst>
          <pc:docMk/>
          <pc:sldMk cId="1659126778" sldId="2146848163"/>
        </pc:sldMkLst>
        <pc:spChg chg="add mod">
          <ac:chgData name="Ratliff, B." userId="8d82cc6a-2cc0-4812-98e2-d1d6bd006692" providerId="ADAL" clId="{7E771D46-673D-4AC5-9589-7A9D8583EA3D}" dt="2021-04-16T19:46:24.823" v="151" actId="207"/>
          <ac:spMkLst>
            <pc:docMk/>
            <pc:sldMk cId="1659126778" sldId="2146848163"/>
            <ac:spMk id="8" creationId="{7A80995B-6F46-40B1-83E4-7A56384E4EB7}"/>
          </ac:spMkLst>
        </pc:spChg>
        <pc:spChg chg="add del mod">
          <ac:chgData name="Ratliff, B." userId="8d82cc6a-2cc0-4812-98e2-d1d6bd006692" providerId="ADAL" clId="{7E771D46-673D-4AC5-9589-7A9D8583EA3D}" dt="2021-04-16T19:46:20.933" v="150" actId="478"/>
          <ac:spMkLst>
            <pc:docMk/>
            <pc:sldMk cId="1659126778" sldId="2146848163"/>
            <ac:spMk id="10" creationId="{09B875DB-91B6-42CE-8215-84DB433E4872}"/>
          </ac:spMkLst>
        </pc:spChg>
      </pc:sldChg>
      <pc:sldChg chg="addSp modSp">
        <pc:chgData name="Ratliff, B." userId="8d82cc6a-2cc0-4812-98e2-d1d6bd006692" providerId="ADAL" clId="{7E771D46-673D-4AC5-9589-7A9D8583EA3D}" dt="2021-04-16T19:46:39.242" v="152"/>
        <pc:sldMkLst>
          <pc:docMk/>
          <pc:sldMk cId="3864222451" sldId="2146848168"/>
        </pc:sldMkLst>
        <pc:spChg chg="add mod">
          <ac:chgData name="Ratliff, B." userId="8d82cc6a-2cc0-4812-98e2-d1d6bd006692" providerId="ADAL" clId="{7E771D46-673D-4AC5-9589-7A9D8583EA3D}" dt="2021-04-16T19:46:39.242" v="152"/>
          <ac:spMkLst>
            <pc:docMk/>
            <pc:sldMk cId="3864222451" sldId="2146848168"/>
            <ac:spMk id="6" creationId="{A569E4CE-2D2B-413A-A243-1769685B1D90}"/>
          </ac:spMkLst>
        </pc:spChg>
        <pc:spChg chg="add mod">
          <ac:chgData name="Ratliff, B." userId="8d82cc6a-2cc0-4812-98e2-d1d6bd006692" providerId="ADAL" clId="{7E771D46-673D-4AC5-9589-7A9D8583EA3D}" dt="2021-04-16T19:46:39.242" v="152"/>
          <ac:spMkLst>
            <pc:docMk/>
            <pc:sldMk cId="3864222451" sldId="2146848168"/>
            <ac:spMk id="7" creationId="{2B6F3C15-59DF-40FA-AC5F-11FDDCFAA481}"/>
          </ac:spMkLst>
        </pc:spChg>
      </pc:sldChg>
      <pc:sldChg chg="addSp modSp">
        <pc:chgData name="Ratliff, B." userId="8d82cc6a-2cc0-4812-98e2-d1d6bd006692" providerId="ADAL" clId="{7E771D46-673D-4AC5-9589-7A9D8583EA3D}" dt="2021-04-16T19:46:47.735" v="154" actId="207"/>
        <pc:sldMkLst>
          <pc:docMk/>
          <pc:sldMk cId="2927012397" sldId="2146848169"/>
        </pc:sldMkLst>
        <pc:spChg chg="add mod">
          <ac:chgData name="Ratliff, B." userId="8d82cc6a-2cc0-4812-98e2-d1d6bd006692" providerId="ADAL" clId="{7E771D46-673D-4AC5-9589-7A9D8583EA3D}" dt="2021-04-16T19:46:47.735" v="154" actId="207"/>
          <ac:spMkLst>
            <pc:docMk/>
            <pc:sldMk cId="2927012397" sldId="2146848169"/>
            <ac:spMk id="3" creationId="{F2589996-11F8-4022-AF6B-7A82CF5C782D}"/>
          </ac:spMkLst>
        </pc:spChg>
        <pc:spChg chg="add mod">
          <ac:chgData name="Ratliff, B." userId="8d82cc6a-2cc0-4812-98e2-d1d6bd006692" providerId="ADAL" clId="{7E771D46-673D-4AC5-9589-7A9D8583EA3D}" dt="2021-04-16T19:46:47.735" v="154" actId="207"/>
          <ac:spMkLst>
            <pc:docMk/>
            <pc:sldMk cId="2927012397" sldId="2146848169"/>
            <ac:spMk id="5" creationId="{383D7AAC-4A4B-4D2A-A96B-EA3655855CAF}"/>
          </ac:spMkLst>
        </pc:spChg>
      </pc:sldChg>
      <pc:sldChg chg="modSp mod">
        <pc:chgData name="Ratliff, B." userId="8d82cc6a-2cc0-4812-98e2-d1d6bd006692" providerId="ADAL" clId="{7E771D46-673D-4AC5-9589-7A9D8583EA3D}" dt="2021-04-16T19:38:43.355" v="100" actId="1076"/>
        <pc:sldMkLst>
          <pc:docMk/>
          <pc:sldMk cId="1942964081" sldId="2146848171"/>
        </pc:sldMkLst>
        <pc:spChg chg="mod">
          <ac:chgData name="Ratliff, B." userId="8d82cc6a-2cc0-4812-98e2-d1d6bd006692" providerId="ADAL" clId="{7E771D46-673D-4AC5-9589-7A9D8583EA3D}" dt="2021-04-16T19:38:43.355" v="100" actId="1076"/>
          <ac:spMkLst>
            <pc:docMk/>
            <pc:sldMk cId="1942964081" sldId="2146848171"/>
            <ac:spMk id="11" creationId="{465E74BB-0D90-4FC8-A1F6-A99193545154}"/>
          </ac:spMkLst>
        </pc:spChg>
        <pc:spChg chg="mod">
          <ac:chgData name="Ratliff, B." userId="8d82cc6a-2cc0-4812-98e2-d1d6bd006692" providerId="ADAL" clId="{7E771D46-673D-4AC5-9589-7A9D8583EA3D}" dt="2021-04-16T19:38:34.538" v="99" actId="255"/>
          <ac:spMkLst>
            <pc:docMk/>
            <pc:sldMk cId="1942964081" sldId="2146848171"/>
            <ac:spMk id="12" creationId="{812BB27B-D41D-4F21-A9A4-5A3BDC545DE0}"/>
          </ac:spMkLst>
        </pc:spChg>
      </pc:sldChg>
      <pc:sldChg chg="modSp mod">
        <pc:chgData name="Ratliff, B." userId="8d82cc6a-2cc0-4812-98e2-d1d6bd006692" providerId="ADAL" clId="{7E771D46-673D-4AC5-9589-7A9D8583EA3D}" dt="2021-04-16T19:38:59.083" v="102" actId="255"/>
        <pc:sldMkLst>
          <pc:docMk/>
          <pc:sldMk cId="2796245324" sldId="2146848172"/>
        </pc:sldMkLst>
        <pc:spChg chg="mod">
          <ac:chgData name="Ratliff, B." userId="8d82cc6a-2cc0-4812-98e2-d1d6bd006692" providerId="ADAL" clId="{7E771D46-673D-4AC5-9589-7A9D8583EA3D}" dt="2021-04-16T19:38:53.780" v="101" actId="255"/>
          <ac:spMkLst>
            <pc:docMk/>
            <pc:sldMk cId="2796245324" sldId="2146848172"/>
            <ac:spMk id="15" creationId="{BBE64893-9D7E-4B3B-A023-988897518F32}"/>
          </ac:spMkLst>
        </pc:spChg>
        <pc:spChg chg="mod">
          <ac:chgData name="Ratliff, B." userId="8d82cc6a-2cc0-4812-98e2-d1d6bd006692" providerId="ADAL" clId="{7E771D46-673D-4AC5-9589-7A9D8583EA3D}" dt="2021-04-16T19:38:59.083" v="102" actId="255"/>
          <ac:spMkLst>
            <pc:docMk/>
            <pc:sldMk cId="2796245324" sldId="2146848172"/>
            <ac:spMk id="16" creationId="{5142B6FD-C73A-473B-9E0A-642045EAEE3D}"/>
          </ac:spMkLst>
        </pc:spChg>
      </pc:sldChg>
      <pc:sldChg chg="modNotesTx">
        <pc:chgData name="Ratliff, B." userId="8d82cc6a-2cc0-4812-98e2-d1d6bd006692" providerId="ADAL" clId="{7E771D46-673D-4AC5-9589-7A9D8583EA3D}" dt="2021-04-16T20:17:35.805" v="297" actId="20577"/>
        <pc:sldMkLst>
          <pc:docMk/>
          <pc:sldMk cId="2984313924" sldId="2146848189"/>
        </pc:sldMkLst>
      </pc:sldChg>
      <pc:sldChg chg="modSp modNotesTx">
        <pc:chgData name="Ratliff, B." userId="8d82cc6a-2cc0-4812-98e2-d1d6bd006692" providerId="ADAL" clId="{7E771D46-673D-4AC5-9589-7A9D8583EA3D}" dt="2021-04-16T20:26:34.451" v="561" actId="20577"/>
        <pc:sldMkLst>
          <pc:docMk/>
          <pc:sldMk cId="2005434096" sldId="2146848190"/>
        </pc:sldMkLst>
        <pc:spChg chg="mod">
          <ac:chgData name="Ratliff, B." userId="8d82cc6a-2cc0-4812-98e2-d1d6bd006692" providerId="ADAL" clId="{7E771D46-673D-4AC5-9589-7A9D8583EA3D}" dt="2021-04-16T20:06:25.173" v="205"/>
          <ac:spMkLst>
            <pc:docMk/>
            <pc:sldMk cId="2005434096" sldId="2146848190"/>
            <ac:spMk id="2" creationId="{95BB14D5-D705-47C3-9713-5916F3F6B71B}"/>
          </ac:spMkLst>
        </pc:spChg>
      </pc:sldChg>
      <pc:sldChg chg="modSp modNotesTx">
        <pc:chgData name="Ratliff, B." userId="8d82cc6a-2cc0-4812-98e2-d1d6bd006692" providerId="ADAL" clId="{7E771D46-673D-4AC5-9589-7A9D8583EA3D}" dt="2021-04-16T20:33:42.083" v="1046" actId="20577"/>
        <pc:sldMkLst>
          <pc:docMk/>
          <pc:sldMk cId="2292783361" sldId="2146848191"/>
        </pc:sldMkLst>
        <pc:spChg chg="mod">
          <ac:chgData name="Ratliff, B." userId="8d82cc6a-2cc0-4812-98e2-d1d6bd006692" providerId="ADAL" clId="{7E771D46-673D-4AC5-9589-7A9D8583EA3D}" dt="2021-04-16T19:54:21.796" v="169"/>
          <ac:spMkLst>
            <pc:docMk/>
            <pc:sldMk cId="2292783361" sldId="2146848191"/>
            <ac:spMk id="2" creationId="{95BB14D5-D705-47C3-9713-5916F3F6B71B}"/>
          </ac:spMkLst>
        </pc:spChg>
      </pc:sldChg>
      <pc:sldChg chg="modSp mod">
        <pc:chgData name="Ratliff, B." userId="8d82cc6a-2cc0-4812-98e2-d1d6bd006692" providerId="ADAL" clId="{7E771D46-673D-4AC5-9589-7A9D8583EA3D}" dt="2021-04-16T19:39:17.665" v="104" actId="255"/>
        <pc:sldMkLst>
          <pc:docMk/>
          <pc:sldMk cId="3410856480" sldId="2146848192"/>
        </pc:sldMkLst>
        <pc:spChg chg="mod">
          <ac:chgData name="Ratliff, B." userId="8d82cc6a-2cc0-4812-98e2-d1d6bd006692" providerId="ADAL" clId="{7E771D46-673D-4AC5-9589-7A9D8583EA3D}" dt="2021-04-16T19:39:12.619" v="103" actId="255"/>
          <ac:spMkLst>
            <pc:docMk/>
            <pc:sldMk cId="3410856480" sldId="2146848192"/>
            <ac:spMk id="10" creationId="{E05E0E46-1FCE-4E3B-8B4D-C8AA9237D3BB}"/>
          </ac:spMkLst>
        </pc:spChg>
        <pc:spChg chg="mod">
          <ac:chgData name="Ratliff, B." userId="8d82cc6a-2cc0-4812-98e2-d1d6bd006692" providerId="ADAL" clId="{7E771D46-673D-4AC5-9589-7A9D8583EA3D}" dt="2021-04-16T19:39:17.665" v="104" actId="255"/>
          <ac:spMkLst>
            <pc:docMk/>
            <pc:sldMk cId="3410856480" sldId="2146848192"/>
            <ac:spMk id="11" creationId="{9631F0D7-3016-4F3F-94FC-DA0B0F2A4E35}"/>
          </ac:spMkLst>
        </pc:spChg>
      </pc:sldChg>
      <pc:sldChg chg="addSp delSp modSp mod">
        <pc:chgData name="Ratliff, B." userId="8d82cc6a-2cc0-4812-98e2-d1d6bd006692" providerId="ADAL" clId="{7E771D46-673D-4AC5-9589-7A9D8583EA3D}" dt="2021-04-16T19:41:04.182" v="115" actId="207"/>
        <pc:sldMkLst>
          <pc:docMk/>
          <pc:sldMk cId="776757515" sldId="2146848204"/>
        </pc:sldMkLst>
        <pc:spChg chg="add del mod">
          <ac:chgData name="Ratliff, B." userId="8d82cc6a-2cc0-4812-98e2-d1d6bd006692" providerId="ADAL" clId="{7E771D46-673D-4AC5-9589-7A9D8583EA3D}" dt="2021-04-16T19:40:57.453" v="114" actId="478"/>
          <ac:spMkLst>
            <pc:docMk/>
            <pc:sldMk cId="776757515" sldId="2146848204"/>
            <ac:spMk id="7" creationId="{AF230445-7CEF-4CA1-A315-F955EB27D4B7}"/>
          </ac:spMkLst>
        </pc:spChg>
        <pc:spChg chg="add mod">
          <ac:chgData name="Ratliff, B." userId="8d82cc6a-2cc0-4812-98e2-d1d6bd006692" providerId="ADAL" clId="{7E771D46-673D-4AC5-9589-7A9D8583EA3D}" dt="2021-04-16T19:41:04.182" v="115" actId="207"/>
          <ac:spMkLst>
            <pc:docMk/>
            <pc:sldMk cId="776757515" sldId="2146848204"/>
            <ac:spMk id="8" creationId="{13618227-683D-4A0D-B513-B41E0190192D}"/>
          </ac:spMkLst>
        </pc:spChg>
      </pc:sldChg>
      <pc:sldChg chg="addSp delSp modSp mod">
        <pc:chgData name="Ratliff, B." userId="8d82cc6a-2cc0-4812-98e2-d1d6bd006692" providerId="ADAL" clId="{7E771D46-673D-4AC5-9589-7A9D8583EA3D}" dt="2021-04-16T19:41:17.031" v="118" actId="207"/>
        <pc:sldMkLst>
          <pc:docMk/>
          <pc:sldMk cId="1992568505" sldId="2146848205"/>
        </pc:sldMkLst>
        <pc:spChg chg="add del mod">
          <ac:chgData name="Ratliff, B." userId="8d82cc6a-2cc0-4812-98e2-d1d6bd006692" providerId="ADAL" clId="{7E771D46-673D-4AC5-9589-7A9D8583EA3D}" dt="2021-04-16T19:41:13.645" v="117" actId="478"/>
          <ac:spMkLst>
            <pc:docMk/>
            <pc:sldMk cId="1992568505" sldId="2146848205"/>
            <ac:spMk id="8" creationId="{A542A5BA-D8E0-45E9-8CC4-AEA4D4CBE232}"/>
          </ac:spMkLst>
        </pc:spChg>
        <pc:spChg chg="add mod">
          <ac:chgData name="Ratliff, B." userId="8d82cc6a-2cc0-4812-98e2-d1d6bd006692" providerId="ADAL" clId="{7E771D46-673D-4AC5-9589-7A9D8583EA3D}" dt="2021-04-16T19:41:17.031" v="118" actId="207"/>
          <ac:spMkLst>
            <pc:docMk/>
            <pc:sldMk cId="1992568505" sldId="2146848205"/>
            <ac:spMk id="9" creationId="{D477DD85-F6ED-4227-BEEB-E5D38F174176}"/>
          </ac:spMkLst>
        </pc:spChg>
      </pc:sldChg>
      <pc:sldChg chg="addSp delSp modSp mod">
        <pc:chgData name="Ratliff, B." userId="8d82cc6a-2cc0-4812-98e2-d1d6bd006692" providerId="ADAL" clId="{7E771D46-673D-4AC5-9589-7A9D8583EA3D}" dt="2021-04-16T19:44:54.429" v="143" actId="207"/>
        <pc:sldMkLst>
          <pc:docMk/>
          <pc:sldMk cId="4260491187" sldId="2146848214"/>
        </pc:sldMkLst>
        <pc:spChg chg="add mod">
          <ac:chgData name="Ratliff, B." userId="8d82cc6a-2cc0-4812-98e2-d1d6bd006692" providerId="ADAL" clId="{7E771D46-673D-4AC5-9589-7A9D8583EA3D}" dt="2021-04-16T19:44:54.429" v="143" actId="207"/>
          <ac:spMkLst>
            <pc:docMk/>
            <pc:sldMk cId="4260491187" sldId="2146848214"/>
            <ac:spMk id="8" creationId="{CB0C97FD-C6DC-457A-AED1-67AF10D07EBE}"/>
          </ac:spMkLst>
        </pc:spChg>
        <pc:spChg chg="add del mod">
          <ac:chgData name="Ratliff, B." userId="8d82cc6a-2cc0-4812-98e2-d1d6bd006692" providerId="ADAL" clId="{7E771D46-673D-4AC5-9589-7A9D8583EA3D}" dt="2021-04-16T19:44:48.413" v="141" actId="478"/>
          <ac:spMkLst>
            <pc:docMk/>
            <pc:sldMk cId="4260491187" sldId="2146848214"/>
            <ac:spMk id="10" creationId="{12DBE572-373A-4EF9-A606-B352D0346F42}"/>
          </ac:spMkLst>
        </pc:spChg>
      </pc:sldChg>
      <pc:sldChg chg="modSp add mod modNotesTx">
        <pc:chgData name="Ratliff, B." userId="8d82cc6a-2cc0-4812-98e2-d1d6bd006692" providerId="ADAL" clId="{7E771D46-673D-4AC5-9589-7A9D8583EA3D}" dt="2021-04-16T20:22:08.586" v="328" actId="20577"/>
        <pc:sldMkLst>
          <pc:docMk/>
          <pc:sldMk cId="2427160114" sldId="2146848216"/>
        </pc:sldMkLst>
        <pc:spChg chg="mod">
          <ac:chgData name="Ratliff, B." userId="8d82cc6a-2cc0-4812-98e2-d1d6bd006692" providerId="ADAL" clId="{7E771D46-673D-4AC5-9589-7A9D8583EA3D}" dt="2021-04-16T20:21:25.077" v="324" actId="20577"/>
          <ac:spMkLst>
            <pc:docMk/>
            <pc:sldMk cId="2427160114" sldId="2146848216"/>
            <ac:spMk id="2" creationId="{95BB14D5-D705-47C3-9713-5916F3F6B71B}"/>
          </ac:spMkLst>
        </pc:spChg>
      </pc:sldChg>
      <pc:sldChg chg="add del">
        <pc:chgData name="Ratliff, B." userId="8d82cc6a-2cc0-4812-98e2-d1d6bd006692" providerId="ADAL" clId="{7E771D46-673D-4AC5-9589-7A9D8583EA3D}" dt="2021-04-16T20:27:18.392" v="563"/>
        <pc:sldMkLst>
          <pc:docMk/>
          <pc:sldMk cId="1488297598" sldId="2146848218"/>
        </pc:sldMkLst>
      </pc:sldChg>
      <pc:sldChg chg="modSp add mod ord modNotesTx">
        <pc:chgData name="Ratliff, B." userId="8d82cc6a-2cc0-4812-98e2-d1d6bd006692" providerId="ADAL" clId="{7E771D46-673D-4AC5-9589-7A9D8583EA3D}" dt="2021-04-16T20:30:29.255" v="730" actId="20577"/>
        <pc:sldMkLst>
          <pc:docMk/>
          <pc:sldMk cId="4010609313" sldId="2146848218"/>
        </pc:sldMkLst>
        <pc:spChg chg="mod">
          <ac:chgData name="Ratliff, B." userId="8d82cc6a-2cc0-4812-98e2-d1d6bd006692" providerId="ADAL" clId="{7E771D46-673D-4AC5-9589-7A9D8583EA3D}" dt="2021-04-16T20:27:32.674" v="568" actId="20577"/>
          <ac:spMkLst>
            <pc:docMk/>
            <pc:sldMk cId="4010609313" sldId="2146848218"/>
            <ac:spMk id="2" creationId="{95BB14D5-D705-47C3-9713-5916F3F6B71B}"/>
          </ac:spMkLst>
        </pc:spChg>
      </pc:sldChg>
      <pc:sldMasterChg chg="modSldLayout">
        <pc:chgData name="Ratliff, B." userId="8d82cc6a-2cc0-4812-98e2-d1d6bd006692" providerId="ADAL" clId="{7E771D46-673D-4AC5-9589-7A9D8583EA3D}" dt="2021-04-16T19:16:12.897" v="48"/>
        <pc:sldMasterMkLst>
          <pc:docMk/>
          <pc:sldMasterMk cId="1195103446" sldId="2147483648"/>
        </pc:sldMasterMkLst>
        <pc:sldLayoutChg chg="addSp delSp modSp">
          <pc:chgData name="Ratliff, B." userId="8d82cc6a-2cc0-4812-98e2-d1d6bd006692" providerId="ADAL" clId="{7E771D46-673D-4AC5-9589-7A9D8583EA3D}" dt="2021-04-16T19:13:03.182" v="28"/>
          <pc:sldLayoutMkLst>
            <pc:docMk/>
            <pc:sldMasterMk cId="1195103446" sldId="2147483648"/>
            <pc:sldLayoutMk cId="580181711" sldId="2147483657"/>
          </pc:sldLayoutMkLst>
          <pc:spChg chg="add del mod">
            <ac:chgData name="Ratliff, B." userId="8d82cc6a-2cc0-4812-98e2-d1d6bd006692" providerId="ADAL" clId="{7E771D46-673D-4AC5-9589-7A9D8583EA3D}" dt="2021-04-16T19:11:28.660" v="21"/>
            <ac:spMkLst>
              <pc:docMk/>
              <pc:sldMasterMk cId="1195103446" sldId="2147483648"/>
              <pc:sldLayoutMk cId="580181711" sldId="2147483657"/>
              <ac:spMk id="3" creationId="{1827567C-2CED-41F2-A9AD-A95690A8A219}"/>
            </ac:spMkLst>
          </pc:spChg>
          <pc:spChg chg="add mod">
            <ac:chgData name="Ratliff, B." userId="8d82cc6a-2cc0-4812-98e2-d1d6bd006692" providerId="ADAL" clId="{7E771D46-673D-4AC5-9589-7A9D8583EA3D}" dt="2021-04-16T19:12:00.796" v="22"/>
            <ac:spMkLst>
              <pc:docMk/>
              <pc:sldMasterMk cId="1195103446" sldId="2147483648"/>
              <pc:sldLayoutMk cId="580181711" sldId="2147483657"/>
              <ac:spMk id="6" creationId="{F6F76BCE-8678-4929-A312-356388E3C89F}"/>
            </ac:spMkLst>
          </pc:spChg>
          <pc:spChg chg="add mod">
            <ac:chgData name="Ratliff, B." userId="8d82cc6a-2cc0-4812-98e2-d1d6bd006692" providerId="ADAL" clId="{7E771D46-673D-4AC5-9589-7A9D8583EA3D}" dt="2021-04-16T19:13:03.182" v="28"/>
            <ac:spMkLst>
              <pc:docMk/>
              <pc:sldMasterMk cId="1195103446" sldId="2147483648"/>
              <pc:sldLayoutMk cId="580181711" sldId="2147483657"/>
              <ac:spMk id="7" creationId="{8B4C7564-098C-4116-9B98-29537BFE8DDA}"/>
            </ac:spMkLst>
          </pc:spChg>
        </pc:sldLayoutChg>
        <pc:sldLayoutChg chg="addSp modSp">
          <pc:chgData name="Ratliff, B." userId="8d82cc6a-2cc0-4812-98e2-d1d6bd006692" providerId="ADAL" clId="{7E771D46-673D-4AC5-9589-7A9D8583EA3D}" dt="2021-04-16T19:12:39.891" v="25" actId="207"/>
          <pc:sldLayoutMkLst>
            <pc:docMk/>
            <pc:sldMasterMk cId="1195103446" sldId="2147483648"/>
            <pc:sldLayoutMk cId="3706131452" sldId="2147483739"/>
          </pc:sldLayoutMkLst>
          <pc:spChg chg="add mod">
            <ac:chgData name="Ratliff, B." userId="8d82cc6a-2cc0-4812-98e2-d1d6bd006692" providerId="ADAL" clId="{7E771D46-673D-4AC5-9589-7A9D8583EA3D}" dt="2021-04-16T19:12:39.891" v="25" actId="207"/>
            <ac:spMkLst>
              <pc:docMk/>
              <pc:sldMasterMk cId="1195103446" sldId="2147483648"/>
              <pc:sldLayoutMk cId="3706131452" sldId="2147483739"/>
              <ac:spMk id="9" creationId="{7D61522E-37DD-4858-9480-79957DF33C6B}"/>
            </ac:spMkLst>
          </pc:spChg>
        </pc:sldLayoutChg>
        <pc:sldLayoutChg chg="delSp modSp mod">
          <pc:chgData name="Ratliff, B." userId="8d82cc6a-2cc0-4812-98e2-d1d6bd006692" providerId="ADAL" clId="{7E771D46-673D-4AC5-9589-7A9D8583EA3D}" dt="2021-04-16T19:15:26.866" v="42" actId="478"/>
          <pc:sldLayoutMkLst>
            <pc:docMk/>
            <pc:sldMasterMk cId="1195103446" sldId="2147483648"/>
            <pc:sldLayoutMk cId="1561452422" sldId="2147483784"/>
          </pc:sldLayoutMkLst>
          <pc:spChg chg="del">
            <ac:chgData name="Ratliff, B." userId="8d82cc6a-2cc0-4812-98e2-d1d6bd006692" providerId="ADAL" clId="{7E771D46-673D-4AC5-9589-7A9D8583EA3D}" dt="2021-04-16T19:15:20.581" v="40" actId="478"/>
            <ac:spMkLst>
              <pc:docMk/>
              <pc:sldMasterMk cId="1195103446" sldId="2147483648"/>
              <pc:sldLayoutMk cId="1561452422" sldId="2147483784"/>
              <ac:spMk id="4" creationId="{7E32DEE8-0671-4AD4-9322-ACF77B0FE836}"/>
            </ac:spMkLst>
          </pc:spChg>
          <pc:spChg chg="mod">
            <ac:chgData name="Ratliff, B." userId="8d82cc6a-2cc0-4812-98e2-d1d6bd006692" providerId="ADAL" clId="{7E771D46-673D-4AC5-9589-7A9D8583EA3D}" dt="2021-04-16T19:15:24.480" v="41" actId="20577"/>
            <ac:spMkLst>
              <pc:docMk/>
              <pc:sldMasterMk cId="1195103446" sldId="2147483648"/>
              <pc:sldLayoutMk cId="1561452422" sldId="2147483784"/>
              <ac:spMk id="12" creationId="{2CC7CBB9-B424-BE46-8FBE-86CD0EE5C99F}"/>
            </ac:spMkLst>
          </pc:spChg>
          <pc:spChg chg="del">
            <ac:chgData name="Ratliff, B." userId="8d82cc6a-2cc0-4812-98e2-d1d6bd006692" providerId="ADAL" clId="{7E771D46-673D-4AC5-9589-7A9D8583EA3D}" dt="2021-04-16T19:15:26.866" v="42" actId="478"/>
            <ac:spMkLst>
              <pc:docMk/>
              <pc:sldMasterMk cId="1195103446" sldId="2147483648"/>
              <pc:sldLayoutMk cId="1561452422" sldId="2147483784"/>
              <ac:spMk id="13" creationId="{71E4925D-4D01-F141-B1D3-E2B373C42A4A}"/>
            </ac:spMkLst>
          </pc:spChg>
        </pc:sldLayoutChg>
        <pc:sldLayoutChg chg="delSp modSp mod">
          <pc:chgData name="Ratliff, B." userId="8d82cc6a-2cc0-4812-98e2-d1d6bd006692" providerId="ADAL" clId="{7E771D46-673D-4AC5-9589-7A9D8583EA3D}" dt="2021-04-16T19:15:56.832" v="46" actId="478"/>
          <pc:sldLayoutMkLst>
            <pc:docMk/>
            <pc:sldMasterMk cId="1195103446" sldId="2147483648"/>
            <pc:sldLayoutMk cId="4054925528" sldId="2147483787"/>
          </pc:sldLayoutMkLst>
          <pc:spChg chg="del">
            <ac:chgData name="Ratliff, B." userId="8d82cc6a-2cc0-4812-98e2-d1d6bd006692" providerId="ADAL" clId="{7E771D46-673D-4AC5-9589-7A9D8583EA3D}" dt="2021-04-16T19:15:40.724" v="43" actId="478"/>
            <ac:spMkLst>
              <pc:docMk/>
              <pc:sldMasterMk cId="1195103446" sldId="2147483648"/>
              <pc:sldLayoutMk cId="4054925528" sldId="2147483787"/>
              <ac:spMk id="5" creationId="{12DF5D24-0FDC-4619-8BF4-9516466361D9}"/>
            </ac:spMkLst>
          </pc:spChg>
          <pc:spChg chg="mod">
            <ac:chgData name="Ratliff, B." userId="8d82cc6a-2cc0-4812-98e2-d1d6bd006692" providerId="ADAL" clId="{7E771D46-673D-4AC5-9589-7A9D8583EA3D}" dt="2021-04-16T19:15:53.678" v="45" actId="6549"/>
            <ac:spMkLst>
              <pc:docMk/>
              <pc:sldMasterMk cId="1195103446" sldId="2147483648"/>
              <pc:sldLayoutMk cId="4054925528" sldId="2147483787"/>
              <ac:spMk id="12" creationId="{2CC7CBB9-B424-BE46-8FBE-86CD0EE5C99F}"/>
            </ac:spMkLst>
          </pc:spChg>
          <pc:spChg chg="del">
            <ac:chgData name="Ratliff, B." userId="8d82cc6a-2cc0-4812-98e2-d1d6bd006692" providerId="ADAL" clId="{7E771D46-673D-4AC5-9589-7A9D8583EA3D}" dt="2021-04-16T19:15:56.832" v="46" actId="478"/>
            <ac:spMkLst>
              <pc:docMk/>
              <pc:sldMasterMk cId="1195103446" sldId="2147483648"/>
              <pc:sldLayoutMk cId="4054925528" sldId="2147483787"/>
              <ac:spMk id="13" creationId="{71E4925D-4D01-F141-B1D3-E2B373C42A4A}"/>
            </ac:spMkLst>
          </pc:spChg>
        </pc:sldLayoutChg>
        <pc:sldLayoutChg chg="modSp mod">
          <pc:chgData name="Ratliff, B." userId="8d82cc6a-2cc0-4812-98e2-d1d6bd006692" providerId="ADAL" clId="{7E771D46-673D-4AC5-9589-7A9D8583EA3D}" dt="2021-04-16T19:14:35.029" v="37"/>
          <pc:sldLayoutMkLst>
            <pc:docMk/>
            <pc:sldMasterMk cId="1195103446" sldId="2147483648"/>
            <pc:sldLayoutMk cId="3007523553" sldId="2147483926"/>
          </pc:sldLayoutMkLst>
          <pc:spChg chg="mod">
            <ac:chgData name="Ratliff, B." userId="8d82cc6a-2cc0-4812-98e2-d1d6bd006692" providerId="ADAL" clId="{7E771D46-673D-4AC5-9589-7A9D8583EA3D}" dt="2021-04-16T19:14:35.029" v="37"/>
            <ac:spMkLst>
              <pc:docMk/>
              <pc:sldMasterMk cId="1195103446" sldId="2147483648"/>
              <pc:sldLayoutMk cId="3007523553" sldId="2147483926"/>
              <ac:spMk id="8" creationId="{28ACB7EA-E7A1-452B-89CA-4FA566F73421}"/>
            </ac:spMkLst>
          </pc:spChg>
        </pc:sldLayoutChg>
        <pc:sldLayoutChg chg="modSp mod">
          <pc:chgData name="Ratliff, B." userId="8d82cc6a-2cc0-4812-98e2-d1d6bd006692" providerId="ADAL" clId="{7E771D46-673D-4AC5-9589-7A9D8583EA3D}" dt="2021-04-16T19:14:58.974" v="39"/>
          <pc:sldLayoutMkLst>
            <pc:docMk/>
            <pc:sldMasterMk cId="1195103446" sldId="2147483648"/>
            <pc:sldLayoutMk cId="278735795" sldId="2147483931"/>
          </pc:sldLayoutMkLst>
          <pc:spChg chg="mod">
            <ac:chgData name="Ratliff, B." userId="8d82cc6a-2cc0-4812-98e2-d1d6bd006692" providerId="ADAL" clId="{7E771D46-673D-4AC5-9589-7A9D8583EA3D}" dt="2021-04-16T19:14:58.974" v="39"/>
            <ac:spMkLst>
              <pc:docMk/>
              <pc:sldMasterMk cId="1195103446" sldId="2147483648"/>
              <pc:sldLayoutMk cId="278735795" sldId="2147483931"/>
              <ac:spMk id="8" creationId="{600493AF-7ECA-490B-845D-4CCCED609A05}"/>
            </ac:spMkLst>
          </pc:spChg>
        </pc:sldLayoutChg>
        <pc:sldLayoutChg chg="addSp modSp">
          <pc:chgData name="Ratliff, B." userId="8d82cc6a-2cc0-4812-98e2-d1d6bd006692" providerId="ADAL" clId="{7E771D46-673D-4AC5-9589-7A9D8583EA3D}" dt="2021-04-16T19:16:12.897" v="48"/>
          <pc:sldLayoutMkLst>
            <pc:docMk/>
            <pc:sldMasterMk cId="1195103446" sldId="2147483648"/>
            <pc:sldLayoutMk cId="3772961363" sldId="2147483932"/>
          </pc:sldLayoutMkLst>
          <pc:spChg chg="add mod">
            <ac:chgData name="Ratliff, B." userId="8d82cc6a-2cc0-4812-98e2-d1d6bd006692" providerId="ADAL" clId="{7E771D46-673D-4AC5-9589-7A9D8583EA3D}" dt="2021-04-16T19:16:06.027" v="47"/>
            <ac:spMkLst>
              <pc:docMk/>
              <pc:sldMasterMk cId="1195103446" sldId="2147483648"/>
              <pc:sldLayoutMk cId="3772961363" sldId="2147483932"/>
              <ac:spMk id="7" creationId="{858372A5-CE95-4957-B170-992430EBABBE}"/>
            </ac:spMkLst>
          </pc:spChg>
          <pc:spChg chg="add mod">
            <ac:chgData name="Ratliff, B." userId="8d82cc6a-2cc0-4812-98e2-d1d6bd006692" providerId="ADAL" clId="{7E771D46-673D-4AC5-9589-7A9D8583EA3D}" dt="2021-04-16T19:16:12.897" v="48"/>
            <ac:spMkLst>
              <pc:docMk/>
              <pc:sldMasterMk cId="1195103446" sldId="2147483648"/>
              <pc:sldLayoutMk cId="3772961363" sldId="2147483932"/>
              <ac:spMk id="8" creationId="{6ED60EFA-0001-439B-8679-9782EAF48B5B}"/>
            </ac:spMkLst>
          </pc:spChg>
        </pc:sldLayoutChg>
        <pc:sldLayoutChg chg="addSp modSp">
          <pc:chgData name="Ratliff, B." userId="8d82cc6a-2cc0-4812-98e2-d1d6bd006692" providerId="ADAL" clId="{7E771D46-673D-4AC5-9589-7A9D8583EA3D}" dt="2021-04-16T19:13:47.647" v="33"/>
          <pc:sldLayoutMkLst>
            <pc:docMk/>
            <pc:sldMasterMk cId="1195103446" sldId="2147483648"/>
            <pc:sldLayoutMk cId="3988537635" sldId="2147483946"/>
          </pc:sldLayoutMkLst>
          <pc:spChg chg="add mod">
            <ac:chgData name="Ratliff, B." userId="8d82cc6a-2cc0-4812-98e2-d1d6bd006692" providerId="ADAL" clId="{7E771D46-673D-4AC5-9589-7A9D8583EA3D}" dt="2021-04-16T19:13:47.647" v="33"/>
            <ac:spMkLst>
              <pc:docMk/>
              <pc:sldMasterMk cId="1195103446" sldId="2147483648"/>
              <pc:sldLayoutMk cId="3988537635" sldId="2147483946"/>
              <ac:spMk id="6" creationId="{83567F40-3082-483A-9964-1BEFA8815669}"/>
            </ac:spMkLst>
          </pc:spChg>
        </pc:sldLayoutChg>
        <pc:sldLayoutChg chg="addSp modSp">
          <pc:chgData name="Ratliff, B." userId="8d82cc6a-2cc0-4812-98e2-d1d6bd006692" providerId="ADAL" clId="{7E771D46-673D-4AC5-9589-7A9D8583EA3D}" dt="2021-04-16T19:14:08.192" v="35" actId="207"/>
          <pc:sldLayoutMkLst>
            <pc:docMk/>
            <pc:sldMasterMk cId="1195103446" sldId="2147483648"/>
            <pc:sldLayoutMk cId="1249449199" sldId="2147483951"/>
          </pc:sldLayoutMkLst>
          <pc:spChg chg="add mod">
            <ac:chgData name="Ratliff, B." userId="8d82cc6a-2cc0-4812-98e2-d1d6bd006692" providerId="ADAL" clId="{7E771D46-673D-4AC5-9589-7A9D8583EA3D}" dt="2021-04-16T19:14:08.192" v="35" actId="207"/>
            <ac:spMkLst>
              <pc:docMk/>
              <pc:sldMasterMk cId="1195103446" sldId="2147483648"/>
              <pc:sldLayoutMk cId="1249449199" sldId="2147483951"/>
              <ac:spMk id="6" creationId="{A9865A8E-DB1B-4361-A824-AC13750D197C}"/>
            </ac:spMkLst>
          </pc:spChg>
          <pc:spChg chg="add mod">
            <ac:chgData name="Ratliff, B." userId="8d82cc6a-2cc0-4812-98e2-d1d6bd006692" providerId="ADAL" clId="{7E771D46-673D-4AC5-9589-7A9D8583EA3D}" dt="2021-04-16T19:14:04.294" v="34" actId="207"/>
            <ac:spMkLst>
              <pc:docMk/>
              <pc:sldMasterMk cId="1195103446" sldId="2147483648"/>
              <pc:sldLayoutMk cId="1249449199" sldId="2147483951"/>
              <ac:spMk id="8" creationId="{9A9931FF-9353-4A1D-A81F-8668A92AE45D}"/>
            </ac:spMkLst>
          </pc:spChg>
        </pc:sldLayoutChg>
      </pc:sldMasterChg>
      <pc:sldMasterChg chg="modSldLayout">
        <pc:chgData name="Ratliff, B." userId="8d82cc6a-2cc0-4812-98e2-d1d6bd006692" providerId="ADAL" clId="{7E771D46-673D-4AC5-9589-7A9D8583EA3D}" dt="2021-04-16T19:57:28.824" v="191" actId="20577"/>
        <pc:sldMasterMkLst>
          <pc:docMk/>
          <pc:sldMasterMk cId="2651900722" sldId="2147483658"/>
        </pc:sldMasterMkLst>
        <pc:sldLayoutChg chg="modSp mod">
          <pc:chgData name="Ratliff, B." userId="8d82cc6a-2cc0-4812-98e2-d1d6bd006692" providerId="ADAL" clId="{7E771D46-673D-4AC5-9589-7A9D8583EA3D}" dt="2021-04-16T19:57:28.824" v="191" actId="20577"/>
          <pc:sldLayoutMkLst>
            <pc:docMk/>
            <pc:sldMasterMk cId="2651900722" sldId="2147483658"/>
            <pc:sldLayoutMk cId="3713560662" sldId="2147483793"/>
          </pc:sldLayoutMkLst>
          <pc:spChg chg="mod">
            <ac:chgData name="Ratliff, B." userId="8d82cc6a-2cc0-4812-98e2-d1d6bd006692" providerId="ADAL" clId="{7E771D46-673D-4AC5-9589-7A9D8583EA3D}" dt="2021-04-16T19:57:28.824" v="191" actId="20577"/>
            <ac:spMkLst>
              <pc:docMk/>
              <pc:sldMasterMk cId="2651900722" sldId="2147483658"/>
              <pc:sldLayoutMk cId="3713560662" sldId="2147483793"/>
              <ac:spMk id="5" creationId="{EA97BC18-949B-4A9A-B05F-CA4F3F80FEC9}"/>
            </ac:spMkLst>
          </pc:spChg>
        </pc:sldLayoutChg>
      </pc:sldMasterChg>
      <pc:sldMasterChg chg="modSldLayout">
        <pc:chgData name="Ratliff, B." userId="8d82cc6a-2cc0-4812-98e2-d1d6bd006692" providerId="ADAL" clId="{7E771D46-673D-4AC5-9589-7A9D8583EA3D}" dt="2021-04-16T19:57:14.262" v="189" actId="20577"/>
        <pc:sldMasterMkLst>
          <pc:docMk/>
          <pc:sldMasterMk cId="2700314035" sldId="2147483800"/>
        </pc:sldMasterMkLst>
        <pc:sldLayoutChg chg="modSp mod">
          <pc:chgData name="Ratliff, B." userId="8d82cc6a-2cc0-4812-98e2-d1d6bd006692" providerId="ADAL" clId="{7E771D46-673D-4AC5-9589-7A9D8583EA3D}" dt="2021-04-16T19:57:04.263" v="187" actId="20577"/>
          <pc:sldLayoutMkLst>
            <pc:docMk/>
            <pc:sldMasterMk cId="2700314035" sldId="2147483800"/>
            <pc:sldLayoutMk cId="3794917774" sldId="2147483845"/>
          </pc:sldLayoutMkLst>
          <pc:spChg chg="mod">
            <ac:chgData name="Ratliff, B." userId="8d82cc6a-2cc0-4812-98e2-d1d6bd006692" providerId="ADAL" clId="{7E771D46-673D-4AC5-9589-7A9D8583EA3D}" dt="2021-04-16T19:57:04.263" v="187" actId="20577"/>
            <ac:spMkLst>
              <pc:docMk/>
              <pc:sldMasterMk cId="2700314035" sldId="2147483800"/>
              <pc:sldLayoutMk cId="3794917774" sldId="2147483845"/>
              <ac:spMk id="5" creationId="{EA97BC18-949B-4A9A-B05F-CA4F3F80FEC9}"/>
            </ac:spMkLst>
          </pc:spChg>
        </pc:sldLayoutChg>
        <pc:sldLayoutChg chg="modSp mod">
          <pc:chgData name="Ratliff, B." userId="8d82cc6a-2cc0-4812-98e2-d1d6bd006692" providerId="ADAL" clId="{7E771D46-673D-4AC5-9589-7A9D8583EA3D}" dt="2021-04-16T19:56:52.487" v="185" actId="20577"/>
          <pc:sldLayoutMkLst>
            <pc:docMk/>
            <pc:sldMasterMk cId="2700314035" sldId="2147483800"/>
            <pc:sldLayoutMk cId="2952473511" sldId="2147483892"/>
          </pc:sldLayoutMkLst>
          <pc:spChg chg="mod">
            <ac:chgData name="Ratliff, B." userId="8d82cc6a-2cc0-4812-98e2-d1d6bd006692" providerId="ADAL" clId="{7E771D46-673D-4AC5-9589-7A9D8583EA3D}" dt="2021-04-16T19:56:52.487" v="185" actId="20577"/>
            <ac:spMkLst>
              <pc:docMk/>
              <pc:sldMasterMk cId="2700314035" sldId="2147483800"/>
              <pc:sldLayoutMk cId="2952473511" sldId="2147483892"/>
              <ac:spMk id="5" creationId="{EA97BC18-949B-4A9A-B05F-CA4F3F80FEC9}"/>
            </ac:spMkLst>
          </pc:spChg>
        </pc:sldLayoutChg>
        <pc:sldLayoutChg chg="modSp mod">
          <pc:chgData name="Ratliff, B." userId="8d82cc6a-2cc0-4812-98e2-d1d6bd006692" providerId="ADAL" clId="{7E771D46-673D-4AC5-9589-7A9D8583EA3D}" dt="2021-04-16T19:57:14.262" v="189" actId="20577"/>
          <pc:sldLayoutMkLst>
            <pc:docMk/>
            <pc:sldMasterMk cId="2700314035" sldId="2147483800"/>
            <pc:sldLayoutMk cId="2551161569" sldId="2147483973"/>
          </pc:sldLayoutMkLst>
          <pc:spChg chg="mod">
            <ac:chgData name="Ratliff, B." userId="8d82cc6a-2cc0-4812-98e2-d1d6bd006692" providerId="ADAL" clId="{7E771D46-673D-4AC5-9589-7A9D8583EA3D}" dt="2021-04-16T19:57:14.262" v="189" actId="20577"/>
            <ac:spMkLst>
              <pc:docMk/>
              <pc:sldMasterMk cId="2700314035" sldId="2147483800"/>
              <pc:sldLayoutMk cId="2551161569" sldId="2147483973"/>
              <ac:spMk id="5" creationId="{EA97BC18-949B-4A9A-B05F-CA4F3F80FEC9}"/>
            </ac:spMkLst>
          </pc:spChg>
        </pc:sldLayoutChg>
      </pc:sldMasterChg>
      <pc:sldMasterChg chg="modSldLayout">
        <pc:chgData name="Ratliff, B." userId="8d82cc6a-2cc0-4812-98e2-d1d6bd006692" providerId="ADAL" clId="{7E771D46-673D-4AC5-9589-7A9D8583EA3D}" dt="2021-04-16T19:58:13.732" v="199" actId="20577"/>
        <pc:sldMasterMkLst>
          <pc:docMk/>
          <pc:sldMasterMk cId="2651900722" sldId="2147483941"/>
        </pc:sldMasterMkLst>
        <pc:sldLayoutChg chg="modSp mod">
          <pc:chgData name="Ratliff, B." userId="8d82cc6a-2cc0-4812-98e2-d1d6bd006692" providerId="ADAL" clId="{7E771D46-673D-4AC5-9589-7A9D8583EA3D}" dt="2021-04-16T19:58:13.732" v="199" actId="20577"/>
          <pc:sldLayoutMkLst>
            <pc:docMk/>
            <pc:sldMasterMk cId="2651900722" sldId="2147483941"/>
            <pc:sldLayoutMk cId="2935944355" sldId="2147483908"/>
          </pc:sldLayoutMkLst>
          <pc:spChg chg="mod">
            <ac:chgData name="Ratliff, B." userId="8d82cc6a-2cc0-4812-98e2-d1d6bd006692" providerId="ADAL" clId="{7E771D46-673D-4AC5-9589-7A9D8583EA3D}" dt="2021-04-16T19:58:13.732" v="199" actId="20577"/>
            <ac:spMkLst>
              <pc:docMk/>
              <pc:sldMasterMk cId="2651900722" sldId="2147483941"/>
              <pc:sldLayoutMk cId="2935944355" sldId="2147483908"/>
              <ac:spMk id="12" creationId="{2CC7CBB9-B424-BE46-8FBE-86CD0EE5C99F}"/>
            </ac:spMkLst>
          </pc:spChg>
        </pc:sldLayoutChg>
        <pc:sldLayoutChg chg="modSp mod">
          <pc:chgData name="Ratliff, B." userId="8d82cc6a-2cc0-4812-98e2-d1d6bd006692" providerId="ADAL" clId="{7E771D46-673D-4AC5-9589-7A9D8583EA3D}" dt="2021-04-16T19:57:52.248" v="193" actId="20577"/>
          <pc:sldLayoutMkLst>
            <pc:docMk/>
            <pc:sldMasterMk cId="2651900722" sldId="2147483941"/>
            <pc:sldLayoutMk cId="4054925528" sldId="2147483942"/>
          </pc:sldLayoutMkLst>
          <pc:spChg chg="mod">
            <ac:chgData name="Ratliff, B." userId="8d82cc6a-2cc0-4812-98e2-d1d6bd006692" providerId="ADAL" clId="{7E771D46-673D-4AC5-9589-7A9D8583EA3D}" dt="2021-04-16T19:57:52.248" v="193" actId="20577"/>
            <ac:spMkLst>
              <pc:docMk/>
              <pc:sldMasterMk cId="2651900722" sldId="2147483941"/>
              <pc:sldLayoutMk cId="4054925528" sldId="2147483942"/>
              <ac:spMk id="12" creationId="{2CC7CBB9-B424-BE46-8FBE-86CD0EE5C99F}"/>
            </ac:spMkLst>
          </pc:spChg>
        </pc:sldLayoutChg>
        <pc:sldLayoutChg chg="modSp mod">
          <pc:chgData name="Ratliff, B." userId="8d82cc6a-2cc0-4812-98e2-d1d6bd006692" providerId="ADAL" clId="{7E771D46-673D-4AC5-9589-7A9D8583EA3D}" dt="2021-04-16T19:58:00.483" v="195" actId="20577"/>
          <pc:sldLayoutMkLst>
            <pc:docMk/>
            <pc:sldMasterMk cId="2651900722" sldId="2147483941"/>
            <pc:sldLayoutMk cId="1561452422" sldId="2147483945"/>
          </pc:sldLayoutMkLst>
          <pc:spChg chg="mod">
            <ac:chgData name="Ratliff, B." userId="8d82cc6a-2cc0-4812-98e2-d1d6bd006692" providerId="ADAL" clId="{7E771D46-673D-4AC5-9589-7A9D8583EA3D}" dt="2021-04-16T19:58:00.483" v="195" actId="20577"/>
            <ac:spMkLst>
              <pc:docMk/>
              <pc:sldMasterMk cId="2651900722" sldId="2147483941"/>
              <pc:sldLayoutMk cId="1561452422" sldId="2147483945"/>
              <ac:spMk id="12" creationId="{2CC7CBB9-B424-BE46-8FBE-86CD0EE5C99F}"/>
            </ac:spMkLst>
          </pc:spChg>
        </pc:sldLayoutChg>
        <pc:sldLayoutChg chg="modSp mod">
          <pc:chgData name="Ratliff, B." userId="8d82cc6a-2cc0-4812-98e2-d1d6bd006692" providerId="ADAL" clId="{7E771D46-673D-4AC5-9589-7A9D8583EA3D}" dt="2021-04-16T19:58:07.515" v="197" actId="20577"/>
          <pc:sldLayoutMkLst>
            <pc:docMk/>
            <pc:sldMasterMk cId="2651900722" sldId="2147483941"/>
            <pc:sldLayoutMk cId="957543205" sldId="2147484036"/>
          </pc:sldLayoutMkLst>
          <pc:spChg chg="mod">
            <ac:chgData name="Ratliff, B." userId="8d82cc6a-2cc0-4812-98e2-d1d6bd006692" providerId="ADAL" clId="{7E771D46-673D-4AC5-9589-7A9D8583EA3D}" dt="2021-04-16T19:58:07.515" v="197" actId="20577"/>
            <ac:spMkLst>
              <pc:docMk/>
              <pc:sldMasterMk cId="2651900722" sldId="2147483941"/>
              <pc:sldLayoutMk cId="957543205" sldId="2147484036"/>
              <ac:spMk id="5" creationId="{576D3AD0-C81D-4B6F-AF8C-3B3FD9443CEC}"/>
            </ac:spMkLst>
          </pc:spChg>
        </pc:sldLayoutChg>
      </pc:sldMasterChg>
      <pc:sldMasterChg chg="modSp mod modSldLayout">
        <pc:chgData name="Ratliff, B." userId="8d82cc6a-2cc0-4812-98e2-d1d6bd006692" providerId="ADAL" clId="{7E771D46-673D-4AC5-9589-7A9D8583EA3D}" dt="2021-04-16T19:56:34.830" v="183" actId="20577"/>
        <pc:sldMasterMkLst>
          <pc:docMk/>
          <pc:sldMasterMk cId="2177942871" sldId="2147483947"/>
        </pc:sldMasterMkLst>
        <pc:spChg chg="mod">
          <ac:chgData name="Ratliff, B." userId="8d82cc6a-2cc0-4812-98e2-d1d6bd006692" providerId="ADAL" clId="{7E771D46-673D-4AC5-9589-7A9D8583EA3D}" dt="2021-04-16T19:55:25.678" v="171" actId="20577"/>
          <ac:spMkLst>
            <pc:docMk/>
            <pc:sldMasterMk cId="2177942871" sldId="2147483947"/>
            <ac:spMk id="25" creationId="{8DEAF7F0-ADBE-DA4B-80DE-727BD0E615AA}"/>
          </ac:spMkLst>
        </pc:spChg>
        <pc:sldLayoutChg chg="modSp mod">
          <pc:chgData name="Ratliff, B." userId="8d82cc6a-2cc0-4812-98e2-d1d6bd006692" providerId="ADAL" clId="{7E771D46-673D-4AC5-9589-7A9D8583EA3D}" dt="2021-04-16T19:56:34.830" v="183" actId="20577"/>
          <pc:sldLayoutMkLst>
            <pc:docMk/>
            <pc:sldMasterMk cId="2177942871" sldId="2147483947"/>
            <pc:sldLayoutMk cId="3395338672" sldId="2147483960"/>
          </pc:sldLayoutMkLst>
          <pc:spChg chg="mod">
            <ac:chgData name="Ratliff, B." userId="8d82cc6a-2cc0-4812-98e2-d1d6bd006692" providerId="ADAL" clId="{7E771D46-673D-4AC5-9589-7A9D8583EA3D}" dt="2021-04-16T19:56:34.830" v="183" actId="20577"/>
            <ac:spMkLst>
              <pc:docMk/>
              <pc:sldMasterMk cId="2177942871" sldId="2147483947"/>
              <pc:sldLayoutMk cId="3395338672" sldId="2147483960"/>
              <ac:spMk id="5" creationId="{576D3AD0-C81D-4B6F-AF8C-3B3FD9443CEC}"/>
            </ac:spMkLst>
          </pc:spChg>
        </pc:sldLayoutChg>
        <pc:sldLayoutChg chg="modSp mod">
          <pc:chgData name="Ratliff, B." userId="8d82cc6a-2cc0-4812-98e2-d1d6bd006692" providerId="ADAL" clId="{7E771D46-673D-4AC5-9589-7A9D8583EA3D}" dt="2021-04-16T19:56:22.482" v="181" actId="20577"/>
          <pc:sldLayoutMkLst>
            <pc:docMk/>
            <pc:sldMasterMk cId="2177942871" sldId="2147483947"/>
            <pc:sldLayoutMk cId="1192009108" sldId="2147484020"/>
          </pc:sldLayoutMkLst>
          <pc:spChg chg="mod">
            <ac:chgData name="Ratliff, B." userId="8d82cc6a-2cc0-4812-98e2-d1d6bd006692" providerId="ADAL" clId="{7E771D46-673D-4AC5-9589-7A9D8583EA3D}" dt="2021-04-16T19:56:22.482" v="181" actId="20577"/>
            <ac:spMkLst>
              <pc:docMk/>
              <pc:sldMasterMk cId="2177942871" sldId="2147483947"/>
              <pc:sldLayoutMk cId="1192009108" sldId="2147484020"/>
              <ac:spMk id="5" creationId="{EA97BC18-949B-4A9A-B05F-CA4F3F80FEC9}"/>
            </ac:spMkLst>
          </pc:spChg>
        </pc:sldLayoutChg>
      </pc:sldMasterChg>
      <pc:sldMasterChg chg="modSp mod modSldLayout">
        <pc:chgData name="Ratliff, B." userId="8d82cc6a-2cc0-4812-98e2-d1d6bd006692" providerId="ADAL" clId="{7E771D46-673D-4AC5-9589-7A9D8583EA3D}" dt="2021-04-16T19:56:12.316" v="179" actId="20577"/>
        <pc:sldMasterMkLst>
          <pc:docMk/>
          <pc:sldMasterMk cId="2944339859" sldId="2147483996"/>
        </pc:sldMasterMkLst>
        <pc:spChg chg="mod">
          <ac:chgData name="Ratliff, B." userId="8d82cc6a-2cc0-4812-98e2-d1d6bd006692" providerId="ADAL" clId="{7E771D46-673D-4AC5-9589-7A9D8583EA3D}" dt="2021-04-16T19:56:12.316" v="179" actId="20577"/>
          <ac:spMkLst>
            <pc:docMk/>
            <pc:sldMasterMk cId="2944339859" sldId="2147483996"/>
            <ac:spMk id="5" creationId="{00000000-0000-0000-0000-000000000000}"/>
          </ac:spMkLst>
        </pc:spChg>
        <pc:sldLayoutChg chg="modSp mod">
          <pc:chgData name="Ratliff, B." userId="8d82cc6a-2cc0-4812-98e2-d1d6bd006692" providerId="ADAL" clId="{7E771D46-673D-4AC5-9589-7A9D8583EA3D}" dt="2021-04-16T19:55:57.554" v="175" actId="20577"/>
          <pc:sldLayoutMkLst>
            <pc:docMk/>
            <pc:sldMasterMk cId="2944339859" sldId="2147483996"/>
            <pc:sldLayoutMk cId="1899845171" sldId="2147483847"/>
          </pc:sldLayoutMkLst>
          <pc:spChg chg="mod">
            <ac:chgData name="Ratliff, B." userId="8d82cc6a-2cc0-4812-98e2-d1d6bd006692" providerId="ADAL" clId="{7E771D46-673D-4AC5-9589-7A9D8583EA3D}" dt="2021-04-16T19:55:57.554" v="175" actId="20577"/>
            <ac:spMkLst>
              <pc:docMk/>
              <pc:sldMasterMk cId="2944339859" sldId="2147483996"/>
              <pc:sldLayoutMk cId="1899845171" sldId="2147483847"/>
              <ac:spMk id="12" creationId="{2CC7CBB9-B424-BE46-8FBE-86CD0EE5C99F}"/>
            </ac:spMkLst>
          </pc:spChg>
        </pc:sldLayoutChg>
        <pc:sldLayoutChg chg="modSp mod">
          <pc:chgData name="Ratliff, B." userId="8d82cc6a-2cc0-4812-98e2-d1d6bd006692" providerId="ADAL" clId="{7E771D46-673D-4AC5-9589-7A9D8583EA3D}" dt="2021-04-16T19:56:05.880" v="177" actId="20577"/>
          <pc:sldLayoutMkLst>
            <pc:docMk/>
            <pc:sldMasterMk cId="2944339859" sldId="2147483996"/>
            <pc:sldLayoutMk cId="1561452422" sldId="2147484005"/>
          </pc:sldLayoutMkLst>
          <pc:spChg chg="mod">
            <ac:chgData name="Ratliff, B." userId="8d82cc6a-2cc0-4812-98e2-d1d6bd006692" providerId="ADAL" clId="{7E771D46-673D-4AC5-9589-7A9D8583EA3D}" dt="2021-04-16T19:56:05.880" v="177" actId="20577"/>
            <ac:spMkLst>
              <pc:docMk/>
              <pc:sldMasterMk cId="2944339859" sldId="2147483996"/>
              <pc:sldLayoutMk cId="1561452422" sldId="2147484005"/>
              <ac:spMk id="12" creationId="{2CC7CBB9-B424-BE46-8FBE-86CD0EE5C99F}"/>
            </ac:spMkLst>
          </pc:spChg>
        </pc:sldLayoutChg>
      </pc:sldMasterChg>
      <pc:sldMasterChg chg="modSldLayout">
        <pc:chgData name="Ratliff, B." userId="8d82cc6a-2cc0-4812-98e2-d1d6bd006692" providerId="ADAL" clId="{7E771D46-673D-4AC5-9589-7A9D8583EA3D}" dt="2021-04-16T19:55:43.344" v="173" actId="20577"/>
        <pc:sldMasterMkLst>
          <pc:docMk/>
          <pc:sldMasterMk cId="373414637" sldId="2147484024"/>
        </pc:sldMasterMkLst>
        <pc:sldLayoutChg chg="modSp mod">
          <pc:chgData name="Ratliff, B." userId="8d82cc6a-2cc0-4812-98e2-d1d6bd006692" providerId="ADAL" clId="{7E771D46-673D-4AC5-9589-7A9D8583EA3D}" dt="2021-04-16T19:55:43.344" v="173" actId="20577"/>
          <pc:sldLayoutMkLst>
            <pc:docMk/>
            <pc:sldMasterMk cId="373414637" sldId="2147484024"/>
            <pc:sldLayoutMk cId="2040955567" sldId="2147484033"/>
          </pc:sldLayoutMkLst>
          <pc:spChg chg="mod">
            <ac:chgData name="Ratliff, B." userId="8d82cc6a-2cc0-4812-98e2-d1d6bd006692" providerId="ADAL" clId="{7E771D46-673D-4AC5-9589-7A9D8583EA3D}" dt="2021-04-16T19:55:43.344" v="173" actId="20577"/>
            <ac:spMkLst>
              <pc:docMk/>
              <pc:sldMasterMk cId="373414637" sldId="2147484024"/>
              <pc:sldLayoutMk cId="2040955567" sldId="2147484033"/>
              <ac:spMk id="5" creationId="{EA97BC18-949B-4A9A-B05F-CA4F3F80FEC9}"/>
            </ac:spMkLst>
          </pc:spChg>
        </pc:sldLayoutChg>
      </pc:sldMasterChg>
    </pc:docChg>
  </pc:docChgLst>
  <pc:docChgLst>
    <pc:chgData name="Brown, Sally" userId="d1bd0039-b20c-458e-9f60-213009d0bb6b" providerId="ADAL" clId="{F6A267AD-FA0A-49B0-BE60-D352A21A241F}"/>
    <pc:docChg chg="undo redo custSel addSld delSld modSld">
      <pc:chgData name="Brown, Sally" userId="d1bd0039-b20c-458e-9f60-213009d0bb6b" providerId="ADAL" clId="{F6A267AD-FA0A-49B0-BE60-D352A21A241F}" dt="2021-07-12T15:48:23.400" v="640" actId="1592"/>
      <pc:docMkLst>
        <pc:docMk/>
      </pc:docMkLst>
      <pc:sldChg chg="del">
        <pc:chgData name="Brown, Sally" userId="d1bd0039-b20c-458e-9f60-213009d0bb6b" providerId="ADAL" clId="{F6A267AD-FA0A-49B0-BE60-D352A21A241F}" dt="2021-07-12T14:48:55.646" v="30" actId="2696"/>
        <pc:sldMkLst>
          <pc:docMk/>
          <pc:sldMk cId="991568047" sldId="2146848081"/>
        </pc:sldMkLst>
      </pc:sldChg>
      <pc:sldChg chg="addSp delSp modSp mod">
        <pc:chgData name="Brown, Sally" userId="d1bd0039-b20c-458e-9f60-213009d0bb6b" providerId="ADAL" clId="{F6A267AD-FA0A-49B0-BE60-D352A21A241F}" dt="2021-07-12T14:49:56.420" v="33" actId="948"/>
        <pc:sldMkLst>
          <pc:docMk/>
          <pc:sldMk cId="2784231307" sldId="2146848227"/>
        </pc:sldMkLst>
        <pc:spChg chg="del">
          <ac:chgData name="Brown, Sally" userId="d1bd0039-b20c-458e-9f60-213009d0bb6b" providerId="ADAL" clId="{F6A267AD-FA0A-49B0-BE60-D352A21A241F}" dt="2021-07-12T14:46:22.257" v="18" actId="478"/>
          <ac:spMkLst>
            <pc:docMk/>
            <pc:sldMk cId="2784231307" sldId="2146848227"/>
            <ac:spMk id="3" creationId="{8A1FEDC3-F822-4FBF-8352-2CB52873CDF0}"/>
          </ac:spMkLst>
        </pc:spChg>
        <pc:spChg chg="del mod">
          <ac:chgData name="Brown, Sally" userId="d1bd0039-b20c-458e-9f60-213009d0bb6b" providerId="ADAL" clId="{F6A267AD-FA0A-49B0-BE60-D352A21A241F}" dt="2021-07-12T14:46:48.995" v="21" actId="478"/>
          <ac:spMkLst>
            <pc:docMk/>
            <pc:sldMk cId="2784231307" sldId="2146848227"/>
            <ac:spMk id="4" creationId="{AC5B3880-4700-481E-ABA3-87BE36CC9185}"/>
          </ac:spMkLst>
        </pc:spChg>
        <pc:spChg chg="mod">
          <ac:chgData name="Brown, Sally" userId="d1bd0039-b20c-458e-9f60-213009d0bb6b" providerId="ADAL" clId="{F6A267AD-FA0A-49B0-BE60-D352A21A241F}" dt="2021-07-12T14:47:13.811" v="27" actId="404"/>
          <ac:spMkLst>
            <pc:docMk/>
            <pc:sldMk cId="2784231307" sldId="2146848227"/>
            <ac:spMk id="7" creationId="{862B2210-13BE-4B7E-A02C-8BE5E71EB4E7}"/>
          </ac:spMkLst>
        </pc:spChg>
        <pc:spChg chg="add mod">
          <ac:chgData name="Brown, Sally" userId="d1bd0039-b20c-458e-9f60-213009d0bb6b" providerId="ADAL" clId="{F6A267AD-FA0A-49B0-BE60-D352A21A241F}" dt="2021-07-12T14:46:22.689" v="19"/>
          <ac:spMkLst>
            <pc:docMk/>
            <pc:sldMk cId="2784231307" sldId="2146848227"/>
            <ac:spMk id="13" creationId="{682CFFDB-7BEF-408C-9F3C-C61557C08B6B}"/>
          </ac:spMkLst>
        </pc:spChg>
        <pc:spChg chg="add mod">
          <ac:chgData name="Brown, Sally" userId="d1bd0039-b20c-458e-9f60-213009d0bb6b" providerId="ADAL" clId="{F6A267AD-FA0A-49B0-BE60-D352A21A241F}" dt="2021-07-12T14:49:56.420" v="33" actId="948"/>
          <ac:spMkLst>
            <pc:docMk/>
            <pc:sldMk cId="2784231307" sldId="2146848227"/>
            <ac:spMk id="15" creationId="{657627F3-59DC-4217-A5DF-9036B5C7B7E9}"/>
          </ac:spMkLst>
        </pc:spChg>
      </pc:sldChg>
      <pc:sldChg chg="addSp delSp modSp mod">
        <pc:chgData name="Brown, Sally" userId="d1bd0039-b20c-458e-9f60-213009d0bb6b" providerId="ADAL" clId="{F6A267AD-FA0A-49B0-BE60-D352A21A241F}" dt="2021-07-12T14:45:45.705" v="17"/>
        <pc:sldMkLst>
          <pc:docMk/>
          <pc:sldMk cId="2101444356" sldId="2146848248"/>
        </pc:sldMkLst>
        <pc:spChg chg="del">
          <ac:chgData name="Brown, Sally" userId="d1bd0039-b20c-458e-9f60-213009d0bb6b" providerId="ADAL" clId="{F6A267AD-FA0A-49B0-BE60-D352A21A241F}" dt="2021-07-12T14:45:44.724" v="16" actId="478"/>
          <ac:spMkLst>
            <pc:docMk/>
            <pc:sldMk cId="2101444356" sldId="2146848248"/>
            <ac:spMk id="3" creationId="{08D28425-40E5-4976-9269-A4E94DD215D3}"/>
          </ac:spMkLst>
        </pc:spChg>
        <pc:spChg chg="add mod">
          <ac:chgData name="Brown, Sally" userId="d1bd0039-b20c-458e-9f60-213009d0bb6b" providerId="ADAL" clId="{F6A267AD-FA0A-49B0-BE60-D352A21A241F}" dt="2021-07-12T14:45:45.705" v="17"/>
          <ac:spMkLst>
            <pc:docMk/>
            <pc:sldMk cId="2101444356" sldId="2146848248"/>
            <ac:spMk id="4" creationId="{FDBBC3A5-D098-4B2C-B44C-EA7A56C0D471}"/>
          </ac:spMkLst>
        </pc:spChg>
        <pc:graphicFrameChg chg="modGraphic">
          <ac:chgData name="Brown, Sally" userId="d1bd0039-b20c-458e-9f60-213009d0bb6b" providerId="ADAL" clId="{F6A267AD-FA0A-49B0-BE60-D352A21A241F}" dt="2021-07-12T14:45:34.757" v="15" actId="20577"/>
          <ac:graphicFrameMkLst>
            <pc:docMk/>
            <pc:sldMk cId="2101444356" sldId="2146848248"/>
            <ac:graphicFrameMk id="2" creationId="{A9D3F72B-00C3-4CEB-A6DC-1299CF890516}"/>
          </ac:graphicFrameMkLst>
        </pc:graphicFrameChg>
      </pc:sldChg>
      <pc:sldChg chg="addSp delSp modSp del mod modTransition addCm delCm modCm">
        <pc:chgData name="Brown, Sally" userId="d1bd0039-b20c-458e-9f60-213009d0bb6b" providerId="ADAL" clId="{F6A267AD-FA0A-49B0-BE60-D352A21A241F}" dt="2021-07-12T15:48:09.115" v="639" actId="2696"/>
        <pc:sldMkLst>
          <pc:docMk/>
          <pc:sldMk cId="1337283576" sldId="2146848249"/>
        </pc:sldMkLst>
        <pc:spChg chg="mod">
          <ac:chgData name="Brown, Sally" userId="d1bd0039-b20c-458e-9f60-213009d0bb6b" providerId="ADAL" clId="{F6A267AD-FA0A-49B0-BE60-D352A21A241F}" dt="2021-07-12T15:05:44.879" v="67" actId="20577"/>
          <ac:spMkLst>
            <pc:docMk/>
            <pc:sldMk cId="1337283576" sldId="2146848249"/>
            <ac:spMk id="3" creationId="{3E2A2C26-9F80-4931-8D41-00D3B47B6241}"/>
          </ac:spMkLst>
        </pc:spChg>
        <pc:spChg chg="del">
          <ac:chgData name="Brown, Sally" userId="d1bd0039-b20c-458e-9f60-213009d0bb6b" providerId="ADAL" clId="{F6A267AD-FA0A-49B0-BE60-D352A21A241F}" dt="2021-07-12T15:02:19.185" v="36" actId="478"/>
          <ac:spMkLst>
            <pc:docMk/>
            <pc:sldMk cId="1337283576" sldId="2146848249"/>
            <ac:spMk id="4" creationId="{3F29B76B-8FD5-43D8-8950-63A6230B4B7F}"/>
          </ac:spMkLst>
        </pc:spChg>
        <pc:spChg chg="add del mod">
          <ac:chgData name="Brown, Sally" userId="d1bd0039-b20c-458e-9f60-213009d0bb6b" providerId="ADAL" clId="{F6A267AD-FA0A-49B0-BE60-D352A21A241F}" dt="2021-07-12T15:02:10.430" v="35"/>
          <ac:spMkLst>
            <pc:docMk/>
            <pc:sldMk cId="1337283576" sldId="2146848249"/>
            <ac:spMk id="5" creationId="{EE6B4A5F-1C76-4991-BFA3-92FF241B47BF}"/>
          </ac:spMkLst>
        </pc:spChg>
        <pc:spChg chg="add mod">
          <ac:chgData name="Brown, Sally" userId="d1bd0039-b20c-458e-9f60-213009d0bb6b" providerId="ADAL" clId="{F6A267AD-FA0A-49B0-BE60-D352A21A241F}" dt="2021-07-12T15:02:52.512" v="43" actId="14100"/>
          <ac:spMkLst>
            <pc:docMk/>
            <pc:sldMk cId="1337283576" sldId="2146848249"/>
            <ac:spMk id="6" creationId="{D4BDFCDA-264C-4941-A579-FAEB9853C7EB}"/>
          </ac:spMkLst>
        </pc:spChg>
      </pc:sldChg>
      <pc:sldChg chg="delCm modNotesTx">
        <pc:chgData name="Brown, Sally" userId="d1bd0039-b20c-458e-9f60-213009d0bb6b" providerId="ADAL" clId="{F6A267AD-FA0A-49B0-BE60-D352A21A241F}" dt="2021-07-12T14:49:02.293" v="31" actId="1592"/>
        <pc:sldMkLst>
          <pc:docMk/>
          <pc:sldMk cId="1064298444" sldId="2146848250"/>
        </pc:sldMkLst>
      </pc:sldChg>
      <pc:sldChg chg="addSp delSp modSp add mod modTransition addCm delCm modCm">
        <pc:chgData name="Brown, Sally" userId="d1bd0039-b20c-458e-9f60-213009d0bb6b" providerId="ADAL" clId="{F6A267AD-FA0A-49B0-BE60-D352A21A241F}" dt="2021-07-12T15:48:23.400" v="640" actId="1592"/>
        <pc:sldMkLst>
          <pc:docMk/>
          <pc:sldMk cId="2353167526" sldId="2146848251"/>
        </pc:sldMkLst>
        <pc:spChg chg="del mod">
          <ac:chgData name="Brown, Sally" userId="d1bd0039-b20c-458e-9f60-213009d0bb6b" providerId="ADAL" clId="{F6A267AD-FA0A-49B0-BE60-D352A21A241F}" dt="2021-07-12T15:31:58.063" v="593" actId="478"/>
          <ac:spMkLst>
            <pc:docMk/>
            <pc:sldMk cId="2353167526" sldId="2146848251"/>
            <ac:spMk id="3" creationId="{3E2A2C26-9F80-4931-8D41-00D3B47B6241}"/>
          </ac:spMkLst>
        </pc:spChg>
        <pc:spChg chg="add del mod">
          <ac:chgData name="Brown, Sally" userId="d1bd0039-b20c-458e-9f60-213009d0bb6b" providerId="ADAL" clId="{F6A267AD-FA0A-49B0-BE60-D352A21A241F}" dt="2021-07-12T15:13:15.652" v="207" actId="478"/>
          <ac:spMkLst>
            <pc:docMk/>
            <pc:sldMk cId="2353167526" sldId="2146848251"/>
            <ac:spMk id="4" creationId="{58E00324-855B-4020-A246-1FFBF49A90D6}"/>
          </ac:spMkLst>
        </pc:spChg>
        <pc:spChg chg="add del mod">
          <ac:chgData name="Brown, Sally" userId="d1bd0039-b20c-458e-9f60-213009d0bb6b" providerId="ADAL" clId="{F6A267AD-FA0A-49B0-BE60-D352A21A241F}" dt="2021-07-12T15:13:18.020" v="208" actId="478"/>
          <ac:spMkLst>
            <pc:docMk/>
            <pc:sldMk cId="2353167526" sldId="2146848251"/>
            <ac:spMk id="7" creationId="{31A0D308-8A2B-42F4-BDBC-7245F6199816}"/>
          </ac:spMkLst>
        </pc:spChg>
        <pc:spChg chg="add del mod">
          <ac:chgData name="Brown, Sally" userId="d1bd0039-b20c-458e-9f60-213009d0bb6b" providerId="ADAL" clId="{F6A267AD-FA0A-49B0-BE60-D352A21A241F}" dt="2021-07-12T15:13:20.347" v="209" actId="478"/>
          <ac:spMkLst>
            <pc:docMk/>
            <pc:sldMk cId="2353167526" sldId="2146848251"/>
            <ac:spMk id="8" creationId="{E1FAF899-A4FB-403D-AA4F-BCDE153FC5DC}"/>
          </ac:spMkLst>
        </pc:spChg>
        <pc:spChg chg="add mod topLvl">
          <ac:chgData name="Brown, Sally" userId="d1bd0039-b20c-458e-9f60-213009d0bb6b" providerId="ADAL" clId="{F6A267AD-FA0A-49B0-BE60-D352A21A241F}" dt="2021-07-12T15:41:51.783" v="614" actId="165"/>
          <ac:spMkLst>
            <pc:docMk/>
            <pc:sldMk cId="2353167526" sldId="2146848251"/>
            <ac:spMk id="9" creationId="{D87FEA03-BAED-47F7-9DD3-A0C13C45E99D}"/>
          </ac:spMkLst>
        </pc:spChg>
        <pc:spChg chg="add del mod">
          <ac:chgData name="Brown, Sally" userId="d1bd0039-b20c-458e-9f60-213009d0bb6b" providerId="ADAL" clId="{F6A267AD-FA0A-49B0-BE60-D352A21A241F}" dt="2021-07-12T15:13:12.912" v="206" actId="478"/>
          <ac:spMkLst>
            <pc:docMk/>
            <pc:sldMk cId="2353167526" sldId="2146848251"/>
            <ac:spMk id="10" creationId="{E6072E16-DCAB-48E3-ACF6-2C377A0A35AA}"/>
          </ac:spMkLst>
        </pc:spChg>
        <pc:spChg chg="add del mod">
          <ac:chgData name="Brown, Sally" userId="d1bd0039-b20c-458e-9f60-213009d0bb6b" providerId="ADAL" clId="{F6A267AD-FA0A-49B0-BE60-D352A21A241F}" dt="2021-07-12T15:13:22.569" v="210" actId="478"/>
          <ac:spMkLst>
            <pc:docMk/>
            <pc:sldMk cId="2353167526" sldId="2146848251"/>
            <ac:spMk id="11" creationId="{4CFEA90C-4F5C-4428-BFAC-86255E7736D8}"/>
          </ac:spMkLst>
        </pc:spChg>
        <pc:spChg chg="add del mod">
          <ac:chgData name="Brown, Sally" userId="d1bd0039-b20c-458e-9f60-213009d0bb6b" providerId="ADAL" clId="{F6A267AD-FA0A-49B0-BE60-D352A21A241F}" dt="2021-07-12T15:13:28.339" v="212" actId="478"/>
          <ac:spMkLst>
            <pc:docMk/>
            <pc:sldMk cId="2353167526" sldId="2146848251"/>
            <ac:spMk id="12" creationId="{5DC4E2E5-FE4C-4123-B676-DD06E279ABFF}"/>
          </ac:spMkLst>
        </pc:spChg>
        <pc:spChg chg="add del mod">
          <ac:chgData name="Brown, Sally" userId="d1bd0039-b20c-458e-9f60-213009d0bb6b" providerId="ADAL" clId="{F6A267AD-FA0A-49B0-BE60-D352A21A241F}" dt="2021-07-12T15:13:24.743" v="211" actId="478"/>
          <ac:spMkLst>
            <pc:docMk/>
            <pc:sldMk cId="2353167526" sldId="2146848251"/>
            <ac:spMk id="13" creationId="{6B9FBF16-886C-4AF3-A6CF-5CC828DF3B26}"/>
          </ac:spMkLst>
        </pc:spChg>
        <pc:spChg chg="add mod topLvl">
          <ac:chgData name="Brown, Sally" userId="d1bd0039-b20c-458e-9f60-213009d0bb6b" providerId="ADAL" clId="{F6A267AD-FA0A-49B0-BE60-D352A21A241F}" dt="2021-07-12T15:43:26.188" v="633" actId="6549"/>
          <ac:spMkLst>
            <pc:docMk/>
            <pc:sldMk cId="2353167526" sldId="2146848251"/>
            <ac:spMk id="14" creationId="{3AC7E581-3E2F-47B4-ADF1-1310E20C2D9F}"/>
          </ac:spMkLst>
        </pc:spChg>
        <pc:spChg chg="add mod topLvl">
          <ac:chgData name="Brown, Sally" userId="d1bd0039-b20c-458e-9f60-213009d0bb6b" providerId="ADAL" clId="{F6A267AD-FA0A-49B0-BE60-D352A21A241F}" dt="2021-07-12T15:41:51.783" v="614" actId="165"/>
          <ac:spMkLst>
            <pc:docMk/>
            <pc:sldMk cId="2353167526" sldId="2146848251"/>
            <ac:spMk id="15" creationId="{143A6343-5F07-48B3-B319-AC844925CD36}"/>
          </ac:spMkLst>
        </pc:spChg>
        <pc:spChg chg="add mod topLvl">
          <ac:chgData name="Brown, Sally" userId="d1bd0039-b20c-458e-9f60-213009d0bb6b" providerId="ADAL" clId="{F6A267AD-FA0A-49B0-BE60-D352A21A241F}" dt="2021-07-12T15:41:51.783" v="614" actId="165"/>
          <ac:spMkLst>
            <pc:docMk/>
            <pc:sldMk cId="2353167526" sldId="2146848251"/>
            <ac:spMk id="16" creationId="{BDAF7C1B-2C04-4712-B2FE-B18923B2BD26}"/>
          </ac:spMkLst>
        </pc:spChg>
        <pc:spChg chg="add mod topLvl">
          <ac:chgData name="Brown, Sally" userId="d1bd0039-b20c-458e-9f60-213009d0bb6b" providerId="ADAL" clId="{F6A267AD-FA0A-49B0-BE60-D352A21A241F}" dt="2021-07-12T15:41:51.783" v="614" actId="165"/>
          <ac:spMkLst>
            <pc:docMk/>
            <pc:sldMk cId="2353167526" sldId="2146848251"/>
            <ac:spMk id="17" creationId="{498A726F-4CAC-4C38-9BFA-4A16A4AB20D0}"/>
          </ac:spMkLst>
        </pc:spChg>
        <pc:spChg chg="add mod topLvl">
          <ac:chgData name="Brown, Sally" userId="d1bd0039-b20c-458e-9f60-213009d0bb6b" providerId="ADAL" clId="{F6A267AD-FA0A-49B0-BE60-D352A21A241F}" dt="2021-07-12T15:41:51.783" v="614" actId="165"/>
          <ac:spMkLst>
            <pc:docMk/>
            <pc:sldMk cId="2353167526" sldId="2146848251"/>
            <ac:spMk id="18" creationId="{CA755CD1-D423-4D49-822B-C77FC8C4540A}"/>
          </ac:spMkLst>
        </pc:spChg>
        <pc:spChg chg="add mod topLvl">
          <ac:chgData name="Brown, Sally" userId="d1bd0039-b20c-458e-9f60-213009d0bb6b" providerId="ADAL" clId="{F6A267AD-FA0A-49B0-BE60-D352A21A241F}" dt="2021-07-12T15:43:24.421" v="632" actId="6549"/>
          <ac:spMkLst>
            <pc:docMk/>
            <pc:sldMk cId="2353167526" sldId="2146848251"/>
            <ac:spMk id="19" creationId="{57A9B69C-6F3C-40D2-B75A-E6355149A8C9}"/>
          </ac:spMkLst>
        </pc:spChg>
        <pc:spChg chg="add mod topLvl">
          <ac:chgData name="Brown, Sally" userId="d1bd0039-b20c-458e-9f60-213009d0bb6b" providerId="ADAL" clId="{F6A267AD-FA0A-49B0-BE60-D352A21A241F}" dt="2021-07-12T15:41:51.783" v="614" actId="165"/>
          <ac:spMkLst>
            <pc:docMk/>
            <pc:sldMk cId="2353167526" sldId="2146848251"/>
            <ac:spMk id="20" creationId="{05EB8696-836A-4AB1-BB3D-16FAE57542B7}"/>
          </ac:spMkLst>
        </pc:spChg>
        <pc:spChg chg="add mod topLvl">
          <ac:chgData name="Brown, Sally" userId="d1bd0039-b20c-458e-9f60-213009d0bb6b" providerId="ADAL" clId="{F6A267AD-FA0A-49B0-BE60-D352A21A241F}" dt="2021-07-12T15:41:51.783" v="614" actId="165"/>
          <ac:spMkLst>
            <pc:docMk/>
            <pc:sldMk cId="2353167526" sldId="2146848251"/>
            <ac:spMk id="21" creationId="{7B050290-0477-42C9-B47E-12E540CE7E2A}"/>
          </ac:spMkLst>
        </pc:spChg>
        <pc:grpChg chg="add del mod">
          <ac:chgData name="Brown, Sally" userId="d1bd0039-b20c-458e-9f60-213009d0bb6b" providerId="ADAL" clId="{F6A267AD-FA0A-49B0-BE60-D352A21A241F}" dt="2021-07-12T15:31:29.820" v="590" actId="165"/>
          <ac:grpSpMkLst>
            <pc:docMk/>
            <pc:sldMk cId="2353167526" sldId="2146848251"/>
            <ac:grpSpMk id="5" creationId="{6E8889BE-44E6-48EA-ACD4-01BF4670C50B}"/>
          </ac:grpSpMkLst>
        </pc:grpChg>
        <pc:grpChg chg="add del mod">
          <ac:chgData name="Brown, Sally" userId="d1bd0039-b20c-458e-9f60-213009d0bb6b" providerId="ADAL" clId="{F6A267AD-FA0A-49B0-BE60-D352A21A241F}" dt="2021-07-12T15:41:51.783" v="614" actId="165"/>
          <ac:grpSpMkLst>
            <pc:docMk/>
            <pc:sldMk cId="2353167526" sldId="2146848251"/>
            <ac:grpSpMk id="22" creationId="{231614C8-38EE-4EB7-9840-45426C1E3A77}"/>
          </ac:grpSpMkLst>
        </pc:grpChg>
      </pc:sldChg>
    </pc:docChg>
  </pc:docChgLst>
  <pc:docChgLst>
    <pc:chgData name="Bono, Vanessa A." userId="3bfb42e8-227f-417c-8a7f-d1dc27979169" providerId="ADAL" clId="{54BEF7D6-0223-493B-84CD-736FD5B78C69}"/>
    <pc:docChg chg="undo redo custSel addSld delSld delMainMaster delSection modSection">
      <pc:chgData name="Bono, Vanessa A." userId="3bfb42e8-227f-417c-8a7f-d1dc27979169" providerId="ADAL" clId="{54BEF7D6-0223-493B-84CD-736FD5B78C69}" dt="2021-04-18T20:26:49.004" v="135" actId="47"/>
      <pc:docMkLst>
        <pc:docMk/>
      </pc:docMkLst>
      <pc:sldChg chg="del">
        <pc:chgData name="Bono, Vanessa A." userId="3bfb42e8-227f-417c-8a7f-d1dc27979169" providerId="ADAL" clId="{54BEF7D6-0223-493B-84CD-736FD5B78C69}" dt="2021-04-18T17:11:23.269" v="0" actId="47"/>
        <pc:sldMkLst>
          <pc:docMk/>
          <pc:sldMk cId="2723272357" sldId="2146847990"/>
        </pc:sldMkLst>
      </pc:sldChg>
      <pc:sldChg chg="del">
        <pc:chgData name="Bono, Vanessa A." userId="3bfb42e8-227f-417c-8a7f-d1dc27979169" providerId="ADAL" clId="{54BEF7D6-0223-493B-84CD-736FD5B78C69}" dt="2021-04-18T17:11:23.798" v="1" actId="47"/>
        <pc:sldMkLst>
          <pc:docMk/>
          <pc:sldMk cId="4030883378" sldId="2146847991"/>
        </pc:sldMkLst>
      </pc:sldChg>
      <pc:sldChg chg="del">
        <pc:chgData name="Bono, Vanessa A." userId="3bfb42e8-227f-417c-8a7f-d1dc27979169" providerId="ADAL" clId="{54BEF7D6-0223-493B-84CD-736FD5B78C69}" dt="2021-04-18T17:11:26.172" v="4" actId="47"/>
        <pc:sldMkLst>
          <pc:docMk/>
          <pc:sldMk cId="2293903761" sldId="2146847994"/>
        </pc:sldMkLst>
      </pc:sldChg>
      <pc:sldChg chg="del">
        <pc:chgData name="Bono, Vanessa A." userId="3bfb42e8-227f-417c-8a7f-d1dc27979169" providerId="ADAL" clId="{54BEF7D6-0223-493B-84CD-736FD5B78C69}" dt="2021-04-18T17:11:26.526" v="5" actId="47"/>
        <pc:sldMkLst>
          <pc:docMk/>
          <pc:sldMk cId="2391532768" sldId="2146847995"/>
        </pc:sldMkLst>
      </pc:sldChg>
      <pc:sldChg chg="del">
        <pc:chgData name="Bono, Vanessa A." userId="3bfb42e8-227f-417c-8a7f-d1dc27979169" providerId="ADAL" clId="{54BEF7D6-0223-493B-84CD-736FD5B78C69}" dt="2021-04-18T17:11:26.559" v="6" actId="47"/>
        <pc:sldMkLst>
          <pc:docMk/>
          <pc:sldMk cId="1817617505" sldId="2146847996"/>
        </pc:sldMkLst>
      </pc:sldChg>
      <pc:sldChg chg="del">
        <pc:chgData name="Bono, Vanessa A." userId="3bfb42e8-227f-417c-8a7f-d1dc27979169" providerId="ADAL" clId="{54BEF7D6-0223-493B-84CD-736FD5B78C69}" dt="2021-04-18T17:11:26.733" v="7" actId="47"/>
        <pc:sldMkLst>
          <pc:docMk/>
          <pc:sldMk cId="3855212040" sldId="2146847997"/>
        </pc:sldMkLst>
      </pc:sldChg>
      <pc:sldChg chg="del">
        <pc:chgData name="Bono, Vanessa A." userId="3bfb42e8-227f-417c-8a7f-d1dc27979169" providerId="ADAL" clId="{54BEF7D6-0223-493B-84CD-736FD5B78C69}" dt="2021-04-18T17:11:26.909" v="8" actId="47"/>
        <pc:sldMkLst>
          <pc:docMk/>
          <pc:sldMk cId="1844856867" sldId="2146847998"/>
        </pc:sldMkLst>
      </pc:sldChg>
      <pc:sldChg chg="del">
        <pc:chgData name="Bono, Vanessa A." userId="3bfb42e8-227f-417c-8a7f-d1dc27979169" providerId="ADAL" clId="{54BEF7D6-0223-493B-84CD-736FD5B78C69}" dt="2021-04-18T17:11:27.089" v="9" actId="47"/>
        <pc:sldMkLst>
          <pc:docMk/>
          <pc:sldMk cId="2405523524" sldId="2146847999"/>
        </pc:sldMkLst>
      </pc:sldChg>
      <pc:sldChg chg="del">
        <pc:chgData name="Bono, Vanessa A." userId="3bfb42e8-227f-417c-8a7f-d1dc27979169" providerId="ADAL" clId="{54BEF7D6-0223-493B-84CD-736FD5B78C69}" dt="2021-04-18T17:11:27.651" v="10" actId="47"/>
        <pc:sldMkLst>
          <pc:docMk/>
          <pc:sldMk cId="2775167166" sldId="2146848000"/>
        </pc:sldMkLst>
      </pc:sldChg>
      <pc:sldChg chg="del">
        <pc:chgData name="Bono, Vanessa A." userId="3bfb42e8-227f-417c-8a7f-d1dc27979169" providerId="ADAL" clId="{54BEF7D6-0223-493B-84CD-736FD5B78C69}" dt="2021-04-18T17:11:27.703" v="11" actId="47"/>
        <pc:sldMkLst>
          <pc:docMk/>
          <pc:sldMk cId="129644429" sldId="2146848001"/>
        </pc:sldMkLst>
      </pc:sldChg>
      <pc:sldChg chg="del">
        <pc:chgData name="Bono, Vanessa A." userId="3bfb42e8-227f-417c-8a7f-d1dc27979169" providerId="ADAL" clId="{54BEF7D6-0223-493B-84CD-736FD5B78C69}" dt="2021-04-18T17:11:27.886" v="12" actId="47"/>
        <pc:sldMkLst>
          <pc:docMk/>
          <pc:sldMk cId="3366237527" sldId="2146848002"/>
        </pc:sldMkLst>
      </pc:sldChg>
      <pc:sldChg chg="del">
        <pc:chgData name="Bono, Vanessa A." userId="3bfb42e8-227f-417c-8a7f-d1dc27979169" providerId="ADAL" clId="{54BEF7D6-0223-493B-84CD-736FD5B78C69}" dt="2021-04-18T17:11:28.331" v="13" actId="47"/>
        <pc:sldMkLst>
          <pc:docMk/>
          <pc:sldMk cId="539858327" sldId="2146848003"/>
        </pc:sldMkLst>
      </pc:sldChg>
      <pc:sldChg chg="del">
        <pc:chgData name="Bono, Vanessa A." userId="3bfb42e8-227f-417c-8a7f-d1dc27979169" providerId="ADAL" clId="{54BEF7D6-0223-493B-84CD-736FD5B78C69}" dt="2021-04-18T17:11:28.903" v="14" actId="47"/>
        <pc:sldMkLst>
          <pc:docMk/>
          <pc:sldMk cId="1330671019" sldId="2146848004"/>
        </pc:sldMkLst>
      </pc:sldChg>
      <pc:sldChg chg="del">
        <pc:chgData name="Bono, Vanessa A." userId="3bfb42e8-227f-417c-8a7f-d1dc27979169" providerId="ADAL" clId="{54BEF7D6-0223-493B-84CD-736FD5B78C69}" dt="2021-04-18T17:11:29.350" v="15" actId="47"/>
        <pc:sldMkLst>
          <pc:docMk/>
          <pc:sldMk cId="3731329316" sldId="2146848005"/>
        </pc:sldMkLst>
      </pc:sldChg>
      <pc:sldChg chg="del">
        <pc:chgData name="Bono, Vanessa A." userId="3bfb42e8-227f-417c-8a7f-d1dc27979169" providerId="ADAL" clId="{54BEF7D6-0223-493B-84CD-736FD5B78C69}" dt="2021-04-18T17:11:29.486" v="16" actId="47"/>
        <pc:sldMkLst>
          <pc:docMk/>
          <pc:sldMk cId="381113234" sldId="2146848006"/>
        </pc:sldMkLst>
      </pc:sldChg>
      <pc:sldChg chg="del">
        <pc:chgData name="Bono, Vanessa A." userId="3bfb42e8-227f-417c-8a7f-d1dc27979169" providerId="ADAL" clId="{54BEF7D6-0223-493B-84CD-736FD5B78C69}" dt="2021-04-18T17:11:35.334" v="17" actId="47"/>
        <pc:sldMkLst>
          <pc:docMk/>
          <pc:sldMk cId="2986994572" sldId="2146848007"/>
        </pc:sldMkLst>
      </pc:sldChg>
      <pc:sldChg chg="del">
        <pc:chgData name="Bono, Vanessa A." userId="3bfb42e8-227f-417c-8a7f-d1dc27979169" providerId="ADAL" clId="{54BEF7D6-0223-493B-84CD-736FD5B78C69}" dt="2021-04-18T17:11:35.713" v="18" actId="47"/>
        <pc:sldMkLst>
          <pc:docMk/>
          <pc:sldMk cId="3591431208" sldId="2146848008"/>
        </pc:sldMkLst>
      </pc:sldChg>
      <pc:sldChg chg="del">
        <pc:chgData name="Bono, Vanessa A." userId="3bfb42e8-227f-417c-8a7f-d1dc27979169" providerId="ADAL" clId="{54BEF7D6-0223-493B-84CD-736FD5B78C69}" dt="2021-04-18T17:11:36.118" v="19" actId="47"/>
        <pc:sldMkLst>
          <pc:docMk/>
          <pc:sldMk cId="2014715241" sldId="2146848009"/>
        </pc:sldMkLst>
      </pc:sldChg>
      <pc:sldChg chg="del">
        <pc:chgData name="Bono, Vanessa A." userId="3bfb42e8-227f-417c-8a7f-d1dc27979169" providerId="ADAL" clId="{54BEF7D6-0223-493B-84CD-736FD5B78C69}" dt="2021-04-18T17:11:40.408" v="20" actId="47"/>
        <pc:sldMkLst>
          <pc:docMk/>
          <pc:sldMk cId="168557556" sldId="2146848010"/>
        </pc:sldMkLst>
      </pc:sldChg>
      <pc:sldChg chg="del">
        <pc:chgData name="Bono, Vanessa A." userId="3bfb42e8-227f-417c-8a7f-d1dc27979169" providerId="ADAL" clId="{54BEF7D6-0223-493B-84CD-736FD5B78C69}" dt="2021-04-18T17:11:40.969" v="21" actId="47"/>
        <pc:sldMkLst>
          <pc:docMk/>
          <pc:sldMk cId="1203875824" sldId="2146848011"/>
        </pc:sldMkLst>
      </pc:sldChg>
      <pc:sldChg chg="del">
        <pc:chgData name="Bono, Vanessa A." userId="3bfb42e8-227f-417c-8a7f-d1dc27979169" providerId="ADAL" clId="{54BEF7D6-0223-493B-84CD-736FD5B78C69}" dt="2021-04-18T17:11:42.232" v="22" actId="47"/>
        <pc:sldMkLst>
          <pc:docMk/>
          <pc:sldMk cId="2877401468" sldId="2146848012"/>
        </pc:sldMkLst>
      </pc:sldChg>
      <pc:sldChg chg="del">
        <pc:chgData name="Bono, Vanessa A." userId="3bfb42e8-227f-417c-8a7f-d1dc27979169" providerId="ADAL" clId="{54BEF7D6-0223-493B-84CD-736FD5B78C69}" dt="2021-04-18T17:11:43.190" v="23" actId="47"/>
        <pc:sldMkLst>
          <pc:docMk/>
          <pc:sldMk cId="3278767527" sldId="2146848013"/>
        </pc:sldMkLst>
      </pc:sldChg>
      <pc:sldChg chg="del">
        <pc:chgData name="Bono, Vanessa A." userId="3bfb42e8-227f-417c-8a7f-d1dc27979169" providerId="ADAL" clId="{54BEF7D6-0223-493B-84CD-736FD5B78C69}" dt="2021-04-18T17:11:43.662" v="24" actId="47"/>
        <pc:sldMkLst>
          <pc:docMk/>
          <pc:sldMk cId="511667723" sldId="2146848014"/>
        </pc:sldMkLst>
      </pc:sldChg>
      <pc:sldChg chg="del">
        <pc:chgData name="Bono, Vanessa A." userId="3bfb42e8-227f-417c-8a7f-d1dc27979169" providerId="ADAL" clId="{54BEF7D6-0223-493B-84CD-736FD5B78C69}" dt="2021-04-18T17:11:44.202" v="25" actId="47"/>
        <pc:sldMkLst>
          <pc:docMk/>
          <pc:sldMk cId="3768197626" sldId="2146848015"/>
        </pc:sldMkLst>
      </pc:sldChg>
      <pc:sldChg chg="del">
        <pc:chgData name="Bono, Vanessa A." userId="3bfb42e8-227f-417c-8a7f-d1dc27979169" providerId="ADAL" clId="{54BEF7D6-0223-493B-84CD-736FD5B78C69}" dt="2021-04-18T20:26:40.474" v="126" actId="47"/>
        <pc:sldMkLst>
          <pc:docMk/>
          <pc:sldMk cId="305470005" sldId="2146848016"/>
        </pc:sldMkLst>
      </pc:sldChg>
      <pc:sldChg chg="del">
        <pc:chgData name="Bono, Vanessa A." userId="3bfb42e8-227f-417c-8a7f-d1dc27979169" providerId="ADAL" clId="{54BEF7D6-0223-493B-84CD-736FD5B78C69}" dt="2021-04-18T20:26:40.825" v="127" actId="47"/>
        <pc:sldMkLst>
          <pc:docMk/>
          <pc:sldMk cId="3335388498" sldId="2146848017"/>
        </pc:sldMkLst>
      </pc:sldChg>
      <pc:sldChg chg="del">
        <pc:chgData name="Bono, Vanessa A." userId="3bfb42e8-227f-417c-8a7f-d1dc27979169" providerId="ADAL" clId="{54BEF7D6-0223-493B-84CD-736FD5B78C69}" dt="2021-04-18T20:26:41.195" v="128" actId="47"/>
        <pc:sldMkLst>
          <pc:docMk/>
          <pc:sldMk cId="3705693824" sldId="2146848018"/>
        </pc:sldMkLst>
      </pc:sldChg>
      <pc:sldChg chg="del">
        <pc:chgData name="Bono, Vanessa A." userId="3bfb42e8-227f-417c-8a7f-d1dc27979169" providerId="ADAL" clId="{54BEF7D6-0223-493B-84CD-736FD5B78C69}" dt="2021-04-18T20:26:41.581" v="129" actId="47"/>
        <pc:sldMkLst>
          <pc:docMk/>
          <pc:sldMk cId="1305574490" sldId="2146848019"/>
        </pc:sldMkLst>
      </pc:sldChg>
      <pc:sldChg chg="del">
        <pc:chgData name="Bono, Vanessa A." userId="3bfb42e8-227f-417c-8a7f-d1dc27979169" providerId="ADAL" clId="{54BEF7D6-0223-493B-84CD-736FD5B78C69}" dt="2021-04-18T20:26:42.029" v="130" actId="47"/>
        <pc:sldMkLst>
          <pc:docMk/>
          <pc:sldMk cId="900908429" sldId="2146848020"/>
        </pc:sldMkLst>
      </pc:sldChg>
      <pc:sldChg chg="add del">
        <pc:chgData name="Bono, Vanessa A." userId="3bfb42e8-227f-417c-8a7f-d1dc27979169" providerId="ADAL" clId="{54BEF7D6-0223-493B-84CD-736FD5B78C69}" dt="2021-04-18T20:26:49.004" v="135" actId="47"/>
        <pc:sldMkLst>
          <pc:docMk/>
          <pc:sldMk cId="4258611816" sldId="2146848021"/>
        </pc:sldMkLst>
      </pc:sldChg>
      <pc:sldChg chg="del">
        <pc:chgData name="Bono, Vanessa A." userId="3bfb42e8-227f-417c-8a7f-d1dc27979169" providerId="ADAL" clId="{54BEF7D6-0223-493B-84CD-736FD5B78C69}" dt="2021-04-18T17:11:48.047" v="26" actId="47"/>
        <pc:sldMkLst>
          <pc:docMk/>
          <pc:sldMk cId="2471527713" sldId="2146848022"/>
        </pc:sldMkLst>
      </pc:sldChg>
      <pc:sldChg chg="del">
        <pc:chgData name="Bono, Vanessa A." userId="3bfb42e8-227f-417c-8a7f-d1dc27979169" providerId="ADAL" clId="{54BEF7D6-0223-493B-84CD-736FD5B78C69}" dt="2021-04-18T17:11:48.725" v="27" actId="47"/>
        <pc:sldMkLst>
          <pc:docMk/>
          <pc:sldMk cId="1432731455" sldId="2146848023"/>
        </pc:sldMkLst>
      </pc:sldChg>
      <pc:sldChg chg="del">
        <pc:chgData name="Bono, Vanessa A." userId="3bfb42e8-227f-417c-8a7f-d1dc27979169" providerId="ADAL" clId="{54BEF7D6-0223-493B-84CD-736FD5B78C69}" dt="2021-04-18T17:11:49.204" v="28" actId="47"/>
        <pc:sldMkLst>
          <pc:docMk/>
          <pc:sldMk cId="1129642495" sldId="2146848024"/>
        </pc:sldMkLst>
      </pc:sldChg>
      <pc:sldChg chg="del">
        <pc:chgData name="Bono, Vanessa A." userId="3bfb42e8-227f-417c-8a7f-d1dc27979169" providerId="ADAL" clId="{54BEF7D6-0223-493B-84CD-736FD5B78C69}" dt="2021-04-18T17:11:49.270" v="29" actId="47"/>
        <pc:sldMkLst>
          <pc:docMk/>
          <pc:sldMk cId="3928546937" sldId="2146848025"/>
        </pc:sldMkLst>
      </pc:sldChg>
      <pc:sldChg chg="del">
        <pc:chgData name="Bono, Vanessa A." userId="3bfb42e8-227f-417c-8a7f-d1dc27979169" providerId="ADAL" clId="{54BEF7D6-0223-493B-84CD-736FD5B78C69}" dt="2021-04-18T17:11:50.472" v="30" actId="47"/>
        <pc:sldMkLst>
          <pc:docMk/>
          <pc:sldMk cId="3332821540" sldId="2146848026"/>
        </pc:sldMkLst>
      </pc:sldChg>
      <pc:sldChg chg="del">
        <pc:chgData name="Bono, Vanessa A." userId="3bfb42e8-227f-417c-8a7f-d1dc27979169" providerId="ADAL" clId="{54BEF7D6-0223-493B-84CD-736FD5B78C69}" dt="2021-04-18T17:11:50.499" v="31" actId="47"/>
        <pc:sldMkLst>
          <pc:docMk/>
          <pc:sldMk cId="1039283204" sldId="2146848027"/>
        </pc:sldMkLst>
      </pc:sldChg>
      <pc:sldChg chg="del">
        <pc:chgData name="Bono, Vanessa A." userId="3bfb42e8-227f-417c-8a7f-d1dc27979169" providerId="ADAL" clId="{54BEF7D6-0223-493B-84CD-736FD5B78C69}" dt="2021-04-18T17:11:50.660" v="32" actId="47"/>
        <pc:sldMkLst>
          <pc:docMk/>
          <pc:sldMk cId="18694801" sldId="2146848028"/>
        </pc:sldMkLst>
      </pc:sldChg>
      <pc:sldChg chg="del">
        <pc:chgData name="Bono, Vanessa A." userId="3bfb42e8-227f-417c-8a7f-d1dc27979169" providerId="ADAL" clId="{54BEF7D6-0223-493B-84CD-736FD5B78C69}" dt="2021-04-18T17:11:50.852" v="33" actId="47"/>
        <pc:sldMkLst>
          <pc:docMk/>
          <pc:sldMk cId="1795623359" sldId="2146848029"/>
        </pc:sldMkLst>
      </pc:sldChg>
      <pc:sldChg chg="del">
        <pc:chgData name="Bono, Vanessa A." userId="3bfb42e8-227f-417c-8a7f-d1dc27979169" providerId="ADAL" clId="{54BEF7D6-0223-493B-84CD-736FD5B78C69}" dt="2021-04-18T17:11:51.054" v="34" actId="47"/>
        <pc:sldMkLst>
          <pc:docMk/>
          <pc:sldMk cId="3285247271" sldId="2146848031"/>
        </pc:sldMkLst>
      </pc:sldChg>
      <pc:sldChg chg="del">
        <pc:chgData name="Bono, Vanessa A." userId="3bfb42e8-227f-417c-8a7f-d1dc27979169" providerId="ADAL" clId="{54BEF7D6-0223-493B-84CD-736FD5B78C69}" dt="2021-04-18T17:11:51.923" v="35" actId="47"/>
        <pc:sldMkLst>
          <pc:docMk/>
          <pc:sldMk cId="3354594324" sldId="2146848032"/>
        </pc:sldMkLst>
      </pc:sldChg>
      <pc:sldChg chg="del">
        <pc:chgData name="Bono, Vanessa A." userId="3bfb42e8-227f-417c-8a7f-d1dc27979169" providerId="ADAL" clId="{54BEF7D6-0223-493B-84CD-736FD5B78C69}" dt="2021-04-18T17:11:52.864" v="36" actId="47"/>
        <pc:sldMkLst>
          <pc:docMk/>
          <pc:sldMk cId="3111798080" sldId="2146848033"/>
        </pc:sldMkLst>
      </pc:sldChg>
      <pc:sldChg chg="del">
        <pc:chgData name="Bono, Vanessa A." userId="3bfb42e8-227f-417c-8a7f-d1dc27979169" providerId="ADAL" clId="{54BEF7D6-0223-493B-84CD-736FD5B78C69}" dt="2021-04-18T17:11:52.898" v="37" actId="47"/>
        <pc:sldMkLst>
          <pc:docMk/>
          <pc:sldMk cId="2079872314" sldId="2146848034"/>
        </pc:sldMkLst>
      </pc:sldChg>
      <pc:sldChg chg="del">
        <pc:chgData name="Bono, Vanessa A." userId="3bfb42e8-227f-417c-8a7f-d1dc27979169" providerId="ADAL" clId="{54BEF7D6-0223-493B-84CD-736FD5B78C69}" dt="2021-04-18T17:11:53.287" v="38" actId="47"/>
        <pc:sldMkLst>
          <pc:docMk/>
          <pc:sldMk cId="1712865840" sldId="2146848035"/>
        </pc:sldMkLst>
      </pc:sldChg>
      <pc:sldChg chg="del">
        <pc:chgData name="Bono, Vanessa A." userId="3bfb42e8-227f-417c-8a7f-d1dc27979169" providerId="ADAL" clId="{54BEF7D6-0223-493B-84CD-736FD5B78C69}" dt="2021-04-18T17:11:53.764" v="39" actId="47"/>
        <pc:sldMkLst>
          <pc:docMk/>
          <pc:sldMk cId="242159625" sldId="2146848036"/>
        </pc:sldMkLst>
      </pc:sldChg>
      <pc:sldChg chg="del">
        <pc:chgData name="Bono, Vanessa A." userId="3bfb42e8-227f-417c-8a7f-d1dc27979169" providerId="ADAL" clId="{54BEF7D6-0223-493B-84CD-736FD5B78C69}" dt="2021-04-18T17:11:54.199" v="40" actId="47"/>
        <pc:sldMkLst>
          <pc:docMk/>
          <pc:sldMk cId="3565479475" sldId="2146848037"/>
        </pc:sldMkLst>
      </pc:sldChg>
      <pc:sldChg chg="del">
        <pc:chgData name="Bono, Vanessa A." userId="3bfb42e8-227f-417c-8a7f-d1dc27979169" providerId="ADAL" clId="{54BEF7D6-0223-493B-84CD-736FD5B78C69}" dt="2021-04-18T17:11:54.932" v="41" actId="47"/>
        <pc:sldMkLst>
          <pc:docMk/>
          <pc:sldMk cId="1390227155" sldId="2146848038"/>
        </pc:sldMkLst>
      </pc:sldChg>
      <pc:sldChg chg="del">
        <pc:chgData name="Bono, Vanessa A." userId="3bfb42e8-227f-417c-8a7f-d1dc27979169" providerId="ADAL" clId="{54BEF7D6-0223-493B-84CD-736FD5B78C69}" dt="2021-04-18T17:11:55.114" v="42" actId="47"/>
        <pc:sldMkLst>
          <pc:docMk/>
          <pc:sldMk cId="3812869994" sldId="2146848039"/>
        </pc:sldMkLst>
      </pc:sldChg>
      <pc:sldChg chg="del">
        <pc:chgData name="Bono, Vanessa A." userId="3bfb42e8-227f-417c-8a7f-d1dc27979169" providerId="ADAL" clId="{54BEF7D6-0223-493B-84CD-736FD5B78C69}" dt="2021-04-18T17:11:55.557" v="43" actId="47"/>
        <pc:sldMkLst>
          <pc:docMk/>
          <pc:sldMk cId="2154895255" sldId="2146848041"/>
        </pc:sldMkLst>
      </pc:sldChg>
      <pc:sldChg chg="del">
        <pc:chgData name="Bono, Vanessa A." userId="3bfb42e8-227f-417c-8a7f-d1dc27979169" providerId="ADAL" clId="{54BEF7D6-0223-493B-84CD-736FD5B78C69}" dt="2021-04-18T17:11:59.856" v="51" actId="47"/>
        <pc:sldMkLst>
          <pc:docMk/>
          <pc:sldMk cId="2682109130" sldId="2146848050"/>
        </pc:sldMkLst>
      </pc:sldChg>
      <pc:sldChg chg="del">
        <pc:chgData name="Bono, Vanessa A." userId="3bfb42e8-227f-417c-8a7f-d1dc27979169" providerId="ADAL" clId="{54BEF7D6-0223-493B-84CD-736FD5B78C69}" dt="2021-04-18T17:12:00.799" v="52" actId="47"/>
        <pc:sldMkLst>
          <pc:docMk/>
          <pc:sldMk cId="2458650391" sldId="2146848052"/>
        </pc:sldMkLst>
      </pc:sldChg>
      <pc:sldChg chg="del">
        <pc:chgData name="Bono, Vanessa A." userId="3bfb42e8-227f-417c-8a7f-d1dc27979169" providerId="ADAL" clId="{54BEF7D6-0223-493B-84CD-736FD5B78C69}" dt="2021-04-18T17:12:02.012" v="55" actId="47"/>
        <pc:sldMkLst>
          <pc:docMk/>
          <pc:sldMk cId="3043877070" sldId="2146848053"/>
        </pc:sldMkLst>
      </pc:sldChg>
      <pc:sldChg chg="del">
        <pc:chgData name="Bono, Vanessa A." userId="3bfb42e8-227f-417c-8a7f-d1dc27979169" providerId="ADAL" clId="{54BEF7D6-0223-493B-84CD-736FD5B78C69}" dt="2021-04-18T17:12:01.577" v="54" actId="47"/>
        <pc:sldMkLst>
          <pc:docMk/>
          <pc:sldMk cId="2898466066" sldId="2146848054"/>
        </pc:sldMkLst>
      </pc:sldChg>
      <pc:sldChg chg="del">
        <pc:chgData name="Bono, Vanessa A." userId="3bfb42e8-227f-417c-8a7f-d1dc27979169" providerId="ADAL" clId="{54BEF7D6-0223-493B-84CD-736FD5B78C69}" dt="2021-04-18T17:12:02.520" v="56" actId="47"/>
        <pc:sldMkLst>
          <pc:docMk/>
          <pc:sldMk cId="1570107647" sldId="2146848055"/>
        </pc:sldMkLst>
      </pc:sldChg>
      <pc:sldChg chg="del">
        <pc:chgData name="Bono, Vanessa A." userId="3bfb42e8-227f-417c-8a7f-d1dc27979169" providerId="ADAL" clId="{54BEF7D6-0223-493B-84CD-736FD5B78C69}" dt="2021-04-18T17:12:03.528" v="57" actId="47"/>
        <pc:sldMkLst>
          <pc:docMk/>
          <pc:sldMk cId="746378691" sldId="2146848056"/>
        </pc:sldMkLst>
      </pc:sldChg>
      <pc:sldChg chg="del">
        <pc:chgData name="Bono, Vanessa A." userId="3bfb42e8-227f-417c-8a7f-d1dc27979169" providerId="ADAL" clId="{54BEF7D6-0223-493B-84CD-736FD5B78C69}" dt="2021-04-18T17:12:03.811" v="58" actId="47"/>
        <pc:sldMkLst>
          <pc:docMk/>
          <pc:sldMk cId="3687383799" sldId="2146848057"/>
        </pc:sldMkLst>
      </pc:sldChg>
      <pc:sldChg chg="del">
        <pc:chgData name="Bono, Vanessa A." userId="3bfb42e8-227f-417c-8a7f-d1dc27979169" providerId="ADAL" clId="{54BEF7D6-0223-493B-84CD-736FD5B78C69}" dt="2021-04-18T17:12:04.453" v="60" actId="47"/>
        <pc:sldMkLst>
          <pc:docMk/>
          <pc:sldMk cId="2294170976" sldId="2146848058"/>
        </pc:sldMkLst>
      </pc:sldChg>
      <pc:sldChg chg="del">
        <pc:chgData name="Bono, Vanessa A." userId="3bfb42e8-227f-417c-8a7f-d1dc27979169" providerId="ADAL" clId="{54BEF7D6-0223-493B-84CD-736FD5B78C69}" dt="2021-04-18T17:12:04.656" v="61" actId="47"/>
        <pc:sldMkLst>
          <pc:docMk/>
          <pc:sldMk cId="3938886328" sldId="2146848059"/>
        </pc:sldMkLst>
      </pc:sldChg>
      <pc:sldChg chg="del">
        <pc:chgData name="Bono, Vanessa A." userId="3bfb42e8-227f-417c-8a7f-d1dc27979169" providerId="ADAL" clId="{54BEF7D6-0223-493B-84CD-736FD5B78C69}" dt="2021-04-18T17:12:05.015" v="62" actId="47"/>
        <pc:sldMkLst>
          <pc:docMk/>
          <pc:sldMk cId="1567569447" sldId="2146848060"/>
        </pc:sldMkLst>
      </pc:sldChg>
      <pc:sldChg chg="del">
        <pc:chgData name="Bono, Vanessa A." userId="3bfb42e8-227f-417c-8a7f-d1dc27979169" providerId="ADAL" clId="{54BEF7D6-0223-493B-84CD-736FD5B78C69}" dt="2021-04-18T17:12:06.415" v="63" actId="47"/>
        <pc:sldMkLst>
          <pc:docMk/>
          <pc:sldMk cId="1797253987" sldId="2146848061"/>
        </pc:sldMkLst>
      </pc:sldChg>
      <pc:sldChg chg="del">
        <pc:chgData name="Bono, Vanessa A." userId="3bfb42e8-227f-417c-8a7f-d1dc27979169" providerId="ADAL" clId="{54BEF7D6-0223-493B-84CD-736FD5B78C69}" dt="2021-04-18T17:12:07.004" v="64" actId="47"/>
        <pc:sldMkLst>
          <pc:docMk/>
          <pc:sldMk cId="92841403" sldId="2146848062"/>
        </pc:sldMkLst>
      </pc:sldChg>
      <pc:sldChg chg="del">
        <pc:chgData name="Bono, Vanessa A." userId="3bfb42e8-227f-417c-8a7f-d1dc27979169" providerId="ADAL" clId="{54BEF7D6-0223-493B-84CD-736FD5B78C69}" dt="2021-04-18T17:12:07.437" v="65" actId="47"/>
        <pc:sldMkLst>
          <pc:docMk/>
          <pc:sldMk cId="2590223489" sldId="2146848063"/>
        </pc:sldMkLst>
      </pc:sldChg>
      <pc:sldChg chg="del">
        <pc:chgData name="Bono, Vanessa A." userId="3bfb42e8-227f-417c-8a7f-d1dc27979169" providerId="ADAL" clId="{54BEF7D6-0223-493B-84CD-736FD5B78C69}" dt="2021-04-18T17:12:08.508" v="67" actId="47"/>
        <pc:sldMkLst>
          <pc:docMk/>
          <pc:sldMk cId="1104036909" sldId="2146848065"/>
        </pc:sldMkLst>
      </pc:sldChg>
      <pc:sldChg chg="del">
        <pc:chgData name="Bono, Vanessa A." userId="3bfb42e8-227f-417c-8a7f-d1dc27979169" providerId="ADAL" clId="{54BEF7D6-0223-493B-84CD-736FD5B78C69}" dt="2021-04-18T17:12:09.056" v="68" actId="47"/>
        <pc:sldMkLst>
          <pc:docMk/>
          <pc:sldMk cId="3055223639" sldId="2146848066"/>
        </pc:sldMkLst>
      </pc:sldChg>
      <pc:sldChg chg="del">
        <pc:chgData name="Bono, Vanessa A." userId="3bfb42e8-227f-417c-8a7f-d1dc27979169" providerId="ADAL" clId="{54BEF7D6-0223-493B-84CD-736FD5B78C69}" dt="2021-04-18T17:12:41.011" v="83" actId="47"/>
        <pc:sldMkLst>
          <pc:docMk/>
          <pc:sldMk cId="2141603944" sldId="2146848075"/>
        </pc:sldMkLst>
      </pc:sldChg>
      <pc:sldChg chg="del">
        <pc:chgData name="Bono, Vanessa A." userId="3bfb42e8-227f-417c-8a7f-d1dc27979169" providerId="ADAL" clId="{54BEF7D6-0223-493B-84CD-736FD5B78C69}" dt="2021-04-18T17:12:41.570" v="84" actId="47"/>
        <pc:sldMkLst>
          <pc:docMk/>
          <pc:sldMk cId="3472101874" sldId="2146848076"/>
        </pc:sldMkLst>
      </pc:sldChg>
      <pc:sldChg chg="del">
        <pc:chgData name="Bono, Vanessa A." userId="3bfb42e8-227f-417c-8a7f-d1dc27979169" providerId="ADAL" clId="{54BEF7D6-0223-493B-84CD-736FD5B78C69}" dt="2021-04-18T17:12:42.573" v="87" actId="47"/>
        <pc:sldMkLst>
          <pc:docMk/>
          <pc:sldMk cId="3071186724" sldId="2146848077"/>
        </pc:sldMkLst>
      </pc:sldChg>
      <pc:sldChg chg="del">
        <pc:chgData name="Bono, Vanessa A." userId="3bfb42e8-227f-417c-8a7f-d1dc27979169" providerId="ADAL" clId="{54BEF7D6-0223-493B-84CD-736FD5B78C69}" dt="2021-04-18T17:12:42.914" v="88" actId="47"/>
        <pc:sldMkLst>
          <pc:docMk/>
          <pc:sldMk cId="1382408786" sldId="2146848078"/>
        </pc:sldMkLst>
      </pc:sldChg>
      <pc:sldChg chg="del">
        <pc:chgData name="Bono, Vanessa A." userId="3bfb42e8-227f-417c-8a7f-d1dc27979169" providerId="ADAL" clId="{54BEF7D6-0223-493B-84CD-736FD5B78C69}" dt="2021-04-18T17:12:43.602" v="89" actId="47"/>
        <pc:sldMkLst>
          <pc:docMk/>
          <pc:sldMk cId="1344230032" sldId="2146848079"/>
        </pc:sldMkLst>
      </pc:sldChg>
      <pc:sldChg chg="add del">
        <pc:chgData name="Bono, Vanessa A." userId="3bfb42e8-227f-417c-8a7f-d1dc27979169" providerId="ADAL" clId="{54BEF7D6-0223-493B-84CD-736FD5B78C69}" dt="2021-04-18T17:12:51.356" v="96" actId="47"/>
        <pc:sldMkLst>
          <pc:docMk/>
          <pc:sldMk cId="2459848864" sldId="2146848080"/>
        </pc:sldMkLst>
      </pc:sldChg>
      <pc:sldChg chg="add del">
        <pc:chgData name="Bono, Vanessa A." userId="3bfb42e8-227f-417c-8a7f-d1dc27979169" providerId="ADAL" clId="{54BEF7D6-0223-493B-84CD-736FD5B78C69}" dt="2021-04-18T20:26:45.450" v="133" actId="47"/>
        <pc:sldMkLst>
          <pc:docMk/>
          <pc:sldMk cId="991568047" sldId="2146848081"/>
        </pc:sldMkLst>
      </pc:sldChg>
      <pc:sldChg chg="add del">
        <pc:chgData name="Bono, Vanessa A." userId="3bfb42e8-227f-417c-8a7f-d1dc27979169" providerId="ADAL" clId="{54BEF7D6-0223-493B-84CD-736FD5B78C69}" dt="2021-04-18T17:12:47.442" v="93" actId="47"/>
        <pc:sldMkLst>
          <pc:docMk/>
          <pc:sldMk cId="173810927" sldId="2146848082"/>
        </pc:sldMkLst>
      </pc:sldChg>
      <pc:sldChg chg="del">
        <pc:chgData name="Bono, Vanessa A." userId="3bfb42e8-227f-417c-8a7f-d1dc27979169" providerId="ADAL" clId="{54BEF7D6-0223-493B-84CD-736FD5B78C69}" dt="2021-04-18T17:12:58.964" v="97" actId="47"/>
        <pc:sldMkLst>
          <pc:docMk/>
          <pc:sldMk cId="2833552387" sldId="2146848098"/>
        </pc:sldMkLst>
      </pc:sldChg>
      <pc:sldChg chg="del">
        <pc:chgData name="Bono, Vanessa A." userId="3bfb42e8-227f-417c-8a7f-d1dc27979169" providerId="ADAL" clId="{54BEF7D6-0223-493B-84CD-736FD5B78C69}" dt="2021-04-18T17:13:00.625" v="98" actId="47"/>
        <pc:sldMkLst>
          <pc:docMk/>
          <pc:sldMk cId="2203137780" sldId="2146848099"/>
        </pc:sldMkLst>
      </pc:sldChg>
      <pc:sldChg chg="del">
        <pc:chgData name="Bono, Vanessa A." userId="3bfb42e8-227f-417c-8a7f-d1dc27979169" providerId="ADAL" clId="{54BEF7D6-0223-493B-84CD-736FD5B78C69}" dt="2021-04-18T17:13:03.118" v="99" actId="47"/>
        <pc:sldMkLst>
          <pc:docMk/>
          <pc:sldMk cId="4092349712" sldId="2146848100"/>
        </pc:sldMkLst>
      </pc:sldChg>
      <pc:sldChg chg="del">
        <pc:chgData name="Bono, Vanessa A." userId="3bfb42e8-227f-417c-8a7f-d1dc27979169" providerId="ADAL" clId="{54BEF7D6-0223-493B-84CD-736FD5B78C69}" dt="2021-04-18T17:13:43.605" v="102" actId="47"/>
        <pc:sldMkLst>
          <pc:docMk/>
          <pc:sldMk cId="766623171" sldId="2146848103"/>
        </pc:sldMkLst>
      </pc:sldChg>
      <pc:sldChg chg="del">
        <pc:chgData name="Bono, Vanessa A." userId="3bfb42e8-227f-417c-8a7f-d1dc27979169" providerId="ADAL" clId="{54BEF7D6-0223-493B-84CD-736FD5B78C69}" dt="2021-04-18T17:13:45.444" v="103" actId="47"/>
        <pc:sldMkLst>
          <pc:docMk/>
          <pc:sldMk cId="3561521936" sldId="2146848104"/>
        </pc:sldMkLst>
      </pc:sldChg>
      <pc:sldChg chg="del">
        <pc:chgData name="Bono, Vanessa A." userId="3bfb42e8-227f-417c-8a7f-d1dc27979169" providerId="ADAL" clId="{54BEF7D6-0223-493B-84CD-736FD5B78C69}" dt="2021-04-18T17:13:47.816" v="106" actId="47"/>
        <pc:sldMkLst>
          <pc:docMk/>
          <pc:sldMk cId="405062400" sldId="2146848105"/>
        </pc:sldMkLst>
      </pc:sldChg>
      <pc:sldChg chg="del">
        <pc:chgData name="Bono, Vanessa A." userId="3bfb42e8-227f-417c-8a7f-d1dc27979169" providerId="ADAL" clId="{54BEF7D6-0223-493B-84CD-736FD5B78C69}" dt="2021-04-18T17:13:48.633" v="107" actId="47"/>
        <pc:sldMkLst>
          <pc:docMk/>
          <pc:sldMk cId="2375665536" sldId="2146848106"/>
        </pc:sldMkLst>
      </pc:sldChg>
      <pc:sldChg chg="del">
        <pc:chgData name="Bono, Vanessa A." userId="3bfb42e8-227f-417c-8a7f-d1dc27979169" providerId="ADAL" clId="{54BEF7D6-0223-493B-84CD-736FD5B78C69}" dt="2021-04-18T17:13:49.439" v="108" actId="47"/>
        <pc:sldMkLst>
          <pc:docMk/>
          <pc:sldMk cId="2023408038" sldId="2146848108"/>
        </pc:sldMkLst>
      </pc:sldChg>
      <pc:sldChg chg="del">
        <pc:chgData name="Bono, Vanessa A." userId="3bfb42e8-227f-417c-8a7f-d1dc27979169" providerId="ADAL" clId="{54BEF7D6-0223-493B-84CD-736FD5B78C69}" dt="2021-04-18T17:13:51.496" v="109" actId="47"/>
        <pc:sldMkLst>
          <pc:docMk/>
          <pc:sldMk cId="779386768" sldId="2146848155"/>
        </pc:sldMkLst>
      </pc:sldChg>
      <pc:sldChg chg="del">
        <pc:chgData name="Bono, Vanessa A." userId="3bfb42e8-227f-417c-8a7f-d1dc27979169" providerId="ADAL" clId="{54BEF7D6-0223-493B-84CD-736FD5B78C69}" dt="2021-04-18T17:13:52.056" v="110" actId="47"/>
        <pc:sldMkLst>
          <pc:docMk/>
          <pc:sldMk cId="2225391322" sldId="2146848156"/>
        </pc:sldMkLst>
      </pc:sldChg>
      <pc:sldChg chg="del">
        <pc:chgData name="Bono, Vanessa A." userId="3bfb42e8-227f-417c-8a7f-d1dc27979169" providerId="ADAL" clId="{54BEF7D6-0223-493B-84CD-736FD5B78C69}" dt="2021-04-18T17:13:56.773" v="112" actId="47"/>
        <pc:sldMkLst>
          <pc:docMk/>
          <pc:sldMk cId="2782034596" sldId="2146848158"/>
        </pc:sldMkLst>
      </pc:sldChg>
      <pc:sldChg chg="del">
        <pc:chgData name="Bono, Vanessa A." userId="3bfb42e8-227f-417c-8a7f-d1dc27979169" providerId="ADAL" clId="{54BEF7D6-0223-493B-84CD-736FD5B78C69}" dt="2021-04-18T17:13:56.819" v="113" actId="47"/>
        <pc:sldMkLst>
          <pc:docMk/>
          <pc:sldMk cId="2237413547" sldId="2146848159"/>
        </pc:sldMkLst>
      </pc:sldChg>
      <pc:sldChg chg="del">
        <pc:chgData name="Bono, Vanessa A." userId="3bfb42e8-227f-417c-8a7f-d1dc27979169" providerId="ADAL" clId="{54BEF7D6-0223-493B-84CD-736FD5B78C69}" dt="2021-04-18T17:13:56.846" v="114" actId="47"/>
        <pc:sldMkLst>
          <pc:docMk/>
          <pc:sldMk cId="3562295947" sldId="2146848160"/>
        </pc:sldMkLst>
      </pc:sldChg>
      <pc:sldChg chg="del">
        <pc:chgData name="Bono, Vanessa A." userId="3bfb42e8-227f-417c-8a7f-d1dc27979169" providerId="ADAL" clId="{54BEF7D6-0223-493B-84CD-736FD5B78C69}" dt="2021-04-18T17:13:57.122" v="115" actId="47"/>
        <pc:sldMkLst>
          <pc:docMk/>
          <pc:sldMk cId="1798871653" sldId="2146848161"/>
        </pc:sldMkLst>
      </pc:sldChg>
      <pc:sldChg chg="del">
        <pc:chgData name="Bono, Vanessa A." userId="3bfb42e8-227f-417c-8a7f-d1dc27979169" providerId="ADAL" clId="{54BEF7D6-0223-493B-84CD-736FD5B78C69}" dt="2021-04-18T17:13:57.162" v="116" actId="47"/>
        <pc:sldMkLst>
          <pc:docMk/>
          <pc:sldMk cId="269263222" sldId="2146848162"/>
        </pc:sldMkLst>
      </pc:sldChg>
      <pc:sldChg chg="del">
        <pc:chgData name="Bono, Vanessa A." userId="3bfb42e8-227f-417c-8a7f-d1dc27979169" providerId="ADAL" clId="{54BEF7D6-0223-493B-84CD-736FD5B78C69}" dt="2021-04-18T17:13:57.353" v="117" actId="47"/>
        <pc:sldMkLst>
          <pc:docMk/>
          <pc:sldMk cId="1659126778" sldId="2146848163"/>
        </pc:sldMkLst>
      </pc:sldChg>
      <pc:sldChg chg="del">
        <pc:chgData name="Bono, Vanessa A." userId="3bfb42e8-227f-417c-8a7f-d1dc27979169" providerId="ADAL" clId="{54BEF7D6-0223-493B-84CD-736FD5B78C69}" dt="2021-04-18T17:13:58.647" v="119" actId="47"/>
        <pc:sldMkLst>
          <pc:docMk/>
          <pc:sldMk cId="2938973073" sldId="2146848164"/>
        </pc:sldMkLst>
      </pc:sldChg>
      <pc:sldChg chg="del">
        <pc:chgData name="Bono, Vanessa A." userId="3bfb42e8-227f-417c-8a7f-d1dc27979169" providerId="ADAL" clId="{54BEF7D6-0223-493B-84CD-736FD5B78C69}" dt="2021-04-18T17:13:59.127" v="120" actId="47"/>
        <pc:sldMkLst>
          <pc:docMk/>
          <pc:sldMk cId="2435091846" sldId="2146848165"/>
        </pc:sldMkLst>
      </pc:sldChg>
      <pc:sldChg chg="del">
        <pc:chgData name="Bono, Vanessa A." userId="3bfb42e8-227f-417c-8a7f-d1dc27979169" providerId="ADAL" clId="{54BEF7D6-0223-493B-84CD-736FD5B78C69}" dt="2021-04-18T17:13:59.918" v="121" actId="47"/>
        <pc:sldMkLst>
          <pc:docMk/>
          <pc:sldMk cId="3381832834" sldId="2146848166"/>
        </pc:sldMkLst>
      </pc:sldChg>
      <pc:sldChg chg="del">
        <pc:chgData name="Bono, Vanessa A." userId="3bfb42e8-227f-417c-8a7f-d1dc27979169" providerId="ADAL" clId="{54BEF7D6-0223-493B-84CD-736FD5B78C69}" dt="2021-04-18T17:14:01.386" v="122" actId="47"/>
        <pc:sldMkLst>
          <pc:docMk/>
          <pc:sldMk cId="2625109520" sldId="2146848167"/>
        </pc:sldMkLst>
      </pc:sldChg>
      <pc:sldChg chg="del">
        <pc:chgData name="Bono, Vanessa A." userId="3bfb42e8-227f-417c-8a7f-d1dc27979169" providerId="ADAL" clId="{54BEF7D6-0223-493B-84CD-736FD5B78C69}" dt="2021-04-18T17:14:02.234" v="123" actId="47"/>
        <pc:sldMkLst>
          <pc:docMk/>
          <pc:sldMk cId="3864222451" sldId="2146848168"/>
        </pc:sldMkLst>
      </pc:sldChg>
      <pc:sldChg chg="del">
        <pc:chgData name="Bono, Vanessa A." userId="3bfb42e8-227f-417c-8a7f-d1dc27979169" providerId="ADAL" clId="{54BEF7D6-0223-493B-84CD-736FD5B78C69}" dt="2021-04-18T17:14:02.945" v="124" actId="47"/>
        <pc:sldMkLst>
          <pc:docMk/>
          <pc:sldMk cId="2927012397" sldId="2146848169"/>
        </pc:sldMkLst>
      </pc:sldChg>
      <pc:sldChg chg="del">
        <pc:chgData name="Bono, Vanessa A." userId="3bfb42e8-227f-417c-8a7f-d1dc27979169" providerId="ADAL" clId="{54BEF7D6-0223-493B-84CD-736FD5B78C69}" dt="2021-04-18T17:11:55.932" v="44" actId="47"/>
        <pc:sldMkLst>
          <pc:docMk/>
          <pc:sldMk cId="655442238" sldId="2146848170"/>
        </pc:sldMkLst>
      </pc:sldChg>
      <pc:sldChg chg="del">
        <pc:chgData name="Bono, Vanessa A." userId="3bfb42e8-227f-417c-8a7f-d1dc27979169" providerId="ADAL" clId="{54BEF7D6-0223-493B-84CD-736FD5B78C69}" dt="2021-04-18T17:11:56.339" v="45" actId="47"/>
        <pc:sldMkLst>
          <pc:docMk/>
          <pc:sldMk cId="1942964081" sldId="2146848171"/>
        </pc:sldMkLst>
      </pc:sldChg>
      <pc:sldChg chg="del">
        <pc:chgData name="Bono, Vanessa A." userId="3bfb42e8-227f-417c-8a7f-d1dc27979169" providerId="ADAL" clId="{54BEF7D6-0223-493B-84CD-736FD5B78C69}" dt="2021-04-18T17:11:57.760" v="47" actId="47"/>
        <pc:sldMkLst>
          <pc:docMk/>
          <pc:sldMk cId="2796245324" sldId="2146848172"/>
        </pc:sldMkLst>
      </pc:sldChg>
      <pc:sldChg chg="del">
        <pc:chgData name="Bono, Vanessa A." userId="3bfb42e8-227f-417c-8a7f-d1dc27979169" providerId="ADAL" clId="{54BEF7D6-0223-493B-84CD-736FD5B78C69}" dt="2021-04-18T17:11:57.715" v="46" actId="47"/>
        <pc:sldMkLst>
          <pc:docMk/>
          <pc:sldMk cId="1111945990" sldId="2146848173"/>
        </pc:sldMkLst>
      </pc:sldChg>
      <pc:sldChg chg="del">
        <pc:chgData name="Bono, Vanessa A." userId="3bfb42e8-227f-417c-8a7f-d1dc27979169" providerId="ADAL" clId="{54BEF7D6-0223-493B-84CD-736FD5B78C69}" dt="2021-04-18T17:12:01.304" v="53" actId="47"/>
        <pc:sldMkLst>
          <pc:docMk/>
          <pc:sldMk cId="2984313924" sldId="2146848189"/>
        </pc:sldMkLst>
      </pc:sldChg>
      <pc:sldChg chg="del">
        <pc:chgData name="Bono, Vanessa A." userId="3bfb42e8-227f-417c-8a7f-d1dc27979169" providerId="ADAL" clId="{54BEF7D6-0223-493B-84CD-736FD5B78C69}" dt="2021-04-18T17:12:42.329" v="86" actId="47"/>
        <pc:sldMkLst>
          <pc:docMk/>
          <pc:sldMk cId="2005434096" sldId="2146848190"/>
        </pc:sldMkLst>
      </pc:sldChg>
      <pc:sldChg chg="del">
        <pc:chgData name="Bono, Vanessa A." userId="3bfb42e8-227f-417c-8a7f-d1dc27979169" providerId="ADAL" clId="{54BEF7D6-0223-493B-84CD-736FD5B78C69}" dt="2021-04-18T17:13:58.023" v="118" actId="47"/>
        <pc:sldMkLst>
          <pc:docMk/>
          <pc:sldMk cId="2292783361" sldId="2146848191"/>
        </pc:sldMkLst>
      </pc:sldChg>
      <pc:sldChg chg="del">
        <pc:chgData name="Bono, Vanessa A." userId="3bfb42e8-227f-417c-8a7f-d1dc27979169" providerId="ADAL" clId="{54BEF7D6-0223-493B-84CD-736FD5B78C69}" dt="2021-04-18T17:11:58.341" v="48" actId="47"/>
        <pc:sldMkLst>
          <pc:docMk/>
          <pc:sldMk cId="3410856480" sldId="2146848192"/>
        </pc:sldMkLst>
      </pc:sldChg>
      <pc:sldChg chg="del">
        <pc:chgData name="Bono, Vanessa A." userId="3bfb42e8-227f-417c-8a7f-d1dc27979169" providerId="ADAL" clId="{54BEF7D6-0223-493B-84CD-736FD5B78C69}" dt="2021-04-18T17:11:58.759" v="49" actId="47"/>
        <pc:sldMkLst>
          <pc:docMk/>
          <pc:sldMk cId="1877301009" sldId="2146848193"/>
        </pc:sldMkLst>
      </pc:sldChg>
      <pc:sldChg chg="del">
        <pc:chgData name="Bono, Vanessa A." userId="3bfb42e8-227f-417c-8a7f-d1dc27979169" providerId="ADAL" clId="{54BEF7D6-0223-493B-84CD-736FD5B78C69}" dt="2021-04-18T17:12:04.050" v="59" actId="47"/>
        <pc:sldMkLst>
          <pc:docMk/>
          <pc:sldMk cId="4265043318" sldId="2146848194"/>
        </pc:sldMkLst>
      </pc:sldChg>
      <pc:sldChg chg="del">
        <pc:chgData name="Bono, Vanessa A." userId="3bfb42e8-227f-417c-8a7f-d1dc27979169" providerId="ADAL" clId="{54BEF7D6-0223-493B-84CD-736FD5B78C69}" dt="2021-04-18T17:12:09.961" v="69" actId="47"/>
        <pc:sldMkLst>
          <pc:docMk/>
          <pc:sldMk cId="1491447734" sldId="2146848195"/>
        </pc:sldMkLst>
      </pc:sldChg>
      <pc:sldChg chg="del">
        <pc:chgData name="Bono, Vanessa A." userId="3bfb42e8-227f-417c-8a7f-d1dc27979169" providerId="ADAL" clId="{54BEF7D6-0223-493B-84CD-736FD5B78C69}" dt="2021-04-18T17:12:10.988" v="72" actId="47"/>
        <pc:sldMkLst>
          <pc:docMk/>
          <pc:sldMk cId="579649232" sldId="2146848197"/>
        </pc:sldMkLst>
      </pc:sldChg>
      <pc:sldChg chg="del">
        <pc:chgData name="Bono, Vanessa A." userId="3bfb42e8-227f-417c-8a7f-d1dc27979169" providerId="ADAL" clId="{54BEF7D6-0223-493B-84CD-736FD5B78C69}" dt="2021-04-18T17:12:11.592" v="73" actId="47"/>
        <pc:sldMkLst>
          <pc:docMk/>
          <pc:sldMk cId="1544105958" sldId="2146848200"/>
        </pc:sldMkLst>
      </pc:sldChg>
      <pc:sldChg chg="del">
        <pc:chgData name="Bono, Vanessa A." userId="3bfb42e8-227f-417c-8a7f-d1dc27979169" providerId="ADAL" clId="{54BEF7D6-0223-493B-84CD-736FD5B78C69}" dt="2021-04-18T17:12:11.623" v="74" actId="47"/>
        <pc:sldMkLst>
          <pc:docMk/>
          <pc:sldMk cId="853261575" sldId="2146848201"/>
        </pc:sldMkLst>
      </pc:sldChg>
      <pc:sldChg chg="del">
        <pc:chgData name="Bono, Vanessa A." userId="3bfb42e8-227f-417c-8a7f-d1dc27979169" providerId="ADAL" clId="{54BEF7D6-0223-493B-84CD-736FD5B78C69}" dt="2021-04-18T17:12:11.660" v="75" actId="47"/>
        <pc:sldMkLst>
          <pc:docMk/>
          <pc:sldMk cId="1727188040" sldId="2146848202"/>
        </pc:sldMkLst>
      </pc:sldChg>
      <pc:sldChg chg="del">
        <pc:chgData name="Bono, Vanessa A." userId="3bfb42e8-227f-417c-8a7f-d1dc27979169" providerId="ADAL" clId="{54BEF7D6-0223-493B-84CD-736FD5B78C69}" dt="2021-04-18T17:12:12.627" v="77" actId="47"/>
        <pc:sldMkLst>
          <pc:docMk/>
          <pc:sldMk cId="776757515" sldId="2146848204"/>
        </pc:sldMkLst>
      </pc:sldChg>
      <pc:sldChg chg="del">
        <pc:chgData name="Bono, Vanessa A." userId="3bfb42e8-227f-417c-8a7f-d1dc27979169" providerId="ADAL" clId="{54BEF7D6-0223-493B-84CD-736FD5B78C69}" dt="2021-04-18T17:12:13.238" v="78" actId="47"/>
        <pc:sldMkLst>
          <pc:docMk/>
          <pc:sldMk cId="1992568505" sldId="2146848205"/>
        </pc:sldMkLst>
      </pc:sldChg>
      <pc:sldChg chg="del">
        <pc:chgData name="Bono, Vanessa A." userId="3bfb42e8-227f-417c-8a7f-d1dc27979169" providerId="ADAL" clId="{54BEF7D6-0223-493B-84CD-736FD5B78C69}" dt="2021-04-18T17:12:14.052" v="80" actId="47"/>
        <pc:sldMkLst>
          <pc:docMk/>
          <pc:sldMk cId="3414127003" sldId="2146848207"/>
        </pc:sldMkLst>
      </pc:sldChg>
      <pc:sldChg chg="del">
        <pc:chgData name="Bono, Vanessa A." userId="3bfb42e8-227f-417c-8a7f-d1dc27979169" providerId="ADAL" clId="{54BEF7D6-0223-493B-84CD-736FD5B78C69}" dt="2021-04-18T17:12:14.553" v="81" actId="47"/>
        <pc:sldMkLst>
          <pc:docMk/>
          <pc:sldMk cId="1506541194" sldId="2146848208"/>
        </pc:sldMkLst>
      </pc:sldChg>
      <pc:sldChg chg="del">
        <pc:chgData name="Bono, Vanessa A." userId="3bfb42e8-227f-417c-8a7f-d1dc27979169" providerId="ADAL" clId="{54BEF7D6-0223-493B-84CD-736FD5B78C69}" dt="2021-04-18T17:12:15.911" v="82" actId="47"/>
        <pc:sldMkLst>
          <pc:docMk/>
          <pc:sldMk cId="989706471" sldId="2146848209"/>
        </pc:sldMkLst>
      </pc:sldChg>
      <pc:sldChg chg="del">
        <pc:chgData name="Bono, Vanessa A." userId="3bfb42e8-227f-417c-8a7f-d1dc27979169" providerId="ADAL" clId="{54BEF7D6-0223-493B-84CD-736FD5B78C69}" dt="2021-04-18T17:12:08.474" v="66" actId="47"/>
        <pc:sldMkLst>
          <pc:docMk/>
          <pc:sldMk cId="2285722167" sldId="2146848210"/>
        </pc:sldMkLst>
      </pc:sldChg>
      <pc:sldChg chg="del">
        <pc:chgData name="Bono, Vanessa A." userId="3bfb42e8-227f-417c-8a7f-d1dc27979169" providerId="ADAL" clId="{54BEF7D6-0223-493B-84CD-736FD5B78C69}" dt="2021-04-18T17:13:46.280" v="104" actId="47"/>
        <pc:sldMkLst>
          <pc:docMk/>
          <pc:sldMk cId="2819173588" sldId="2146848211"/>
        </pc:sldMkLst>
      </pc:sldChg>
      <pc:sldChg chg="del">
        <pc:chgData name="Bono, Vanessa A." userId="3bfb42e8-227f-417c-8a7f-d1dc27979169" providerId="ADAL" clId="{54BEF7D6-0223-493B-84CD-736FD5B78C69}" dt="2021-04-18T17:13:46.988" v="105" actId="47"/>
        <pc:sldMkLst>
          <pc:docMk/>
          <pc:sldMk cId="4260491187" sldId="2146848214"/>
        </pc:sldMkLst>
      </pc:sldChg>
      <pc:sldChg chg="del">
        <pc:chgData name="Bono, Vanessa A." userId="3bfb42e8-227f-417c-8a7f-d1dc27979169" providerId="ADAL" clId="{54BEF7D6-0223-493B-84CD-736FD5B78C69}" dt="2021-04-18T17:12:10.625" v="71" actId="47"/>
        <pc:sldMkLst>
          <pc:docMk/>
          <pc:sldMk cId="2427160114" sldId="2146848216"/>
        </pc:sldMkLst>
      </pc:sldChg>
      <pc:sldChg chg="del">
        <pc:chgData name="Bono, Vanessa A." userId="3bfb42e8-227f-417c-8a7f-d1dc27979169" providerId="ADAL" clId="{54BEF7D6-0223-493B-84CD-736FD5B78C69}" dt="2021-04-18T17:11:58.932" v="50" actId="47"/>
        <pc:sldMkLst>
          <pc:docMk/>
          <pc:sldMk cId="565282233" sldId="2146848217"/>
        </pc:sldMkLst>
      </pc:sldChg>
      <pc:sldChg chg="del">
        <pc:chgData name="Bono, Vanessa A." userId="3bfb42e8-227f-417c-8a7f-d1dc27979169" providerId="ADAL" clId="{54BEF7D6-0223-493B-84CD-736FD5B78C69}" dt="2021-04-18T17:13:04.081" v="100" actId="47"/>
        <pc:sldMkLst>
          <pc:docMk/>
          <pc:sldMk cId="4010609313" sldId="2146848218"/>
        </pc:sldMkLst>
      </pc:sldChg>
      <pc:sldChg chg="del">
        <pc:chgData name="Bono, Vanessa A." userId="3bfb42e8-227f-417c-8a7f-d1dc27979169" providerId="ADAL" clId="{54BEF7D6-0223-493B-84CD-736FD5B78C69}" dt="2021-04-18T17:11:24.331" v="2" actId="47"/>
        <pc:sldMkLst>
          <pc:docMk/>
          <pc:sldMk cId="3215888810" sldId="2146848220"/>
        </pc:sldMkLst>
      </pc:sldChg>
      <pc:sldChg chg="del">
        <pc:chgData name="Bono, Vanessa A." userId="3bfb42e8-227f-417c-8a7f-d1dc27979169" providerId="ADAL" clId="{54BEF7D6-0223-493B-84CD-736FD5B78C69}" dt="2021-04-18T17:11:24.693" v="3" actId="47"/>
        <pc:sldMkLst>
          <pc:docMk/>
          <pc:sldMk cId="3129281403" sldId="2146848221"/>
        </pc:sldMkLst>
      </pc:sldChg>
      <pc:sldChg chg="del">
        <pc:chgData name="Bono, Vanessa A." userId="3bfb42e8-227f-417c-8a7f-d1dc27979169" providerId="ADAL" clId="{54BEF7D6-0223-493B-84CD-736FD5B78C69}" dt="2021-04-18T17:12:41.977" v="85" actId="47"/>
        <pc:sldMkLst>
          <pc:docMk/>
          <pc:sldMk cId="1057911213" sldId="2146848222"/>
        </pc:sldMkLst>
      </pc:sldChg>
      <pc:sldChg chg="del">
        <pc:chgData name="Bono, Vanessa A." userId="3bfb42e8-227f-417c-8a7f-d1dc27979169" providerId="ADAL" clId="{54BEF7D6-0223-493B-84CD-736FD5B78C69}" dt="2021-04-18T17:13:56.520" v="111" actId="47"/>
        <pc:sldMkLst>
          <pc:docMk/>
          <pc:sldMk cId="865224706" sldId="2146848223"/>
        </pc:sldMkLst>
      </pc:sldChg>
      <pc:sldChg chg="del">
        <pc:chgData name="Bono, Vanessa A." userId="3bfb42e8-227f-417c-8a7f-d1dc27979169" providerId="ADAL" clId="{54BEF7D6-0223-493B-84CD-736FD5B78C69}" dt="2021-04-18T17:12:10.425" v="70" actId="47"/>
        <pc:sldMkLst>
          <pc:docMk/>
          <pc:sldMk cId="2133359980" sldId="2146848224"/>
        </pc:sldMkLst>
      </pc:sldChg>
      <pc:sldChg chg="del">
        <pc:chgData name="Bono, Vanessa A." userId="3bfb42e8-227f-417c-8a7f-d1dc27979169" providerId="ADAL" clId="{54BEF7D6-0223-493B-84CD-736FD5B78C69}" dt="2021-04-18T17:12:12.451" v="76" actId="47"/>
        <pc:sldMkLst>
          <pc:docMk/>
          <pc:sldMk cId="2691105119" sldId="2146848225"/>
        </pc:sldMkLst>
      </pc:sldChg>
      <pc:sldChg chg="del">
        <pc:chgData name="Bono, Vanessa A." userId="3bfb42e8-227f-417c-8a7f-d1dc27979169" providerId="ADAL" clId="{54BEF7D6-0223-493B-84CD-736FD5B78C69}" dt="2021-04-18T17:12:13.379" v="79" actId="47"/>
        <pc:sldMkLst>
          <pc:docMk/>
          <pc:sldMk cId="2591419145" sldId="2146848226"/>
        </pc:sldMkLst>
      </pc:sldChg>
      <pc:sldChg chg="del">
        <pc:chgData name="Bono, Vanessa A." userId="3bfb42e8-227f-417c-8a7f-d1dc27979169" providerId="ADAL" clId="{54BEF7D6-0223-493B-84CD-736FD5B78C69}" dt="2021-04-18T17:13:39.655" v="101" actId="47"/>
        <pc:sldMkLst>
          <pc:docMk/>
          <pc:sldMk cId="2784231307" sldId="2146848227"/>
        </pc:sldMkLst>
      </pc:sldChg>
      <pc:sldMasterChg chg="delSldLayout">
        <pc:chgData name="Bono, Vanessa A." userId="3bfb42e8-227f-417c-8a7f-d1dc27979169" providerId="ADAL" clId="{54BEF7D6-0223-493B-84CD-736FD5B78C69}" dt="2021-04-18T17:13:57.162" v="116" actId="47"/>
        <pc:sldMasterMkLst>
          <pc:docMk/>
          <pc:sldMasterMk cId="1195103446" sldId="2147483648"/>
        </pc:sldMasterMkLst>
        <pc:sldLayoutChg chg="del">
          <pc:chgData name="Bono, Vanessa A." userId="3bfb42e8-227f-417c-8a7f-d1dc27979169" providerId="ADAL" clId="{54BEF7D6-0223-493B-84CD-736FD5B78C69}" dt="2021-04-18T17:11:28.331" v="13" actId="47"/>
          <pc:sldLayoutMkLst>
            <pc:docMk/>
            <pc:sldMasterMk cId="1195103446" sldId="2147483648"/>
            <pc:sldLayoutMk cId="2974032242" sldId="2147483833"/>
          </pc:sldLayoutMkLst>
        </pc:sldLayoutChg>
        <pc:sldLayoutChg chg="del">
          <pc:chgData name="Bono, Vanessa A." userId="3bfb42e8-227f-417c-8a7f-d1dc27979169" providerId="ADAL" clId="{54BEF7D6-0223-493B-84CD-736FD5B78C69}" dt="2021-04-18T17:11:43.662" v="24" actId="47"/>
          <pc:sldLayoutMkLst>
            <pc:docMk/>
            <pc:sldMasterMk cId="1195103446" sldId="2147483648"/>
            <pc:sldLayoutMk cId="2202520843" sldId="2147483834"/>
          </pc:sldLayoutMkLst>
        </pc:sldLayoutChg>
        <pc:sldLayoutChg chg="del">
          <pc:chgData name="Bono, Vanessa A." userId="3bfb42e8-227f-417c-8a7f-d1dc27979169" providerId="ADAL" clId="{54BEF7D6-0223-493B-84CD-736FD5B78C69}" dt="2021-04-18T17:11:27.703" v="11" actId="47"/>
          <pc:sldLayoutMkLst>
            <pc:docMk/>
            <pc:sldMasterMk cId="1195103446" sldId="2147483648"/>
            <pc:sldLayoutMk cId="1112997594" sldId="2147483853"/>
          </pc:sldLayoutMkLst>
        </pc:sldLayoutChg>
        <pc:sldLayoutChg chg="del">
          <pc:chgData name="Bono, Vanessa A." userId="3bfb42e8-227f-417c-8a7f-d1dc27979169" providerId="ADAL" clId="{54BEF7D6-0223-493B-84CD-736FD5B78C69}" dt="2021-04-18T17:13:57.162" v="116" actId="47"/>
          <pc:sldLayoutMkLst>
            <pc:docMk/>
            <pc:sldMasterMk cId="1195103446" sldId="2147483648"/>
            <pc:sldLayoutMk cId="747872814" sldId="2147483916"/>
          </pc:sldLayoutMkLst>
        </pc:sldLayoutChg>
        <pc:sldLayoutChg chg="del">
          <pc:chgData name="Bono, Vanessa A." userId="3bfb42e8-227f-417c-8a7f-d1dc27979169" providerId="ADAL" clId="{54BEF7D6-0223-493B-84CD-736FD5B78C69}" dt="2021-04-18T17:11:55.114" v="42" actId="47"/>
          <pc:sldLayoutMkLst>
            <pc:docMk/>
            <pc:sldMasterMk cId="1195103446" sldId="2147483648"/>
            <pc:sldLayoutMk cId="2820612933" sldId="2147483937"/>
          </pc:sldLayoutMkLst>
        </pc:sldLayoutChg>
      </pc:sldMasterChg>
      <pc:sldMasterChg chg="delSldLayout">
        <pc:chgData name="Bono, Vanessa A." userId="3bfb42e8-227f-417c-8a7f-d1dc27979169" providerId="ADAL" clId="{54BEF7D6-0223-493B-84CD-736FD5B78C69}" dt="2021-04-18T17:11:54.199" v="40" actId="47"/>
        <pc:sldMasterMkLst>
          <pc:docMk/>
          <pc:sldMasterMk cId="2651900722" sldId="2147483658"/>
        </pc:sldMasterMkLst>
        <pc:sldLayoutChg chg="del">
          <pc:chgData name="Bono, Vanessa A." userId="3bfb42e8-227f-417c-8a7f-d1dc27979169" providerId="ADAL" clId="{54BEF7D6-0223-493B-84CD-736FD5B78C69}" dt="2021-04-18T17:11:50.472" v="30" actId="47"/>
          <pc:sldLayoutMkLst>
            <pc:docMk/>
            <pc:sldMasterMk cId="2651900722" sldId="2147483658"/>
            <pc:sldLayoutMk cId="3713560662" sldId="2147483793"/>
          </pc:sldLayoutMkLst>
        </pc:sldLayoutChg>
        <pc:sldLayoutChg chg="del">
          <pc:chgData name="Bono, Vanessa A." userId="3bfb42e8-227f-417c-8a7f-d1dc27979169" providerId="ADAL" clId="{54BEF7D6-0223-493B-84CD-736FD5B78C69}" dt="2021-04-18T17:11:54.199" v="40" actId="47"/>
          <pc:sldLayoutMkLst>
            <pc:docMk/>
            <pc:sldMasterMk cId="2651900722" sldId="2147483658"/>
            <pc:sldLayoutMk cId="3594834670" sldId="2147483794"/>
          </pc:sldLayoutMkLst>
        </pc:sldLayoutChg>
        <pc:sldLayoutChg chg="del">
          <pc:chgData name="Bono, Vanessa A." userId="3bfb42e8-227f-417c-8a7f-d1dc27979169" providerId="ADAL" clId="{54BEF7D6-0223-493B-84CD-736FD5B78C69}" dt="2021-04-18T17:11:52.864" v="36" actId="47"/>
          <pc:sldLayoutMkLst>
            <pc:docMk/>
            <pc:sldMasterMk cId="2651900722" sldId="2147483658"/>
            <pc:sldLayoutMk cId="2531173637" sldId="2147483987"/>
          </pc:sldLayoutMkLst>
        </pc:sldLayoutChg>
      </pc:sldMasterChg>
      <pc:sldMasterChg chg="delSldLayout">
        <pc:chgData name="Bono, Vanessa A." userId="3bfb42e8-227f-417c-8a7f-d1dc27979169" providerId="ADAL" clId="{54BEF7D6-0223-493B-84CD-736FD5B78C69}" dt="2021-04-18T17:14:02.234" v="123" actId="47"/>
        <pc:sldMasterMkLst>
          <pc:docMk/>
          <pc:sldMasterMk cId="2700314035" sldId="2147483800"/>
        </pc:sldMasterMkLst>
        <pc:sldLayoutChg chg="del">
          <pc:chgData name="Bono, Vanessa A." userId="3bfb42e8-227f-417c-8a7f-d1dc27979169" providerId="ADAL" clId="{54BEF7D6-0223-493B-84CD-736FD5B78C69}" dt="2021-04-18T17:14:02.234" v="123" actId="47"/>
          <pc:sldLayoutMkLst>
            <pc:docMk/>
            <pc:sldMasterMk cId="2700314035" sldId="2147483800"/>
            <pc:sldLayoutMk cId="2436245663" sldId="2147483876"/>
          </pc:sldLayoutMkLst>
        </pc:sldLayoutChg>
        <pc:sldLayoutChg chg="del">
          <pc:chgData name="Bono, Vanessa A." userId="3bfb42e8-227f-417c-8a7f-d1dc27979169" providerId="ADAL" clId="{54BEF7D6-0223-493B-84CD-736FD5B78C69}" dt="2021-04-18T17:13:59.918" v="121" actId="47"/>
          <pc:sldLayoutMkLst>
            <pc:docMk/>
            <pc:sldMasterMk cId="2700314035" sldId="2147483800"/>
            <pc:sldLayoutMk cId="2055878882" sldId="2147483930"/>
          </pc:sldLayoutMkLst>
        </pc:sldLayoutChg>
        <pc:sldLayoutChg chg="del">
          <pc:chgData name="Bono, Vanessa A." userId="3bfb42e8-227f-417c-8a7f-d1dc27979169" providerId="ADAL" clId="{54BEF7D6-0223-493B-84CD-736FD5B78C69}" dt="2021-04-18T17:13:04.081" v="100" actId="47"/>
          <pc:sldLayoutMkLst>
            <pc:docMk/>
            <pc:sldMasterMk cId="2700314035" sldId="2147483800"/>
            <pc:sldLayoutMk cId="2551161569" sldId="2147483973"/>
          </pc:sldLayoutMkLst>
        </pc:sldLayoutChg>
        <pc:sldLayoutChg chg="del">
          <pc:chgData name="Bono, Vanessa A." userId="3bfb42e8-227f-417c-8a7f-d1dc27979169" providerId="ADAL" clId="{54BEF7D6-0223-493B-84CD-736FD5B78C69}" dt="2021-04-18T17:13:43.605" v="102" actId="47"/>
          <pc:sldLayoutMkLst>
            <pc:docMk/>
            <pc:sldMasterMk cId="2700314035" sldId="2147483800"/>
            <pc:sldLayoutMk cId="3927563389" sldId="2147483986"/>
          </pc:sldLayoutMkLst>
        </pc:sldLayoutChg>
      </pc:sldMasterChg>
      <pc:sldMasterChg chg="delSldLayout">
        <pc:chgData name="Bono, Vanessa A." userId="3bfb42e8-227f-417c-8a7f-d1dc27979169" providerId="ADAL" clId="{54BEF7D6-0223-493B-84CD-736FD5B78C69}" dt="2021-04-18T17:13:00.625" v="98" actId="47"/>
        <pc:sldMasterMkLst>
          <pc:docMk/>
          <pc:sldMasterMk cId="2651900722" sldId="2147483941"/>
        </pc:sldMasterMkLst>
        <pc:sldLayoutChg chg="del">
          <pc:chgData name="Bono, Vanessa A." userId="3bfb42e8-227f-417c-8a7f-d1dc27979169" providerId="ADAL" clId="{54BEF7D6-0223-493B-84CD-736FD5B78C69}" dt="2021-04-18T17:11:59.856" v="51" actId="47"/>
          <pc:sldLayoutMkLst>
            <pc:docMk/>
            <pc:sldMasterMk cId="2651900722" sldId="2147483941"/>
            <pc:sldLayoutMk cId="106958932" sldId="2147483826"/>
          </pc:sldLayoutMkLst>
        </pc:sldLayoutChg>
        <pc:sldLayoutChg chg="del">
          <pc:chgData name="Bono, Vanessa A." userId="3bfb42e8-227f-417c-8a7f-d1dc27979169" providerId="ADAL" clId="{54BEF7D6-0223-493B-84CD-736FD5B78C69}" dt="2021-04-18T17:13:00.625" v="98" actId="47"/>
          <pc:sldLayoutMkLst>
            <pc:docMk/>
            <pc:sldMasterMk cId="2651900722" sldId="2147483941"/>
            <pc:sldLayoutMk cId="2274783169" sldId="2147483929"/>
          </pc:sldLayoutMkLst>
        </pc:sldLayoutChg>
        <pc:sldLayoutChg chg="del">
          <pc:chgData name="Bono, Vanessa A." userId="3bfb42e8-227f-417c-8a7f-d1dc27979169" providerId="ADAL" clId="{54BEF7D6-0223-493B-84CD-736FD5B78C69}" dt="2021-04-18T17:12:42.914" v="88" actId="47"/>
          <pc:sldLayoutMkLst>
            <pc:docMk/>
            <pc:sldMasterMk cId="2651900722" sldId="2147483941"/>
            <pc:sldLayoutMk cId="957543205" sldId="2147484036"/>
          </pc:sldLayoutMkLst>
        </pc:sldLayoutChg>
      </pc:sldMasterChg>
      <pc:sldMasterChg chg="delSldLayout">
        <pc:chgData name="Bono, Vanessa A." userId="3bfb42e8-227f-417c-8a7f-d1dc27979169" providerId="ADAL" clId="{54BEF7D6-0223-493B-84CD-736FD5B78C69}" dt="2021-04-18T17:13:57.353" v="117" actId="47"/>
        <pc:sldMasterMkLst>
          <pc:docMk/>
          <pc:sldMasterMk cId="2177942871" sldId="2147483947"/>
        </pc:sldMasterMkLst>
        <pc:sldLayoutChg chg="del">
          <pc:chgData name="Bono, Vanessa A." userId="3bfb42e8-227f-417c-8a7f-d1dc27979169" providerId="ADAL" clId="{54BEF7D6-0223-493B-84CD-736FD5B78C69}" dt="2021-04-18T17:13:52.056" v="110" actId="47"/>
          <pc:sldLayoutMkLst>
            <pc:docMk/>
            <pc:sldMasterMk cId="2177942871" sldId="2147483947"/>
            <pc:sldLayoutMk cId="3329411459" sldId="2147484019"/>
          </pc:sldLayoutMkLst>
        </pc:sldLayoutChg>
        <pc:sldLayoutChg chg="del">
          <pc:chgData name="Bono, Vanessa A." userId="3bfb42e8-227f-417c-8a7f-d1dc27979169" providerId="ADAL" clId="{54BEF7D6-0223-493B-84CD-736FD5B78C69}" dt="2021-04-18T17:13:56.773" v="112" actId="47"/>
          <pc:sldLayoutMkLst>
            <pc:docMk/>
            <pc:sldMasterMk cId="2177942871" sldId="2147483947"/>
            <pc:sldLayoutMk cId="1192009108" sldId="2147484020"/>
          </pc:sldLayoutMkLst>
        </pc:sldLayoutChg>
        <pc:sldLayoutChg chg="del">
          <pc:chgData name="Bono, Vanessa A." userId="3bfb42e8-227f-417c-8a7f-d1dc27979169" providerId="ADAL" clId="{54BEF7D6-0223-493B-84CD-736FD5B78C69}" dt="2021-04-18T17:13:56.819" v="113" actId="47"/>
          <pc:sldLayoutMkLst>
            <pc:docMk/>
            <pc:sldMasterMk cId="2177942871" sldId="2147483947"/>
            <pc:sldLayoutMk cId="1041896419" sldId="2147484021"/>
          </pc:sldLayoutMkLst>
        </pc:sldLayoutChg>
        <pc:sldLayoutChg chg="del">
          <pc:chgData name="Bono, Vanessa A." userId="3bfb42e8-227f-417c-8a7f-d1dc27979169" providerId="ADAL" clId="{54BEF7D6-0223-493B-84CD-736FD5B78C69}" dt="2021-04-18T17:13:57.353" v="117" actId="47"/>
          <pc:sldLayoutMkLst>
            <pc:docMk/>
            <pc:sldMasterMk cId="2177942871" sldId="2147483947"/>
            <pc:sldLayoutMk cId="2084609824" sldId="2147484022"/>
          </pc:sldLayoutMkLst>
        </pc:sldLayoutChg>
      </pc:sldMasterChg>
      <pc:sldMasterChg chg="delSldLayout">
        <pc:chgData name="Bono, Vanessa A." userId="3bfb42e8-227f-417c-8a7f-d1dc27979169" providerId="ADAL" clId="{54BEF7D6-0223-493B-84CD-736FD5B78C69}" dt="2021-04-18T17:11:24.693" v="3" actId="47"/>
        <pc:sldMasterMkLst>
          <pc:docMk/>
          <pc:sldMasterMk cId="2944339859" sldId="2147483996"/>
        </pc:sldMasterMkLst>
        <pc:sldLayoutChg chg="del">
          <pc:chgData name="Bono, Vanessa A." userId="3bfb42e8-227f-417c-8a7f-d1dc27979169" providerId="ADAL" clId="{54BEF7D6-0223-493B-84CD-736FD5B78C69}" dt="2021-04-18T17:11:24.693" v="3" actId="47"/>
          <pc:sldLayoutMkLst>
            <pc:docMk/>
            <pc:sldMasterMk cId="2944339859" sldId="2147483996"/>
            <pc:sldLayoutMk cId="2820612933" sldId="2147483791"/>
          </pc:sldLayoutMkLst>
        </pc:sldLayoutChg>
      </pc:sldMasterChg>
      <pc:sldMasterChg chg="del delSldLayout">
        <pc:chgData name="Bono, Vanessa A." userId="3bfb42e8-227f-417c-8a7f-d1dc27979169" providerId="ADAL" clId="{54BEF7D6-0223-493B-84CD-736FD5B78C69}" dt="2021-04-18T17:13:56.520" v="111" actId="47"/>
        <pc:sldMasterMkLst>
          <pc:docMk/>
          <pc:sldMasterMk cId="1704086924" sldId="2147484037"/>
        </pc:sldMasterMkLst>
        <pc:sldLayoutChg chg="del">
          <pc:chgData name="Bono, Vanessa A." userId="3bfb42e8-227f-417c-8a7f-d1dc27979169" providerId="ADAL" clId="{54BEF7D6-0223-493B-84CD-736FD5B78C69}" dt="2021-04-18T17:13:56.520" v="111" actId="47"/>
          <pc:sldLayoutMkLst>
            <pc:docMk/>
            <pc:sldMasterMk cId="1704086924" sldId="2147484037"/>
            <pc:sldLayoutMk cId="4176904709" sldId="2147484038"/>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370643352" sldId="2147484039"/>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761556699" sldId="2147484040"/>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059065767" sldId="2147484041"/>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856647221" sldId="2147484042"/>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073758797" sldId="2147484043"/>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661606034" sldId="2147484044"/>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923442411" sldId="2147484045"/>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26522346" sldId="2147484046"/>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377471338" sldId="2147484047"/>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4224224054" sldId="2147484048"/>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544904947" sldId="2147484049"/>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824937995" sldId="2147484050"/>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765816626" sldId="2147484051"/>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769731420" sldId="2147484052"/>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992838948" sldId="2147484053"/>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964863107" sldId="2147484054"/>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418806418" sldId="2147484055"/>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271236610" sldId="2147484056"/>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651597338" sldId="2147484057"/>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4138759040" sldId="2147484058"/>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797259543" sldId="2147484059"/>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699799756" sldId="2147484060"/>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97808746" sldId="2147484061"/>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070497016" sldId="2147484062"/>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622701342" sldId="2147484064"/>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1917960387" sldId="2147484065"/>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751032988" sldId="2147484066"/>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888826167" sldId="2147484068"/>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4244863099" sldId="2147484069"/>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847246206" sldId="2147484070"/>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3926753370" sldId="2147484071"/>
          </pc:sldLayoutMkLst>
        </pc:sldLayoutChg>
        <pc:sldLayoutChg chg="del">
          <pc:chgData name="Bono, Vanessa A." userId="3bfb42e8-227f-417c-8a7f-d1dc27979169" providerId="ADAL" clId="{54BEF7D6-0223-493B-84CD-736FD5B78C69}" dt="2021-04-18T17:13:56.520" v="111" actId="47"/>
          <pc:sldLayoutMkLst>
            <pc:docMk/>
            <pc:sldMasterMk cId="1704086924" sldId="2147484037"/>
            <pc:sldLayoutMk cId="2976238553" sldId="2147484072"/>
          </pc:sldLayoutMkLst>
        </pc:sldLayoutChg>
      </pc:sldMasterChg>
    </pc:docChg>
  </pc:docChgLst>
  <pc:docChgLst>
    <pc:chgData name="Bono, Vanessa A." userId="S::vanessa.a.bono@accenture.com::3bfb42e8-227f-417c-8a7f-d1dc27979169" providerId="AD" clId="Web-{6ED3BE9F-9097-0000-AE0D-26D628FBB7B6}"/>
    <pc:docChg chg="">
      <pc:chgData name="Bono, Vanessa A." userId="S::vanessa.a.bono@accenture.com::3bfb42e8-227f-417c-8a7f-d1dc27979169" providerId="AD" clId="Web-{6ED3BE9F-9097-0000-AE0D-26D628FBB7B6}" dt="2021-04-16T14:16:29.640" v="0"/>
      <pc:docMkLst>
        <pc:docMk/>
      </pc:docMkLst>
      <pc:sldChg chg="delCm">
        <pc:chgData name="Bono, Vanessa A." userId="S::vanessa.a.bono@accenture.com::3bfb42e8-227f-417c-8a7f-d1dc27979169" providerId="AD" clId="Web-{6ED3BE9F-9097-0000-AE0D-26D628FBB7B6}" dt="2021-04-16T14:16:29.640" v="0"/>
        <pc:sldMkLst>
          <pc:docMk/>
          <pc:sldMk cId="900908429" sldId="2146848020"/>
        </pc:sldMkLst>
      </pc:sldChg>
    </pc:docChg>
  </pc:docChgLst>
  <pc:docChgLst>
    <pc:chgData name="Bono, Vanessa A." userId="3bfb42e8-227f-417c-8a7f-d1dc27979169" providerId="ADAL" clId="{633E4394-6412-499F-836E-2D6F66D7767C}"/>
    <pc:docChg chg="undo custSel addSld delSld modSld sldOrd addSection delSection modSection">
      <pc:chgData name="Bono, Vanessa A." userId="3bfb42e8-227f-417c-8a7f-d1dc27979169" providerId="ADAL" clId="{633E4394-6412-499F-836E-2D6F66D7767C}" dt="2021-04-18T15:59:44.555" v="3362" actId="20577"/>
      <pc:docMkLst>
        <pc:docMk/>
      </pc:docMkLst>
      <pc:sldChg chg="addCm modCm">
        <pc:chgData name="Bono, Vanessa A." userId="3bfb42e8-227f-417c-8a7f-d1dc27979169" providerId="ADAL" clId="{633E4394-6412-499F-836E-2D6F66D7767C}" dt="2021-04-16T20:54:05.739" v="938"/>
        <pc:sldMkLst>
          <pc:docMk/>
          <pc:sldMk cId="3805788645" sldId="285"/>
        </pc:sldMkLst>
      </pc:sldChg>
      <pc:sldChg chg="ord">
        <pc:chgData name="Bono, Vanessa A." userId="3bfb42e8-227f-417c-8a7f-d1dc27979169" providerId="ADAL" clId="{633E4394-6412-499F-836E-2D6F66D7767C}" dt="2021-04-16T19:57:39.038" v="1"/>
        <pc:sldMkLst>
          <pc:docMk/>
          <pc:sldMk cId="2723272357" sldId="2146847990"/>
        </pc:sldMkLst>
      </pc:sldChg>
      <pc:sldChg chg="del">
        <pc:chgData name="Bono, Vanessa A." userId="3bfb42e8-227f-417c-8a7f-d1dc27979169" providerId="ADAL" clId="{633E4394-6412-499F-836E-2D6F66D7767C}" dt="2021-04-16T21:41:34.227" v="944" actId="47"/>
        <pc:sldMkLst>
          <pc:docMk/>
          <pc:sldMk cId="1449517958" sldId="2146847992"/>
        </pc:sldMkLst>
      </pc:sldChg>
      <pc:sldChg chg="modNotesTx">
        <pc:chgData name="Bono, Vanessa A." userId="3bfb42e8-227f-417c-8a7f-d1dc27979169" providerId="ADAL" clId="{633E4394-6412-499F-836E-2D6F66D7767C}" dt="2021-04-16T21:45:15.080" v="1426" actId="6549"/>
        <pc:sldMkLst>
          <pc:docMk/>
          <pc:sldMk cId="2293903761" sldId="2146847994"/>
        </pc:sldMkLst>
      </pc:sldChg>
      <pc:sldChg chg="delSp mod delCm modNotesTx">
        <pc:chgData name="Bono, Vanessa A." userId="3bfb42e8-227f-417c-8a7f-d1dc27979169" providerId="ADAL" clId="{633E4394-6412-499F-836E-2D6F66D7767C}" dt="2021-04-16T22:23:47.873" v="1431" actId="1592"/>
        <pc:sldMkLst>
          <pc:docMk/>
          <pc:sldMk cId="129644429" sldId="2146848001"/>
        </pc:sldMkLst>
        <pc:spChg chg="del">
          <ac:chgData name="Bono, Vanessa A." userId="3bfb42e8-227f-417c-8a7f-d1dc27979169" providerId="ADAL" clId="{633E4394-6412-499F-836E-2D6F66D7767C}" dt="2021-04-16T21:45:33.358" v="1427" actId="478"/>
          <ac:spMkLst>
            <pc:docMk/>
            <pc:sldMk cId="129644429" sldId="2146848001"/>
            <ac:spMk id="24" creationId="{65C6D934-750C-4A41-80CC-74234943CF60}"/>
          </ac:spMkLst>
        </pc:spChg>
      </pc:sldChg>
      <pc:sldChg chg="delSp mod modNotesTx">
        <pc:chgData name="Bono, Vanessa A." userId="3bfb42e8-227f-417c-8a7f-d1dc27979169" providerId="ADAL" clId="{633E4394-6412-499F-836E-2D6F66D7767C}" dt="2021-04-16T20:02:22.783" v="5" actId="6549"/>
        <pc:sldMkLst>
          <pc:docMk/>
          <pc:sldMk cId="3731329316" sldId="2146848005"/>
        </pc:sldMkLst>
        <pc:spChg chg="del">
          <ac:chgData name="Bono, Vanessa A." userId="3bfb42e8-227f-417c-8a7f-d1dc27979169" providerId="ADAL" clId="{633E4394-6412-499F-836E-2D6F66D7767C}" dt="2021-04-16T20:02:09.341" v="2" actId="478"/>
          <ac:spMkLst>
            <pc:docMk/>
            <pc:sldMk cId="3731329316" sldId="2146848005"/>
            <ac:spMk id="10" creationId="{3ABEC52D-2829-4487-B671-43765706B068}"/>
          </ac:spMkLst>
        </pc:spChg>
      </pc:sldChg>
      <pc:sldChg chg="modNotesTx">
        <pc:chgData name="Bono, Vanessa A." userId="3bfb42e8-227f-417c-8a7f-d1dc27979169" providerId="ADAL" clId="{633E4394-6412-499F-836E-2D6F66D7767C}" dt="2021-04-18T15:59:44.555" v="3362" actId="20577"/>
        <pc:sldMkLst>
          <pc:docMk/>
          <pc:sldMk cId="1203875824" sldId="2146848011"/>
        </pc:sldMkLst>
      </pc:sldChg>
      <pc:sldChg chg="modSp mod">
        <pc:chgData name="Bono, Vanessa A." userId="3bfb42e8-227f-417c-8a7f-d1dc27979169" providerId="ADAL" clId="{633E4394-6412-499F-836E-2D6F66D7767C}" dt="2021-04-16T20:04:55.716" v="18" actId="20577"/>
        <pc:sldMkLst>
          <pc:docMk/>
          <pc:sldMk cId="3332821540" sldId="2146848026"/>
        </pc:sldMkLst>
        <pc:spChg chg="mod">
          <ac:chgData name="Bono, Vanessa A." userId="3bfb42e8-227f-417c-8a7f-d1dc27979169" providerId="ADAL" clId="{633E4394-6412-499F-836E-2D6F66D7767C}" dt="2021-04-16T20:04:55.716" v="18" actId="20577"/>
          <ac:spMkLst>
            <pc:docMk/>
            <pc:sldMk cId="3332821540" sldId="2146848026"/>
            <ac:spMk id="2" creationId="{95BB14D5-D705-47C3-9713-5916F3F6B71B}"/>
          </ac:spMkLst>
        </pc:spChg>
      </pc:sldChg>
      <pc:sldChg chg="delSp mod modNotesTx">
        <pc:chgData name="Bono, Vanessa A." userId="3bfb42e8-227f-417c-8a7f-d1dc27979169" providerId="ADAL" clId="{633E4394-6412-499F-836E-2D6F66D7767C}" dt="2021-04-16T20:05:53.904" v="109" actId="20577"/>
        <pc:sldMkLst>
          <pc:docMk/>
          <pc:sldMk cId="1039283204" sldId="2146848027"/>
        </pc:sldMkLst>
        <pc:spChg chg="del">
          <ac:chgData name="Bono, Vanessa A." userId="3bfb42e8-227f-417c-8a7f-d1dc27979169" providerId="ADAL" clId="{633E4394-6412-499F-836E-2D6F66D7767C}" dt="2021-04-16T20:05:04.328" v="19" actId="478"/>
          <ac:spMkLst>
            <pc:docMk/>
            <pc:sldMk cId="1039283204" sldId="2146848027"/>
            <ac:spMk id="6" creationId="{34BE40EE-CB8A-4188-95FE-DB04FDCAB8AA}"/>
          </ac:spMkLst>
        </pc:spChg>
      </pc:sldChg>
      <pc:sldChg chg="del">
        <pc:chgData name="Bono, Vanessa A." userId="3bfb42e8-227f-417c-8a7f-d1dc27979169" providerId="ADAL" clId="{633E4394-6412-499F-836E-2D6F66D7767C}" dt="2021-04-16T20:06:07.723" v="110" actId="47"/>
        <pc:sldMkLst>
          <pc:docMk/>
          <pc:sldMk cId="2767721386" sldId="2146848030"/>
        </pc:sldMkLst>
      </pc:sldChg>
      <pc:sldChg chg="modSp mod modNotesTx">
        <pc:chgData name="Bono, Vanessa A." userId="3bfb42e8-227f-417c-8a7f-d1dc27979169" providerId="ADAL" clId="{633E4394-6412-499F-836E-2D6F66D7767C}" dt="2021-04-16T20:08:04.282" v="138" actId="20577"/>
        <pc:sldMkLst>
          <pc:docMk/>
          <pc:sldMk cId="3285247271" sldId="2146848031"/>
        </pc:sldMkLst>
        <pc:spChg chg="mod">
          <ac:chgData name="Bono, Vanessa A." userId="3bfb42e8-227f-417c-8a7f-d1dc27979169" providerId="ADAL" clId="{633E4394-6412-499F-836E-2D6F66D7767C}" dt="2021-04-16T20:08:04.282" v="138" actId="20577"/>
          <ac:spMkLst>
            <pc:docMk/>
            <pc:sldMk cId="3285247271" sldId="2146848031"/>
            <ac:spMk id="11" creationId="{7D5A65CD-D1E4-44B7-AA55-C2B52813F546}"/>
          </ac:spMkLst>
        </pc:spChg>
      </pc:sldChg>
      <pc:sldChg chg="modSp mod modNotesTx">
        <pc:chgData name="Bono, Vanessa A." userId="3bfb42e8-227f-417c-8a7f-d1dc27979169" providerId="ADAL" clId="{633E4394-6412-499F-836E-2D6F66D7767C}" dt="2021-04-16T20:09:15.117" v="247" actId="6549"/>
        <pc:sldMkLst>
          <pc:docMk/>
          <pc:sldMk cId="3111798080" sldId="2146848033"/>
        </pc:sldMkLst>
        <pc:spChg chg="mod">
          <ac:chgData name="Bono, Vanessa A." userId="3bfb42e8-227f-417c-8a7f-d1dc27979169" providerId="ADAL" clId="{633E4394-6412-499F-836E-2D6F66D7767C}" dt="2021-04-16T20:08:40.661" v="180" actId="20577"/>
          <ac:spMkLst>
            <pc:docMk/>
            <pc:sldMk cId="3111798080" sldId="2146848033"/>
            <ac:spMk id="13" creationId="{DB16B56F-6BF5-46D8-851D-BC4040E548E4}"/>
          </ac:spMkLst>
        </pc:spChg>
      </pc:sldChg>
      <pc:sldChg chg="delSp modSp mod modNotesTx">
        <pc:chgData name="Bono, Vanessa A." userId="3bfb42e8-227f-417c-8a7f-d1dc27979169" providerId="ADAL" clId="{633E4394-6412-499F-836E-2D6F66D7767C}" dt="2021-04-18T15:58:00.957" v="3361" actId="20577"/>
        <pc:sldMkLst>
          <pc:docMk/>
          <pc:sldMk cId="2079872314" sldId="2146848034"/>
        </pc:sldMkLst>
        <pc:spChg chg="mod">
          <ac:chgData name="Bono, Vanessa A." userId="3bfb42e8-227f-417c-8a7f-d1dc27979169" providerId="ADAL" clId="{633E4394-6412-499F-836E-2D6F66D7767C}" dt="2021-04-18T15:55:30.331" v="3228" actId="1076"/>
          <ac:spMkLst>
            <pc:docMk/>
            <pc:sldMk cId="2079872314" sldId="2146848034"/>
            <ac:spMk id="4" creationId="{0BE163EB-66D5-4296-A486-586495C140E1}"/>
          </ac:spMkLst>
        </pc:spChg>
        <pc:spChg chg="mod">
          <ac:chgData name="Bono, Vanessa A." userId="3bfb42e8-227f-417c-8a7f-d1dc27979169" providerId="ADAL" clId="{633E4394-6412-499F-836E-2D6F66D7767C}" dt="2021-04-18T15:55:53.129" v="3242" actId="14100"/>
          <ac:spMkLst>
            <pc:docMk/>
            <pc:sldMk cId="2079872314" sldId="2146848034"/>
            <ac:spMk id="9" creationId="{1C8FD1EE-BCB7-4934-A2D4-3D05988BBB36}"/>
          </ac:spMkLst>
        </pc:spChg>
        <pc:spChg chg="mod">
          <ac:chgData name="Bono, Vanessa A." userId="3bfb42e8-227f-417c-8a7f-d1dc27979169" providerId="ADAL" clId="{633E4394-6412-499F-836E-2D6F66D7767C}" dt="2021-04-18T15:56:57.500" v="3303" actId="1076"/>
          <ac:spMkLst>
            <pc:docMk/>
            <pc:sldMk cId="2079872314" sldId="2146848034"/>
            <ac:spMk id="10" creationId="{38F246C3-FF1B-447D-982B-FC3E1E1687F8}"/>
          </ac:spMkLst>
        </pc:spChg>
        <pc:spChg chg="mod">
          <ac:chgData name="Bono, Vanessa A." userId="3bfb42e8-227f-417c-8a7f-d1dc27979169" providerId="ADAL" clId="{633E4394-6412-499F-836E-2D6F66D7767C}" dt="2021-04-18T15:58:00.957" v="3361" actId="20577"/>
          <ac:spMkLst>
            <pc:docMk/>
            <pc:sldMk cId="2079872314" sldId="2146848034"/>
            <ac:spMk id="11" creationId="{84CBCFF1-EBD1-4F30-B96B-17EAA67A640C}"/>
          </ac:spMkLst>
        </pc:spChg>
        <pc:spChg chg="del mod">
          <ac:chgData name="Bono, Vanessa A." userId="3bfb42e8-227f-417c-8a7f-d1dc27979169" providerId="ADAL" clId="{633E4394-6412-499F-836E-2D6F66D7767C}" dt="2021-04-18T15:44:16.143" v="2053" actId="478"/>
          <ac:spMkLst>
            <pc:docMk/>
            <pc:sldMk cId="2079872314" sldId="2146848034"/>
            <ac:spMk id="13" creationId="{8034A570-5ECD-476A-B38C-88A384D7661E}"/>
          </ac:spMkLst>
        </pc:spChg>
        <pc:spChg chg="mod">
          <ac:chgData name="Bono, Vanessa A." userId="3bfb42e8-227f-417c-8a7f-d1dc27979169" providerId="ADAL" clId="{633E4394-6412-499F-836E-2D6F66D7767C}" dt="2021-04-18T15:55:33.451" v="3232" actId="1037"/>
          <ac:spMkLst>
            <pc:docMk/>
            <pc:sldMk cId="2079872314" sldId="2146848034"/>
            <ac:spMk id="14" creationId="{10A36DAA-B94B-45F3-8A0E-F832F40720BD}"/>
          </ac:spMkLst>
        </pc:spChg>
        <pc:spChg chg="mod">
          <ac:chgData name="Bono, Vanessa A." userId="3bfb42e8-227f-417c-8a7f-d1dc27979169" providerId="ADAL" clId="{633E4394-6412-499F-836E-2D6F66D7767C}" dt="2021-04-18T15:55:49.152" v="3241" actId="14100"/>
          <ac:spMkLst>
            <pc:docMk/>
            <pc:sldMk cId="2079872314" sldId="2146848034"/>
            <ac:spMk id="16" creationId="{33BB7B81-B152-4A6A-A57E-0E99999E1B07}"/>
          </ac:spMkLst>
        </pc:spChg>
        <pc:picChg chg="mod">
          <ac:chgData name="Bono, Vanessa A." userId="3bfb42e8-227f-417c-8a7f-d1dc27979169" providerId="ADAL" clId="{633E4394-6412-499F-836E-2D6F66D7767C}" dt="2021-04-18T15:55:30.331" v="3228" actId="1076"/>
          <ac:picMkLst>
            <pc:docMk/>
            <pc:sldMk cId="2079872314" sldId="2146848034"/>
            <ac:picMk id="6" creationId="{153206D8-7930-44CB-9A3C-E3C14FEDBDEB}"/>
          </ac:picMkLst>
        </pc:picChg>
      </pc:sldChg>
      <pc:sldChg chg="delSp mod modTransition modNotesTx">
        <pc:chgData name="Bono, Vanessa A." userId="3bfb42e8-227f-417c-8a7f-d1dc27979169" providerId="ADAL" clId="{633E4394-6412-499F-836E-2D6F66D7767C}" dt="2021-04-16T20:12:43.295" v="351" actId="20577"/>
        <pc:sldMkLst>
          <pc:docMk/>
          <pc:sldMk cId="1712865840" sldId="2146848035"/>
        </pc:sldMkLst>
        <pc:spChg chg="del">
          <ac:chgData name="Bono, Vanessa A." userId="3bfb42e8-227f-417c-8a7f-d1dc27979169" providerId="ADAL" clId="{633E4394-6412-499F-836E-2D6F66D7767C}" dt="2021-04-16T20:11:28.188" v="253" actId="478"/>
          <ac:spMkLst>
            <pc:docMk/>
            <pc:sldMk cId="1712865840" sldId="2146848035"/>
            <ac:spMk id="3" creationId="{CDDF9009-E4FA-4005-BAF3-7E319D985D4B}"/>
          </ac:spMkLst>
        </pc:spChg>
      </pc:sldChg>
      <pc:sldChg chg="modTransition modNotesTx">
        <pc:chgData name="Bono, Vanessa A." userId="3bfb42e8-227f-417c-8a7f-d1dc27979169" providerId="ADAL" clId="{633E4394-6412-499F-836E-2D6F66D7767C}" dt="2021-04-16T20:13:22.299" v="418" actId="6549"/>
        <pc:sldMkLst>
          <pc:docMk/>
          <pc:sldMk cId="242159625" sldId="2146848036"/>
        </pc:sldMkLst>
      </pc:sldChg>
      <pc:sldChg chg="delSp mod modNotesTx">
        <pc:chgData name="Bono, Vanessa A." userId="3bfb42e8-227f-417c-8a7f-d1dc27979169" providerId="ADAL" clId="{633E4394-6412-499F-836E-2D6F66D7767C}" dt="2021-04-16T20:17:21.897" v="542" actId="6549"/>
        <pc:sldMkLst>
          <pc:docMk/>
          <pc:sldMk cId="3812869994" sldId="2146848039"/>
        </pc:sldMkLst>
        <pc:spChg chg="del">
          <ac:chgData name="Bono, Vanessa A." userId="3bfb42e8-227f-417c-8a7f-d1dc27979169" providerId="ADAL" clId="{633E4394-6412-499F-836E-2D6F66D7767C}" dt="2021-04-16T20:16:10.974" v="424" actId="478"/>
          <ac:spMkLst>
            <pc:docMk/>
            <pc:sldMk cId="3812869994" sldId="2146848039"/>
            <ac:spMk id="12" creationId="{056DCD82-449E-460B-827F-CDBF0EAA7378}"/>
          </ac:spMkLst>
        </pc:spChg>
      </pc:sldChg>
      <pc:sldChg chg="addCm modCm">
        <pc:chgData name="Bono, Vanessa A." userId="3bfb42e8-227f-417c-8a7f-d1dc27979169" providerId="ADAL" clId="{633E4394-6412-499F-836E-2D6F66D7767C}" dt="2021-04-16T20:19:38.283" v="544"/>
        <pc:sldMkLst>
          <pc:docMk/>
          <pc:sldMk cId="1098756425" sldId="2146848040"/>
        </pc:sldMkLst>
      </pc:sldChg>
      <pc:sldChg chg="modSp mod ord">
        <pc:chgData name="Bono, Vanessa A." userId="3bfb42e8-227f-417c-8a7f-d1dc27979169" providerId="ADAL" clId="{633E4394-6412-499F-836E-2D6F66D7767C}" dt="2021-04-16T20:26:32.192" v="607"/>
        <pc:sldMkLst>
          <pc:docMk/>
          <pc:sldMk cId="2898466066" sldId="2146848054"/>
        </pc:sldMkLst>
        <pc:spChg chg="mod">
          <ac:chgData name="Bono, Vanessa A." userId="3bfb42e8-227f-417c-8a7f-d1dc27979169" providerId="ADAL" clId="{633E4394-6412-499F-836E-2D6F66D7767C}" dt="2021-04-16T20:26:27.820" v="605" actId="1076"/>
          <ac:spMkLst>
            <pc:docMk/>
            <pc:sldMk cId="2898466066" sldId="2146848054"/>
            <ac:spMk id="4" creationId="{DDCAA484-6A49-4A16-B8FC-767D951334C9}"/>
          </ac:spMkLst>
        </pc:spChg>
        <pc:spChg chg="mod">
          <ac:chgData name="Bono, Vanessa A." userId="3bfb42e8-227f-417c-8a7f-d1dc27979169" providerId="ADAL" clId="{633E4394-6412-499F-836E-2D6F66D7767C}" dt="2021-04-16T20:26:24.828" v="604" actId="1076"/>
          <ac:spMkLst>
            <pc:docMk/>
            <pc:sldMk cId="2898466066" sldId="2146848054"/>
            <ac:spMk id="14" creationId="{69747310-2254-4943-8418-1C3B439B01DE}"/>
          </ac:spMkLst>
        </pc:spChg>
      </pc:sldChg>
      <pc:sldChg chg="delCm modNotesTx">
        <pc:chgData name="Bono, Vanessa A." userId="3bfb42e8-227f-417c-8a7f-d1dc27979169" providerId="ADAL" clId="{633E4394-6412-499F-836E-2D6F66D7767C}" dt="2021-04-16T20:34:38.345" v="621" actId="114"/>
        <pc:sldMkLst>
          <pc:docMk/>
          <pc:sldMk cId="1104036909" sldId="2146848065"/>
        </pc:sldMkLst>
      </pc:sldChg>
      <pc:sldChg chg="del">
        <pc:chgData name="Bono, Vanessa A." userId="3bfb42e8-227f-417c-8a7f-d1dc27979169" providerId="ADAL" clId="{633E4394-6412-499F-836E-2D6F66D7767C}" dt="2021-04-16T20:53:39.614" v="935" actId="47"/>
        <pc:sldMkLst>
          <pc:docMk/>
          <pc:sldMk cId="3741971717" sldId="2146848067"/>
        </pc:sldMkLst>
      </pc:sldChg>
      <pc:sldChg chg="del">
        <pc:chgData name="Bono, Vanessa A." userId="3bfb42e8-227f-417c-8a7f-d1dc27979169" providerId="ADAL" clId="{633E4394-6412-499F-836E-2D6F66D7767C}" dt="2021-04-16T20:53:39.614" v="935" actId="47"/>
        <pc:sldMkLst>
          <pc:docMk/>
          <pc:sldMk cId="880263693" sldId="2146848068"/>
        </pc:sldMkLst>
      </pc:sldChg>
      <pc:sldChg chg="del">
        <pc:chgData name="Bono, Vanessa A." userId="3bfb42e8-227f-417c-8a7f-d1dc27979169" providerId="ADAL" clId="{633E4394-6412-499F-836E-2D6F66D7767C}" dt="2021-04-16T20:53:39.614" v="935" actId="47"/>
        <pc:sldMkLst>
          <pc:docMk/>
          <pc:sldMk cId="3005820643" sldId="2146848069"/>
        </pc:sldMkLst>
      </pc:sldChg>
      <pc:sldChg chg="del">
        <pc:chgData name="Bono, Vanessa A." userId="3bfb42e8-227f-417c-8a7f-d1dc27979169" providerId="ADAL" clId="{633E4394-6412-499F-836E-2D6F66D7767C}" dt="2021-04-16T20:53:39.614" v="935" actId="47"/>
        <pc:sldMkLst>
          <pc:docMk/>
          <pc:sldMk cId="2629256357" sldId="2146848070"/>
        </pc:sldMkLst>
      </pc:sldChg>
      <pc:sldChg chg="del">
        <pc:chgData name="Bono, Vanessa A." userId="3bfb42e8-227f-417c-8a7f-d1dc27979169" providerId="ADAL" clId="{633E4394-6412-499F-836E-2D6F66D7767C}" dt="2021-04-16T20:53:39.614" v="935" actId="47"/>
        <pc:sldMkLst>
          <pc:docMk/>
          <pc:sldMk cId="4021274010" sldId="2146848071"/>
        </pc:sldMkLst>
      </pc:sldChg>
      <pc:sldChg chg="del">
        <pc:chgData name="Bono, Vanessa A." userId="3bfb42e8-227f-417c-8a7f-d1dc27979169" providerId="ADAL" clId="{633E4394-6412-499F-836E-2D6F66D7767C}" dt="2021-04-16T20:53:39.614" v="935" actId="47"/>
        <pc:sldMkLst>
          <pc:docMk/>
          <pc:sldMk cId="4268051218" sldId="2146848072"/>
        </pc:sldMkLst>
      </pc:sldChg>
      <pc:sldChg chg="del">
        <pc:chgData name="Bono, Vanessa A." userId="3bfb42e8-227f-417c-8a7f-d1dc27979169" providerId="ADAL" clId="{633E4394-6412-499F-836E-2D6F66D7767C}" dt="2021-04-16T20:53:39.614" v="935" actId="47"/>
        <pc:sldMkLst>
          <pc:docMk/>
          <pc:sldMk cId="78995880" sldId="2146848073"/>
        </pc:sldMkLst>
      </pc:sldChg>
      <pc:sldChg chg="del">
        <pc:chgData name="Bono, Vanessa A." userId="3bfb42e8-227f-417c-8a7f-d1dc27979169" providerId="ADAL" clId="{633E4394-6412-499F-836E-2D6F66D7767C}" dt="2021-04-16T20:53:39.614" v="935" actId="47"/>
        <pc:sldMkLst>
          <pc:docMk/>
          <pc:sldMk cId="3486319734" sldId="2146848074"/>
        </pc:sldMkLst>
      </pc:sldChg>
      <pc:sldChg chg="modSp mod">
        <pc:chgData name="Bono, Vanessa A." userId="3bfb42e8-227f-417c-8a7f-d1dc27979169" providerId="ADAL" clId="{633E4394-6412-499F-836E-2D6F66D7767C}" dt="2021-04-16T20:42:38.028" v="640" actId="1037"/>
        <pc:sldMkLst>
          <pc:docMk/>
          <pc:sldMk cId="1344230032" sldId="2146848079"/>
        </pc:sldMkLst>
        <pc:spChg chg="mod">
          <ac:chgData name="Bono, Vanessa A." userId="3bfb42e8-227f-417c-8a7f-d1dc27979169" providerId="ADAL" clId="{633E4394-6412-499F-836E-2D6F66D7767C}" dt="2021-04-16T20:42:38.028" v="640" actId="1037"/>
          <ac:spMkLst>
            <pc:docMk/>
            <pc:sldMk cId="1344230032" sldId="2146848079"/>
            <ac:spMk id="9" creationId="{0BCE32E2-53B2-484E-8787-008ACF70D0A0}"/>
          </ac:spMkLst>
        </pc:spChg>
      </pc:sldChg>
      <pc:sldChg chg="modSp mod">
        <pc:chgData name="Bono, Vanessa A." userId="3bfb42e8-227f-417c-8a7f-d1dc27979169" providerId="ADAL" clId="{633E4394-6412-499F-836E-2D6F66D7767C}" dt="2021-04-16T20:43:39.914" v="644" actId="20577"/>
        <pc:sldMkLst>
          <pc:docMk/>
          <pc:sldMk cId="991568047" sldId="2146848081"/>
        </pc:sldMkLst>
        <pc:spChg chg="mod">
          <ac:chgData name="Bono, Vanessa A." userId="3bfb42e8-227f-417c-8a7f-d1dc27979169" providerId="ADAL" clId="{633E4394-6412-499F-836E-2D6F66D7767C}" dt="2021-04-16T20:43:39.914" v="644" actId="20577"/>
          <ac:spMkLst>
            <pc:docMk/>
            <pc:sldMk cId="991568047" sldId="2146848081"/>
            <ac:spMk id="2" creationId="{18DB0432-9414-4CD8-9C5D-EF2E5C735A96}"/>
          </ac:spMkLst>
        </pc:spChg>
        <pc:spChg chg="mod">
          <ac:chgData name="Bono, Vanessa A." userId="3bfb42e8-227f-417c-8a7f-d1dc27979169" providerId="ADAL" clId="{633E4394-6412-499F-836E-2D6F66D7767C}" dt="2021-04-16T20:43:33.292" v="641" actId="6549"/>
          <ac:spMkLst>
            <pc:docMk/>
            <pc:sldMk cId="991568047" sldId="2146848081"/>
            <ac:spMk id="10" creationId="{EECA1304-B16D-4F23-A68C-C4E0035894E3}"/>
          </ac:spMkLst>
        </pc:spChg>
      </pc:sldChg>
      <pc:sldChg chg="modSp mod">
        <pc:chgData name="Bono, Vanessa A." userId="3bfb42e8-227f-417c-8a7f-d1dc27979169" providerId="ADAL" clId="{633E4394-6412-499F-836E-2D6F66D7767C}" dt="2021-04-16T20:44:42.341" v="653" actId="20577"/>
        <pc:sldMkLst>
          <pc:docMk/>
          <pc:sldMk cId="2291288221" sldId="2146848094"/>
        </pc:sldMkLst>
        <pc:spChg chg="mod">
          <ac:chgData name="Bono, Vanessa A." userId="3bfb42e8-227f-417c-8a7f-d1dc27979169" providerId="ADAL" clId="{633E4394-6412-499F-836E-2D6F66D7767C}" dt="2021-04-16T20:44:35.419" v="647" actId="20577"/>
          <ac:spMkLst>
            <pc:docMk/>
            <pc:sldMk cId="2291288221" sldId="2146848094"/>
            <ac:spMk id="2" creationId="{18DB0432-9414-4CD8-9C5D-EF2E5C735A96}"/>
          </ac:spMkLst>
        </pc:spChg>
        <pc:spChg chg="mod">
          <ac:chgData name="Bono, Vanessa A." userId="3bfb42e8-227f-417c-8a7f-d1dc27979169" providerId="ADAL" clId="{633E4394-6412-499F-836E-2D6F66D7767C}" dt="2021-04-16T20:44:42.341" v="653" actId="20577"/>
          <ac:spMkLst>
            <pc:docMk/>
            <pc:sldMk cId="2291288221" sldId="2146848094"/>
            <ac:spMk id="7" creationId="{862B2210-13BE-4B7E-A02C-8BE5E71EB4E7}"/>
          </ac:spMkLst>
        </pc:spChg>
      </pc:sldChg>
      <pc:sldChg chg="modSp mod">
        <pc:chgData name="Bono, Vanessa A." userId="3bfb42e8-227f-417c-8a7f-d1dc27979169" providerId="ADAL" clId="{633E4394-6412-499F-836E-2D6F66D7767C}" dt="2021-04-17T03:01:05.938" v="1476" actId="14100"/>
        <pc:sldMkLst>
          <pc:docMk/>
          <pc:sldMk cId="2122147425" sldId="2146848095"/>
        </pc:sldMkLst>
        <pc:spChg chg="mod">
          <ac:chgData name="Bono, Vanessa A." userId="3bfb42e8-227f-417c-8a7f-d1dc27979169" providerId="ADAL" clId="{633E4394-6412-499F-836E-2D6F66D7767C}" dt="2021-04-16T20:44:58.990" v="656" actId="20577"/>
          <ac:spMkLst>
            <pc:docMk/>
            <pc:sldMk cId="2122147425" sldId="2146848095"/>
            <ac:spMk id="2" creationId="{18DB0432-9414-4CD8-9C5D-EF2E5C735A96}"/>
          </ac:spMkLst>
        </pc:spChg>
        <pc:spChg chg="mod">
          <ac:chgData name="Bono, Vanessa A." userId="3bfb42e8-227f-417c-8a7f-d1dc27979169" providerId="ADAL" clId="{633E4394-6412-499F-836E-2D6F66D7767C}" dt="2021-04-17T03:01:05.938" v="1476" actId="14100"/>
          <ac:spMkLst>
            <pc:docMk/>
            <pc:sldMk cId="2122147425" sldId="2146848095"/>
            <ac:spMk id="3" creationId="{8A1FEDC3-F822-4FBF-8352-2CB52873CDF0}"/>
          </ac:spMkLst>
        </pc:spChg>
        <pc:spChg chg="mod">
          <ac:chgData name="Bono, Vanessa A." userId="3bfb42e8-227f-417c-8a7f-d1dc27979169" providerId="ADAL" clId="{633E4394-6412-499F-836E-2D6F66D7767C}" dt="2021-04-17T03:01:02.615" v="1475" actId="113"/>
          <ac:spMkLst>
            <pc:docMk/>
            <pc:sldMk cId="2122147425" sldId="2146848095"/>
            <ac:spMk id="15" creationId="{A94E5347-168F-45FB-A093-606CEF8E7C90}"/>
          </ac:spMkLst>
        </pc:spChg>
      </pc:sldChg>
      <pc:sldChg chg="modSp mod">
        <pc:chgData name="Bono, Vanessa A." userId="3bfb42e8-227f-417c-8a7f-d1dc27979169" providerId="ADAL" clId="{633E4394-6412-499F-836E-2D6F66D7767C}" dt="2021-04-16T20:46:27.654" v="842" actId="20577"/>
        <pc:sldMkLst>
          <pc:docMk/>
          <pc:sldMk cId="2833552387" sldId="2146848098"/>
        </pc:sldMkLst>
        <pc:spChg chg="mod">
          <ac:chgData name="Bono, Vanessa A." userId="3bfb42e8-227f-417c-8a7f-d1dc27979169" providerId="ADAL" clId="{633E4394-6412-499F-836E-2D6F66D7767C}" dt="2021-04-16T20:46:27.654" v="842" actId="20577"/>
          <ac:spMkLst>
            <pc:docMk/>
            <pc:sldMk cId="2833552387" sldId="2146848098"/>
            <ac:spMk id="2" creationId="{18DB0432-9414-4CD8-9C5D-EF2E5C735A96}"/>
          </ac:spMkLst>
        </pc:spChg>
      </pc:sldChg>
      <pc:sldChg chg="modSp mod">
        <pc:chgData name="Bono, Vanessa A." userId="3bfb42e8-227f-417c-8a7f-d1dc27979169" providerId="ADAL" clId="{633E4394-6412-499F-836E-2D6F66D7767C}" dt="2021-04-16T20:47:16.833" v="843" actId="14100"/>
        <pc:sldMkLst>
          <pc:docMk/>
          <pc:sldMk cId="2203137780" sldId="2146848099"/>
        </pc:sldMkLst>
        <pc:spChg chg="mod">
          <ac:chgData name="Bono, Vanessa A." userId="3bfb42e8-227f-417c-8a7f-d1dc27979169" providerId="ADAL" clId="{633E4394-6412-499F-836E-2D6F66D7767C}" dt="2021-04-16T20:47:16.833" v="843" actId="14100"/>
          <ac:spMkLst>
            <pc:docMk/>
            <pc:sldMk cId="2203137780" sldId="2146848099"/>
            <ac:spMk id="13" creationId="{DB16B56F-6BF5-46D8-851D-BC4040E548E4}"/>
          </ac:spMkLst>
        </pc:spChg>
      </pc:sldChg>
      <pc:sldChg chg="modSp del mod addCm delCm modCm modNotesTx">
        <pc:chgData name="Bono, Vanessa A." userId="3bfb42e8-227f-417c-8a7f-d1dc27979169" providerId="ADAL" clId="{633E4394-6412-499F-836E-2D6F66D7767C}" dt="2021-04-17T03:02:12.369" v="1480" actId="47"/>
        <pc:sldMkLst>
          <pc:docMk/>
          <pc:sldMk cId="1599085730" sldId="2146848102"/>
        </pc:sldMkLst>
        <pc:spChg chg="mod">
          <ac:chgData name="Bono, Vanessa A." userId="3bfb42e8-227f-417c-8a7f-d1dc27979169" providerId="ADAL" clId="{633E4394-6412-499F-836E-2D6F66D7767C}" dt="2021-04-16T20:47:40" v="846" actId="20577"/>
          <ac:spMkLst>
            <pc:docMk/>
            <pc:sldMk cId="1599085730" sldId="2146848102"/>
            <ac:spMk id="2" creationId="{18DB0432-9414-4CD8-9C5D-EF2E5C735A96}"/>
          </ac:spMkLst>
        </pc:spChg>
        <pc:spChg chg="mod">
          <ac:chgData name="Bono, Vanessa A." userId="3bfb42e8-227f-417c-8a7f-d1dc27979169" providerId="ADAL" clId="{633E4394-6412-499F-836E-2D6F66D7767C}" dt="2021-04-16T20:47:45.166" v="849" actId="6549"/>
          <ac:spMkLst>
            <pc:docMk/>
            <pc:sldMk cId="1599085730" sldId="2146848102"/>
            <ac:spMk id="15" creationId="{66677156-97DF-4BE6-8CFD-A39A0C540915}"/>
          </ac:spMkLst>
        </pc:spChg>
      </pc:sldChg>
      <pc:sldChg chg="modNotesTx">
        <pc:chgData name="Bono, Vanessa A." userId="3bfb42e8-227f-417c-8a7f-d1dc27979169" providerId="ADAL" clId="{633E4394-6412-499F-836E-2D6F66D7767C}" dt="2021-04-17T03:04:19.048" v="1840" actId="20577"/>
        <pc:sldMkLst>
          <pc:docMk/>
          <pc:sldMk cId="766623171" sldId="2146848103"/>
        </pc:sldMkLst>
      </pc:sldChg>
      <pc:sldChg chg="delCm modNotesTx">
        <pc:chgData name="Bono, Vanessa A." userId="3bfb42e8-227f-417c-8a7f-d1dc27979169" providerId="ADAL" clId="{633E4394-6412-499F-836E-2D6F66D7767C}" dt="2021-04-17T03:06:26.599" v="2007" actId="20577"/>
        <pc:sldMkLst>
          <pc:docMk/>
          <pc:sldMk cId="405062400" sldId="2146848105"/>
        </pc:sldMkLst>
      </pc:sldChg>
      <pc:sldChg chg="modNotesTx">
        <pc:chgData name="Bono, Vanessa A." userId="3bfb42e8-227f-417c-8a7f-d1dc27979169" providerId="ADAL" clId="{633E4394-6412-499F-836E-2D6F66D7767C}" dt="2021-04-17T03:06:42.457" v="2008" actId="20577"/>
        <pc:sldMkLst>
          <pc:docMk/>
          <pc:sldMk cId="2023408038" sldId="2146848108"/>
        </pc:sldMkLst>
      </pc:sldChg>
      <pc:sldChg chg="del">
        <pc:chgData name="Bono, Vanessa A." userId="3bfb42e8-227f-417c-8a7f-d1dc27979169" providerId="ADAL" clId="{633E4394-6412-499F-836E-2D6F66D7767C}" dt="2021-04-16T21:41:35.666" v="945" actId="47"/>
        <pc:sldMkLst>
          <pc:docMk/>
          <pc:sldMk cId="2551928445" sldId="2146848109"/>
        </pc:sldMkLst>
      </pc:sldChg>
      <pc:sldChg chg="del">
        <pc:chgData name="Bono, Vanessa A." userId="3bfb42e8-227f-417c-8a7f-d1dc27979169" providerId="ADAL" clId="{633E4394-6412-499F-836E-2D6F66D7767C}" dt="2021-04-16T21:41:37.599" v="946" actId="47"/>
        <pc:sldMkLst>
          <pc:docMk/>
          <pc:sldMk cId="3892687193" sldId="2146848110"/>
        </pc:sldMkLst>
      </pc:sldChg>
      <pc:sldChg chg="modNotesTx">
        <pc:chgData name="Bono, Vanessa A." userId="3bfb42e8-227f-417c-8a7f-d1dc27979169" providerId="ADAL" clId="{633E4394-6412-499F-836E-2D6F66D7767C}" dt="2021-04-17T03:08:10.463" v="2014" actId="20577"/>
        <pc:sldMkLst>
          <pc:docMk/>
          <pc:sldMk cId="2782034596" sldId="2146848158"/>
        </pc:sldMkLst>
      </pc:sldChg>
      <pc:sldChg chg="delSp mod modNotesTx">
        <pc:chgData name="Bono, Vanessa A." userId="3bfb42e8-227f-417c-8a7f-d1dc27979169" providerId="ADAL" clId="{633E4394-6412-499F-836E-2D6F66D7767C}" dt="2021-04-17T03:07:24.564" v="2012" actId="6549"/>
        <pc:sldMkLst>
          <pc:docMk/>
          <pc:sldMk cId="1798871653" sldId="2146848161"/>
        </pc:sldMkLst>
        <pc:spChg chg="del">
          <ac:chgData name="Bono, Vanessa A." userId="3bfb42e8-227f-417c-8a7f-d1dc27979169" providerId="ADAL" clId="{633E4394-6412-499F-836E-2D6F66D7767C}" dt="2021-04-16T20:50:36.699" v="917" actId="478"/>
          <ac:spMkLst>
            <pc:docMk/>
            <pc:sldMk cId="1798871653" sldId="2146848161"/>
            <ac:spMk id="3" creationId="{BAE77C09-8E5C-450E-97D5-B209DC31CF26}"/>
          </ac:spMkLst>
        </pc:spChg>
      </pc:sldChg>
      <pc:sldChg chg="delSp mod modNotesTx">
        <pc:chgData name="Bono, Vanessa A." userId="3bfb42e8-227f-417c-8a7f-d1dc27979169" providerId="ADAL" clId="{633E4394-6412-499F-836E-2D6F66D7767C}" dt="2021-04-17T03:07:32.645" v="2013" actId="6549"/>
        <pc:sldMkLst>
          <pc:docMk/>
          <pc:sldMk cId="269263222" sldId="2146848162"/>
        </pc:sldMkLst>
        <pc:spChg chg="del">
          <ac:chgData name="Bono, Vanessa A." userId="3bfb42e8-227f-417c-8a7f-d1dc27979169" providerId="ADAL" clId="{633E4394-6412-499F-836E-2D6F66D7767C}" dt="2021-04-16T20:50:43.052" v="918" actId="478"/>
          <ac:spMkLst>
            <pc:docMk/>
            <pc:sldMk cId="269263222" sldId="2146848162"/>
            <ac:spMk id="2" creationId="{262D8B8C-3B50-4219-A683-DDE6D958DA5F}"/>
          </ac:spMkLst>
        </pc:spChg>
      </pc:sldChg>
      <pc:sldChg chg="addCm modCm">
        <pc:chgData name="Bono, Vanessa A." userId="3bfb42e8-227f-417c-8a7f-d1dc27979169" providerId="ADAL" clId="{633E4394-6412-499F-836E-2D6F66D7767C}" dt="2021-04-16T20:53:10.106" v="934" actId="1589"/>
        <pc:sldMkLst>
          <pc:docMk/>
          <pc:sldMk cId="3381832834" sldId="2146848166"/>
        </pc:sldMkLst>
      </pc:sldChg>
      <pc:sldChg chg="modNotesTx">
        <pc:chgData name="Bono, Vanessa A." userId="3bfb42e8-227f-417c-8a7f-d1dc27979169" providerId="ADAL" clId="{633E4394-6412-499F-836E-2D6F66D7767C}" dt="2021-04-16T20:20:24.061" v="567" actId="20577"/>
        <pc:sldMkLst>
          <pc:docMk/>
          <pc:sldMk cId="655442238" sldId="2146848170"/>
        </pc:sldMkLst>
      </pc:sldChg>
      <pc:sldChg chg="modSp mod">
        <pc:chgData name="Bono, Vanessa A." userId="3bfb42e8-227f-417c-8a7f-d1dc27979169" providerId="ADAL" clId="{633E4394-6412-499F-836E-2D6F66D7767C}" dt="2021-04-16T20:21:08.195" v="568" actId="403"/>
        <pc:sldMkLst>
          <pc:docMk/>
          <pc:sldMk cId="1111945990" sldId="2146848173"/>
        </pc:sldMkLst>
        <pc:spChg chg="mod">
          <ac:chgData name="Bono, Vanessa A." userId="3bfb42e8-227f-417c-8a7f-d1dc27979169" providerId="ADAL" clId="{633E4394-6412-499F-836E-2D6F66D7767C}" dt="2021-04-16T20:21:08.195" v="568" actId="403"/>
          <ac:spMkLst>
            <pc:docMk/>
            <pc:sldMk cId="1111945990" sldId="2146848173"/>
            <ac:spMk id="10" creationId="{F1463FDC-1F01-469F-B83F-B1B882C34184}"/>
          </ac:spMkLst>
        </pc:spChg>
      </pc:sldChg>
      <pc:sldChg chg="modNotesTx">
        <pc:chgData name="Bono, Vanessa A." userId="3bfb42e8-227f-417c-8a7f-d1dc27979169" providerId="ADAL" clId="{633E4394-6412-499F-836E-2D6F66D7767C}" dt="2021-04-16T20:25:30.542" v="599" actId="20577"/>
        <pc:sldMkLst>
          <pc:docMk/>
          <pc:sldMk cId="2984313924" sldId="2146848189"/>
        </pc:sldMkLst>
      </pc:sldChg>
      <pc:sldChg chg="modSp mod">
        <pc:chgData name="Bono, Vanessa A." userId="3bfb42e8-227f-417c-8a7f-d1dc27979169" providerId="ADAL" clId="{633E4394-6412-499F-836E-2D6F66D7767C}" dt="2021-04-16T20:51:06.186" v="931" actId="20577"/>
        <pc:sldMkLst>
          <pc:docMk/>
          <pc:sldMk cId="2292783361" sldId="2146848191"/>
        </pc:sldMkLst>
        <pc:spChg chg="mod">
          <ac:chgData name="Bono, Vanessa A." userId="3bfb42e8-227f-417c-8a7f-d1dc27979169" providerId="ADAL" clId="{633E4394-6412-499F-836E-2D6F66D7767C}" dt="2021-04-16T20:51:06.186" v="931" actId="20577"/>
          <ac:spMkLst>
            <pc:docMk/>
            <pc:sldMk cId="2292783361" sldId="2146848191"/>
            <ac:spMk id="2" creationId="{95BB14D5-D705-47C3-9713-5916F3F6B71B}"/>
          </ac:spMkLst>
        </pc:spChg>
      </pc:sldChg>
      <pc:sldChg chg="addCm modCm">
        <pc:chgData name="Bono, Vanessa A." userId="3bfb42e8-227f-417c-8a7f-d1dc27979169" providerId="ADAL" clId="{633E4394-6412-499F-836E-2D6F66D7767C}" dt="2021-04-16T20:22:13.612" v="570"/>
        <pc:sldMkLst>
          <pc:docMk/>
          <pc:sldMk cId="1877301009" sldId="2146848193"/>
        </pc:sldMkLst>
      </pc:sldChg>
      <pc:sldChg chg="modNotesTx">
        <pc:chgData name="Bono, Vanessa A." userId="3bfb42e8-227f-417c-8a7f-d1dc27979169" providerId="ADAL" clId="{633E4394-6412-499F-836E-2D6F66D7767C}" dt="2021-04-18T15:42:47.895" v="2022" actId="313"/>
        <pc:sldMkLst>
          <pc:docMk/>
          <pc:sldMk cId="1544105958" sldId="2146848200"/>
        </pc:sldMkLst>
      </pc:sldChg>
      <pc:sldChg chg="addCm modCm">
        <pc:chgData name="Bono, Vanessa A." userId="3bfb42e8-227f-417c-8a7f-d1dc27979169" providerId="ADAL" clId="{633E4394-6412-499F-836E-2D6F66D7767C}" dt="2021-04-16T20:36:29.683" v="624"/>
        <pc:sldMkLst>
          <pc:docMk/>
          <pc:sldMk cId="776757515" sldId="2146848204"/>
        </pc:sldMkLst>
      </pc:sldChg>
      <pc:sldChg chg="modSp mod ord modNotesTx">
        <pc:chgData name="Bono, Vanessa A." userId="3bfb42e8-227f-417c-8a7f-d1dc27979169" providerId="ADAL" clId="{633E4394-6412-499F-836E-2D6F66D7767C}" dt="2021-04-17T03:04:58.374" v="1873" actId="20577"/>
        <pc:sldMkLst>
          <pc:docMk/>
          <pc:sldMk cId="2819173588" sldId="2146848211"/>
        </pc:sldMkLst>
        <pc:spChg chg="mod">
          <ac:chgData name="Bono, Vanessa A." userId="3bfb42e8-227f-417c-8a7f-d1dc27979169" providerId="ADAL" clId="{633E4394-6412-499F-836E-2D6F66D7767C}" dt="2021-04-17T03:04:58.374" v="1873" actId="20577"/>
          <ac:spMkLst>
            <pc:docMk/>
            <pc:sldMk cId="2819173588" sldId="2146848211"/>
            <ac:spMk id="2" creationId="{B7FA6A5A-6BFD-4688-BD0F-61E7930652A8}"/>
          </ac:spMkLst>
        </pc:spChg>
        <pc:spChg chg="mod">
          <ac:chgData name="Bono, Vanessa A." userId="3bfb42e8-227f-417c-8a7f-d1dc27979169" providerId="ADAL" clId="{633E4394-6412-499F-836E-2D6F66D7767C}" dt="2021-04-17T03:04:44.479" v="1844" actId="20577"/>
          <ac:spMkLst>
            <pc:docMk/>
            <pc:sldMk cId="2819173588" sldId="2146848211"/>
            <ac:spMk id="3" creationId="{94E58CA9-7D32-439D-B465-271A1C04D810}"/>
          </ac:spMkLst>
        </pc:spChg>
      </pc:sldChg>
      <pc:sldChg chg="del">
        <pc:chgData name="Bono, Vanessa A." userId="3bfb42e8-227f-417c-8a7f-d1dc27979169" providerId="ADAL" clId="{633E4394-6412-499F-836E-2D6F66D7767C}" dt="2021-04-16T20:50:16.164" v="916" actId="2696"/>
        <pc:sldMkLst>
          <pc:docMk/>
          <pc:sldMk cId="3255810133" sldId="2146848213"/>
        </pc:sldMkLst>
      </pc:sldChg>
      <pc:sldChg chg="ord">
        <pc:chgData name="Bono, Vanessa A." userId="3bfb42e8-227f-417c-8a7f-d1dc27979169" providerId="ADAL" clId="{633E4394-6412-499F-836E-2D6F66D7767C}" dt="2021-04-16T20:49:39.942" v="915"/>
        <pc:sldMkLst>
          <pc:docMk/>
          <pc:sldMk cId="4260491187" sldId="2146848214"/>
        </pc:sldMkLst>
      </pc:sldChg>
      <pc:sldChg chg="del">
        <pc:chgData name="Bono, Vanessa A." userId="3bfb42e8-227f-417c-8a7f-d1dc27979169" providerId="ADAL" clId="{633E4394-6412-499F-836E-2D6F66D7767C}" dt="2021-04-16T20:37:03.725" v="627" actId="47"/>
        <pc:sldMkLst>
          <pc:docMk/>
          <pc:sldMk cId="1563719023" sldId="2146848215"/>
        </pc:sldMkLst>
      </pc:sldChg>
      <pc:sldChg chg="addSp delSp modSp new mod modTransition addCm modCm">
        <pc:chgData name="Bono, Vanessa A." userId="3bfb42e8-227f-417c-8a7f-d1dc27979169" providerId="ADAL" clId="{633E4394-6412-499F-836E-2D6F66D7767C}" dt="2021-04-16T20:25:15.601" v="597"/>
        <pc:sldMkLst>
          <pc:docMk/>
          <pc:sldMk cId="565282233" sldId="2146848217"/>
        </pc:sldMkLst>
        <pc:spChg chg="del">
          <ac:chgData name="Bono, Vanessa A." userId="3bfb42e8-227f-417c-8a7f-d1dc27979169" providerId="ADAL" clId="{633E4394-6412-499F-836E-2D6F66D7767C}" dt="2021-04-16T20:24:54.342" v="572"/>
          <ac:spMkLst>
            <pc:docMk/>
            <pc:sldMk cId="565282233" sldId="2146848217"/>
            <ac:spMk id="2" creationId="{5E3F9555-F8D4-447B-AC58-4FBC57161D45}"/>
          </ac:spMkLst>
        </pc:spChg>
        <pc:spChg chg="del">
          <ac:chgData name="Bono, Vanessa A." userId="3bfb42e8-227f-417c-8a7f-d1dc27979169" providerId="ADAL" clId="{633E4394-6412-499F-836E-2D6F66D7767C}" dt="2021-04-16T20:24:54.342" v="572"/>
          <ac:spMkLst>
            <pc:docMk/>
            <pc:sldMk cId="565282233" sldId="2146848217"/>
            <ac:spMk id="3" creationId="{BD557A6E-8A57-4FD7-A003-01F3B07AC788}"/>
          </ac:spMkLst>
        </pc:spChg>
        <pc:spChg chg="del">
          <ac:chgData name="Bono, Vanessa A." userId="3bfb42e8-227f-417c-8a7f-d1dc27979169" providerId="ADAL" clId="{633E4394-6412-499F-836E-2D6F66D7767C}" dt="2021-04-16T20:24:54.342" v="572"/>
          <ac:spMkLst>
            <pc:docMk/>
            <pc:sldMk cId="565282233" sldId="2146848217"/>
            <ac:spMk id="4" creationId="{E84249DF-26E9-450C-803E-FDFA269760B8}"/>
          </ac:spMkLst>
        </pc:spChg>
        <pc:spChg chg="add mod">
          <ac:chgData name="Bono, Vanessa A." userId="3bfb42e8-227f-417c-8a7f-d1dc27979169" providerId="ADAL" clId="{633E4394-6412-499F-836E-2D6F66D7767C}" dt="2021-04-16T20:24:59.418" v="595" actId="20577"/>
          <ac:spMkLst>
            <pc:docMk/>
            <pc:sldMk cId="565282233" sldId="2146848217"/>
            <ac:spMk id="5" creationId="{4A1D98F5-1C82-4AE4-A7B5-1C169BEF7AF3}"/>
          </ac:spMkLst>
        </pc:spChg>
      </pc:sldChg>
      <pc:sldChg chg="addSp delSp modSp new mod addCm delCm modCm">
        <pc:chgData name="Bono, Vanessa A." userId="3bfb42e8-227f-417c-8a7f-d1dc27979169" providerId="ADAL" clId="{633E4394-6412-499F-836E-2D6F66D7767C}" dt="2021-04-17T03:01:41.952" v="1477" actId="20577"/>
        <pc:sldMkLst>
          <pc:docMk/>
          <pc:sldMk cId="3868082467" sldId="2146848219"/>
        </pc:sldMkLst>
        <pc:spChg chg="add mod">
          <ac:chgData name="Bono, Vanessa A." userId="3bfb42e8-227f-417c-8a7f-d1dc27979169" providerId="ADAL" clId="{633E4394-6412-499F-836E-2D6F66D7767C}" dt="2021-04-17T03:01:41.952" v="1477" actId="20577"/>
          <ac:spMkLst>
            <pc:docMk/>
            <pc:sldMk cId="3868082467" sldId="2146848219"/>
            <ac:spMk id="2" creationId="{A5BCAAFA-8052-40BE-B8A7-757E91E9EF18}"/>
          </ac:spMkLst>
        </pc:spChg>
        <pc:spChg chg="add del mod">
          <ac:chgData name="Bono, Vanessa A." userId="3bfb42e8-227f-417c-8a7f-d1dc27979169" providerId="ADAL" clId="{633E4394-6412-499F-836E-2D6F66D7767C}" dt="2021-04-17T02:58:25.482" v="1435" actId="478"/>
          <ac:spMkLst>
            <pc:docMk/>
            <pc:sldMk cId="3868082467" sldId="2146848219"/>
            <ac:spMk id="3" creationId="{9B374B5D-7A5D-4368-9403-FB176BDF1B30}"/>
          </ac:spMkLst>
        </pc:spChg>
        <pc:spChg chg="add del mod">
          <ac:chgData name="Bono, Vanessa A." userId="3bfb42e8-227f-417c-8a7f-d1dc27979169" providerId="ADAL" clId="{633E4394-6412-499F-836E-2D6F66D7767C}" dt="2021-04-17T02:58:27.490" v="1436" actId="478"/>
          <ac:spMkLst>
            <pc:docMk/>
            <pc:sldMk cId="3868082467" sldId="2146848219"/>
            <ac:spMk id="4" creationId="{A507EA10-F370-4E25-BBF4-A86EE9B966EF}"/>
          </ac:spMkLst>
        </pc:spChg>
      </pc:sldChg>
      <pc:sldChg chg="add modNotesTx">
        <pc:chgData name="Bono, Vanessa A." userId="3bfb42e8-227f-417c-8a7f-d1dc27979169" providerId="ADAL" clId="{633E4394-6412-499F-836E-2D6F66D7767C}" dt="2021-04-18T15:42:35.479" v="2021" actId="20577"/>
        <pc:sldMkLst>
          <pc:docMk/>
          <pc:sldMk cId="3215888810" sldId="2146848220"/>
        </pc:sldMkLst>
      </pc:sldChg>
      <pc:sldChg chg="add modNotesTx">
        <pc:chgData name="Bono, Vanessa A." userId="3bfb42e8-227f-417c-8a7f-d1dc27979169" providerId="ADAL" clId="{633E4394-6412-499F-836E-2D6F66D7767C}" dt="2021-04-16T21:45:02.546" v="1425" actId="20577"/>
        <pc:sldMkLst>
          <pc:docMk/>
          <pc:sldMk cId="3129281403" sldId="2146848221"/>
        </pc:sldMkLst>
      </pc:sldChg>
      <pc:sldChg chg="delCm">
        <pc:chgData name="Bono, Vanessa A." userId="3bfb42e8-227f-417c-8a7f-d1dc27979169" providerId="ADAL" clId="{633E4394-6412-499F-836E-2D6F66D7767C}" dt="2021-04-17T03:06:49.328" v="2009" actId="1592"/>
        <pc:sldMkLst>
          <pc:docMk/>
          <pc:sldMk cId="865224706" sldId="2146848223"/>
        </pc:sldMkLst>
      </pc:sldChg>
      <pc:sldChg chg="add modNotesTx">
        <pc:chgData name="Bono, Vanessa A." userId="3bfb42e8-227f-417c-8a7f-d1dc27979169" providerId="ADAL" clId="{633E4394-6412-499F-836E-2D6F66D7767C}" dt="2021-04-17T03:03:55.172" v="1792" actId="20577"/>
        <pc:sldMkLst>
          <pc:docMk/>
          <pc:sldMk cId="2784231307" sldId="2146848227"/>
        </pc:sldMkLst>
      </pc:sldChg>
      <pc:sldMasterChg chg="delSldLayout">
        <pc:chgData name="Bono, Vanessa A." userId="3bfb42e8-227f-417c-8a7f-d1dc27979169" providerId="ADAL" clId="{633E4394-6412-499F-836E-2D6F66D7767C}" dt="2021-04-16T21:41:37.599" v="946" actId="47"/>
        <pc:sldMasterMkLst>
          <pc:docMk/>
          <pc:sldMasterMk cId="2651900722" sldId="2147483658"/>
        </pc:sldMasterMkLst>
        <pc:sldLayoutChg chg="del">
          <pc:chgData name="Bono, Vanessa A." userId="3bfb42e8-227f-417c-8a7f-d1dc27979169" providerId="ADAL" clId="{633E4394-6412-499F-836E-2D6F66D7767C}" dt="2021-04-16T21:41:37.599" v="946" actId="47"/>
          <pc:sldLayoutMkLst>
            <pc:docMk/>
            <pc:sldMasterMk cId="2651900722" sldId="2147483658"/>
            <pc:sldLayoutMk cId="2820612933" sldId="2147484016"/>
          </pc:sldLayoutMkLst>
        </pc:sldLayoutChg>
      </pc:sldMasterChg>
      <pc:sldMasterChg chg="addSldLayout">
        <pc:chgData name="Bono, Vanessa A." userId="3bfb42e8-227f-417c-8a7f-d1dc27979169" providerId="ADAL" clId="{633E4394-6412-499F-836E-2D6F66D7767C}" dt="2021-04-16T21:41:10.304" v="939" actId="27028"/>
        <pc:sldMasterMkLst>
          <pc:docMk/>
          <pc:sldMasterMk cId="2944339859" sldId="2147483996"/>
        </pc:sldMasterMkLst>
        <pc:sldLayoutChg chg="add">
          <pc:chgData name="Bono, Vanessa A." userId="3bfb42e8-227f-417c-8a7f-d1dc27979169" providerId="ADAL" clId="{633E4394-6412-499F-836E-2D6F66D7767C}" dt="2021-04-16T21:41:10.304" v="939" actId="27028"/>
          <pc:sldLayoutMkLst>
            <pc:docMk/>
            <pc:sldMasterMk cId="2944339859" sldId="2147483996"/>
            <pc:sldLayoutMk cId="2820612933" sldId="2147483791"/>
          </pc:sldLayoutMkLst>
        </pc:sldLayoutChg>
      </pc:sldMasterChg>
    </pc:docChg>
  </pc:docChgLst>
  <pc:docChgLst>
    <pc:chgData name="Andres, Cathleen E." userId="S::cathleen.e.andres@accenture.com::cee938a1-9172-4267-bb46-c9d267464a72" providerId="AD" clId="Web-{DC037D0E-9D63-4FEB-B8AE-3BB2639AE66A}"/>
    <pc:docChg chg="delSld modSld modSection">
      <pc:chgData name="Andres, Cathleen E." userId="S::cathleen.e.andres@accenture.com::cee938a1-9172-4267-bb46-c9d267464a72" providerId="AD" clId="Web-{DC037D0E-9D63-4FEB-B8AE-3BB2639AE66A}" dt="2021-04-18T16:24:12.146" v="494"/>
      <pc:docMkLst>
        <pc:docMk/>
      </pc:docMkLst>
      <pc:sldChg chg="del">
        <pc:chgData name="Andres, Cathleen E." userId="S::cathleen.e.andres@accenture.com::cee938a1-9172-4267-bb46-c9d267464a72" providerId="AD" clId="Web-{DC037D0E-9D63-4FEB-B8AE-3BB2639AE66A}" dt="2021-04-18T16:02:35.168" v="0"/>
        <pc:sldMkLst>
          <pc:docMk/>
          <pc:sldMk cId="1098756425" sldId="2146848040"/>
        </pc:sldMkLst>
      </pc:sldChg>
      <pc:sldChg chg="delSp modSp">
        <pc:chgData name="Andres, Cathleen E." userId="S::cathleen.e.andres@accenture.com::cee938a1-9172-4267-bb46-c9d267464a72" providerId="AD" clId="Web-{DC037D0E-9D63-4FEB-B8AE-3BB2639AE66A}" dt="2021-04-18T16:04:10.984" v="4"/>
        <pc:sldMkLst>
          <pc:docMk/>
          <pc:sldMk cId="655442238" sldId="2146848170"/>
        </pc:sldMkLst>
        <pc:spChg chg="del mod">
          <ac:chgData name="Andres, Cathleen E." userId="S::cathleen.e.andres@accenture.com::cee938a1-9172-4267-bb46-c9d267464a72" providerId="AD" clId="Web-{DC037D0E-9D63-4FEB-B8AE-3BB2639AE66A}" dt="2021-04-18T16:04:10.984" v="4"/>
          <ac:spMkLst>
            <pc:docMk/>
            <pc:sldMk cId="655442238" sldId="2146848170"/>
            <ac:spMk id="5" creationId="{19D66CE6-D53B-4C11-A3A9-6C739A213A4A}"/>
          </ac:spMkLst>
        </pc:spChg>
      </pc:sldChg>
      <pc:sldChg chg="delSp">
        <pc:chgData name="Andres, Cathleen E." userId="S::cathleen.e.andres@accenture.com::cee938a1-9172-4267-bb46-c9d267464a72" providerId="AD" clId="Web-{DC037D0E-9D63-4FEB-B8AE-3BB2639AE66A}" dt="2021-04-18T16:04:22.359" v="5"/>
        <pc:sldMkLst>
          <pc:docMk/>
          <pc:sldMk cId="1942964081" sldId="2146848171"/>
        </pc:sldMkLst>
        <pc:spChg chg="del">
          <ac:chgData name="Andres, Cathleen E." userId="S::cathleen.e.andres@accenture.com::cee938a1-9172-4267-bb46-c9d267464a72" providerId="AD" clId="Web-{DC037D0E-9D63-4FEB-B8AE-3BB2639AE66A}" dt="2021-04-18T16:04:22.359" v="5"/>
          <ac:spMkLst>
            <pc:docMk/>
            <pc:sldMk cId="1942964081" sldId="2146848171"/>
            <ac:spMk id="9" creationId="{B3AD7C11-6A69-47A6-BB9C-3C27AC98581C}"/>
          </ac:spMkLst>
        </pc:spChg>
      </pc:sldChg>
      <pc:sldChg chg="delSp modSp modNotes">
        <pc:chgData name="Andres, Cathleen E." userId="S::cathleen.e.andres@accenture.com::cee938a1-9172-4267-bb46-c9d267464a72" providerId="AD" clId="Web-{DC037D0E-9D63-4FEB-B8AE-3BB2639AE66A}" dt="2021-04-18T16:07:27.114" v="110"/>
        <pc:sldMkLst>
          <pc:docMk/>
          <pc:sldMk cId="2796245324" sldId="2146848172"/>
        </pc:sldMkLst>
        <pc:spChg chg="mod">
          <ac:chgData name="Andres, Cathleen E." userId="S::cathleen.e.andres@accenture.com::cee938a1-9172-4267-bb46-c9d267464a72" providerId="AD" clId="Web-{DC037D0E-9D63-4FEB-B8AE-3BB2639AE66A}" dt="2021-04-18T16:06:37.503" v="84" actId="20577"/>
          <ac:spMkLst>
            <pc:docMk/>
            <pc:sldMk cId="2796245324" sldId="2146848172"/>
            <ac:spMk id="10" creationId="{F1463FDC-1F01-469F-B83F-B1B882C34184}"/>
          </ac:spMkLst>
        </pc:spChg>
        <pc:spChg chg="del">
          <ac:chgData name="Andres, Cathleen E." userId="S::cathleen.e.andres@accenture.com::cee938a1-9172-4267-bb46-c9d267464a72" providerId="AD" clId="Web-{DC037D0E-9D63-4FEB-B8AE-3BB2639AE66A}" dt="2021-04-18T16:04:55.860" v="8"/>
          <ac:spMkLst>
            <pc:docMk/>
            <pc:sldMk cId="2796245324" sldId="2146848172"/>
            <ac:spMk id="11" creationId="{430E904A-12BB-4824-ACC6-24F56BF6BB7C}"/>
          </ac:spMkLst>
        </pc:spChg>
      </pc:sldChg>
      <pc:sldChg chg="delSp modSp">
        <pc:chgData name="Andres, Cathleen E." userId="S::cathleen.e.andres@accenture.com::cee938a1-9172-4267-bb46-c9d267464a72" providerId="AD" clId="Web-{DC037D0E-9D63-4FEB-B8AE-3BB2639AE66A}" dt="2021-04-18T16:04:50.172" v="7"/>
        <pc:sldMkLst>
          <pc:docMk/>
          <pc:sldMk cId="1111945990" sldId="2146848173"/>
        </pc:sldMkLst>
        <pc:spChg chg="del mod">
          <ac:chgData name="Andres, Cathleen E." userId="S::cathleen.e.andres@accenture.com::cee938a1-9172-4267-bb46-c9d267464a72" providerId="AD" clId="Web-{DC037D0E-9D63-4FEB-B8AE-3BB2639AE66A}" dt="2021-04-18T16:04:50.172" v="7"/>
          <ac:spMkLst>
            <pc:docMk/>
            <pc:sldMk cId="1111945990" sldId="2146848173"/>
            <ac:spMk id="7" creationId="{8BF51C14-7E53-41A1-89D8-C927E283F430}"/>
          </ac:spMkLst>
        </pc:spChg>
      </pc:sldChg>
      <pc:sldChg chg="modNotes">
        <pc:chgData name="Andres, Cathleen E." userId="S::cathleen.e.andres@accenture.com::cee938a1-9172-4267-bb46-c9d267464a72" providerId="AD" clId="Web-{DC037D0E-9D63-4FEB-B8AE-3BB2639AE66A}" dt="2021-04-18T16:16:11.660" v="402"/>
        <pc:sldMkLst>
          <pc:docMk/>
          <pc:sldMk cId="3410856480" sldId="2146848192"/>
        </pc:sldMkLst>
      </pc:sldChg>
      <pc:sldChg chg="delCm modNotes">
        <pc:chgData name="Andres, Cathleen E." userId="S::cathleen.e.andres@accenture.com::cee938a1-9172-4267-bb46-c9d267464a72" providerId="AD" clId="Web-{DC037D0E-9D63-4FEB-B8AE-3BB2639AE66A}" dt="2021-04-18T16:10:22.307" v="118"/>
        <pc:sldMkLst>
          <pc:docMk/>
          <pc:sldMk cId="1877301009" sldId="2146848193"/>
        </pc:sldMkLst>
      </pc:sldChg>
      <pc:sldChg chg="addSp modSp mod modClrScheme delCm chgLayout modNotes">
        <pc:chgData name="Andres, Cathleen E." userId="S::cathleen.e.andres@accenture.com::cee938a1-9172-4267-bb46-c9d267464a72" providerId="AD" clId="Web-{DC037D0E-9D63-4FEB-B8AE-3BB2639AE66A}" dt="2021-04-18T16:24:12.146" v="494"/>
        <pc:sldMkLst>
          <pc:docMk/>
          <pc:sldMk cId="565282233" sldId="2146848217"/>
        </pc:sldMkLst>
        <pc:spChg chg="add mod ord">
          <ac:chgData name="Andres, Cathleen E." userId="S::cathleen.e.andres@accenture.com::cee938a1-9172-4267-bb46-c9d267464a72" providerId="AD" clId="Web-{DC037D0E-9D63-4FEB-B8AE-3BB2639AE66A}" dt="2021-04-18T16:24:11.427" v="492" actId="14100"/>
          <ac:spMkLst>
            <pc:docMk/>
            <pc:sldMk cId="565282233" sldId="2146848217"/>
            <ac:spMk id="2" creationId="{567D7EE1-7CC7-4A93-8475-E5AED63B59EE}"/>
          </ac:spMkLst>
        </pc:spChg>
        <pc:spChg chg="add mod">
          <ac:chgData name="Andres, Cathleen E." userId="S::cathleen.e.andres@accenture.com::cee938a1-9172-4267-bb46-c9d267464a72" providerId="AD" clId="Web-{DC037D0E-9D63-4FEB-B8AE-3BB2639AE66A}" dt="2021-04-18T16:23:47.067" v="490" actId="1076"/>
          <ac:spMkLst>
            <pc:docMk/>
            <pc:sldMk cId="565282233" sldId="2146848217"/>
            <ac:spMk id="3" creationId="{E0CF2D25-2E08-4399-92B7-2BD75CBF9B8A}"/>
          </ac:spMkLst>
        </pc:spChg>
        <pc:spChg chg="add mod">
          <ac:chgData name="Andres, Cathleen E." userId="S::cathleen.e.andres@accenture.com::cee938a1-9172-4267-bb46-c9d267464a72" providerId="AD" clId="Web-{DC037D0E-9D63-4FEB-B8AE-3BB2639AE66A}" dt="2021-04-18T16:24:12.146" v="494"/>
          <ac:spMkLst>
            <pc:docMk/>
            <pc:sldMk cId="565282233" sldId="2146848217"/>
            <ac:spMk id="4" creationId="{072F09FB-8C90-4C07-83D4-5CFD6B8E8BC2}"/>
          </ac:spMkLst>
        </pc:spChg>
        <pc:spChg chg="mod ord">
          <ac:chgData name="Andres, Cathleen E." userId="S::cathleen.e.andres@accenture.com::cee938a1-9172-4267-bb46-c9d267464a72" providerId="AD" clId="Web-{DC037D0E-9D63-4FEB-B8AE-3BB2639AE66A}" dt="2021-04-18T16:17:14.303" v="404"/>
          <ac:spMkLst>
            <pc:docMk/>
            <pc:sldMk cId="565282233" sldId="2146848217"/>
            <ac:spMk id="5" creationId="{4A1D98F5-1C82-4AE4-A7B5-1C169BEF7AF3}"/>
          </ac:spMkLst>
        </pc:spChg>
      </pc:sldChg>
    </pc:docChg>
  </pc:docChgLst>
  <pc:docChgLst>
    <pc:chgData name="Kamaria" userId="2ae67ca4-2ae5-4b90-a026-400348444254" providerId="ADAL" clId="{75DEE70F-AD1C-43BE-B55C-2390CB56896A}"/>
    <pc:docChg chg="addSld modSld sldOrd modSection">
      <pc:chgData name="Kamaria" userId="2ae67ca4-2ae5-4b90-a026-400348444254" providerId="ADAL" clId="{75DEE70F-AD1C-43BE-B55C-2390CB56896A}" dt="2021-04-16T19:36:54.484" v="3" actId="680"/>
      <pc:docMkLst>
        <pc:docMk/>
      </pc:docMkLst>
      <pc:sldChg chg="ord">
        <pc:chgData name="Kamaria" userId="2ae67ca4-2ae5-4b90-a026-400348444254" providerId="ADAL" clId="{75DEE70F-AD1C-43BE-B55C-2390CB56896A}" dt="2021-04-16T16:54:07.551" v="0" actId="20578"/>
        <pc:sldMkLst>
          <pc:docMk/>
          <pc:sldMk cId="2391532768" sldId="2146847995"/>
        </pc:sldMkLst>
      </pc:sldChg>
      <pc:sldChg chg="modSp mod">
        <pc:chgData name="Kamaria" userId="2ae67ca4-2ae5-4b90-a026-400348444254" providerId="ADAL" clId="{75DEE70F-AD1C-43BE-B55C-2390CB56896A}" dt="2021-04-16T19:06:55.221" v="2" actId="1036"/>
        <pc:sldMkLst>
          <pc:docMk/>
          <pc:sldMk cId="3278767527" sldId="2146848013"/>
        </pc:sldMkLst>
        <pc:grpChg chg="mod">
          <ac:chgData name="Kamaria" userId="2ae67ca4-2ae5-4b90-a026-400348444254" providerId="ADAL" clId="{75DEE70F-AD1C-43BE-B55C-2390CB56896A}" dt="2021-04-16T19:06:55.221" v="2" actId="1036"/>
          <ac:grpSpMkLst>
            <pc:docMk/>
            <pc:sldMk cId="3278767527" sldId="2146848013"/>
            <ac:grpSpMk id="47" creationId="{B02B43CD-2E6D-4281-A016-7B42B3328CD1}"/>
          </ac:grpSpMkLst>
        </pc:grpChg>
      </pc:sldChg>
      <pc:sldChg chg="new">
        <pc:chgData name="Kamaria" userId="2ae67ca4-2ae5-4b90-a026-400348444254" providerId="ADAL" clId="{75DEE70F-AD1C-43BE-B55C-2390CB56896A}" dt="2021-04-16T19:36:54.484" v="3" actId="680"/>
        <pc:sldMkLst>
          <pc:docMk/>
          <pc:sldMk cId="1563719023" sldId="2146848215"/>
        </pc:sldMkLst>
      </pc:sldChg>
    </pc:docChg>
  </pc:docChgLst>
  <pc:docChgLst>
    <pc:chgData name="Brown, Sally" userId="d1bd0039-b20c-458e-9f60-213009d0bb6b" providerId="ADAL" clId="{E65F1428-E2CB-4128-952F-50A545DC1C99}"/>
    <pc:docChg chg="undo custSel addSld delSld modSld sldOrd modSection">
      <pc:chgData name="Brown, Sally" userId="d1bd0039-b20c-458e-9f60-213009d0bb6b" providerId="ADAL" clId="{E65F1428-E2CB-4128-952F-50A545DC1C99}" dt="2021-04-17T02:50:29.304" v="6032"/>
      <pc:docMkLst>
        <pc:docMk/>
      </pc:docMkLst>
      <pc:sldChg chg="modSp mod modNotesTx">
        <pc:chgData name="Brown, Sally" userId="d1bd0039-b20c-458e-9f60-213009d0bb6b" providerId="ADAL" clId="{E65F1428-E2CB-4128-952F-50A545DC1C99}" dt="2021-04-16T19:53:16.688" v="5104" actId="20577"/>
        <pc:sldMkLst>
          <pc:docMk/>
          <pc:sldMk cId="273543939" sldId="2146847952"/>
        </pc:sldMkLst>
        <pc:spChg chg="mod">
          <ac:chgData name="Brown, Sally" userId="d1bd0039-b20c-458e-9f60-213009d0bb6b" providerId="ADAL" clId="{E65F1428-E2CB-4128-952F-50A545DC1C99}" dt="2021-04-16T19:53:16.688" v="5104" actId="20577"/>
          <ac:spMkLst>
            <pc:docMk/>
            <pc:sldMk cId="273543939" sldId="2146847952"/>
            <ac:spMk id="9" creationId="{955CBA6F-BA12-460C-AF5D-896BCCCAC5D3}"/>
          </ac:spMkLst>
        </pc:spChg>
      </pc:sldChg>
      <pc:sldChg chg="modSp mod">
        <pc:chgData name="Brown, Sally" userId="d1bd0039-b20c-458e-9f60-213009d0bb6b" providerId="ADAL" clId="{E65F1428-E2CB-4128-952F-50A545DC1C99}" dt="2021-04-16T20:18:03.957" v="5294" actId="20577"/>
        <pc:sldMkLst>
          <pc:docMk/>
          <pc:sldMk cId="4030883378" sldId="2146847991"/>
        </pc:sldMkLst>
        <pc:spChg chg="mod">
          <ac:chgData name="Brown, Sally" userId="d1bd0039-b20c-458e-9f60-213009d0bb6b" providerId="ADAL" clId="{E65F1428-E2CB-4128-952F-50A545DC1C99}" dt="2021-04-16T20:18:03.957" v="5294" actId="20577"/>
          <ac:spMkLst>
            <pc:docMk/>
            <pc:sldMk cId="4030883378" sldId="2146847991"/>
            <ac:spMk id="15" creationId="{826A062D-FF04-FB4F-B203-C6AF6F88B3CC}"/>
          </ac:spMkLst>
        </pc:spChg>
      </pc:sldChg>
      <pc:sldChg chg="addCm delCm modNotesTx">
        <pc:chgData name="Brown, Sally" userId="d1bd0039-b20c-458e-9f60-213009d0bb6b" providerId="ADAL" clId="{E65F1428-E2CB-4128-952F-50A545DC1C99}" dt="2021-04-16T16:19:06.943" v="4025" actId="6549"/>
        <pc:sldMkLst>
          <pc:docMk/>
          <pc:sldMk cId="1817617505" sldId="2146847996"/>
        </pc:sldMkLst>
      </pc:sldChg>
      <pc:sldChg chg="modNotesTx">
        <pc:chgData name="Brown, Sally" userId="d1bd0039-b20c-458e-9f60-213009d0bb6b" providerId="ADAL" clId="{E65F1428-E2CB-4128-952F-50A545DC1C99}" dt="2021-04-15T20:20:01.024" v="5" actId="20577"/>
        <pc:sldMkLst>
          <pc:docMk/>
          <pc:sldMk cId="2775167166" sldId="2146848000"/>
        </pc:sldMkLst>
      </pc:sldChg>
      <pc:sldChg chg="modSp mod addCm delCm">
        <pc:chgData name="Brown, Sally" userId="d1bd0039-b20c-458e-9f60-213009d0bb6b" providerId="ADAL" clId="{E65F1428-E2CB-4128-952F-50A545DC1C99}" dt="2021-04-17T02:10:52.611" v="6000" actId="1592"/>
        <pc:sldMkLst>
          <pc:docMk/>
          <pc:sldMk cId="2458650391" sldId="2146848052"/>
        </pc:sldMkLst>
        <pc:spChg chg="mod">
          <ac:chgData name="Brown, Sally" userId="d1bd0039-b20c-458e-9f60-213009d0bb6b" providerId="ADAL" clId="{E65F1428-E2CB-4128-952F-50A545DC1C99}" dt="2021-04-17T02:06:50.595" v="5998" actId="20577"/>
          <ac:spMkLst>
            <pc:docMk/>
            <pc:sldMk cId="2458650391" sldId="2146848052"/>
            <ac:spMk id="15" creationId="{826A062D-FF04-FB4F-B203-C6AF6F88B3CC}"/>
          </ac:spMkLst>
        </pc:spChg>
      </pc:sldChg>
      <pc:sldChg chg="modNotesTx">
        <pc:chgData name="Brown, Sally" userId="d1bd0039-b20c-458e-9f60-213009d0bb6b" providerId="ADAL" clId="{E65F1428-E2CB-4128-952F-50A545DC1C99}" dt="2021-04-16T17:18:12.931" v="4066" actId="2711"/>
        <pc:sldMkLst>
          <pc:docMk/>
          <pc:sldMk cId="3043877070" sldId="2146848053"/>
        </pc:sldMkLst>
      </pc:sldChg>
      <pc:sldChg chg="modSp mod modNotesTx">
        <pc:chgData name="Brown, Sally" userId="d1bd0039-b20c-458e-9f60-213009d0bb6b" providerId="ADAL" clId="{E65F1428-E2CB-4128-952F-50A545DC1C99}" dt="2021-04-16T17:04:26.954" v="4036" actId="20577"/>
        <pc:sldMkLst>
          <pc:docMk/>
          <pc:sldMk cId="2898466066" sldId="2146848054"/>
        </pc:sldMkLst>
        <pc:spChg chg="mod">
          <ac:chgData name="Brown, Sally" userId="d1bd0039-b20c-458e-9f60-213009d0bb6b" providerId="ADAL" clId="{E65F1428-E2CB-4128-952F-50A545DC1C99}" dt="2021-04-15T21:18:26.131" v="1489" actId="20577"/>
          <ac:spMkLst>
            <pc:docMk/>
            <pc:sldMk cId="2898466066" sldId="2146848054"/>
            <ac:spMk id="4" creationId="{DDCAA484-6A49-4A16-B8FC-767D951334C9}"/>
          </ac:spMkLst>
        </pc:spChg>
      </pc:sldChg>
      <pc:sldChg chg="modNotesTx">
        <pc:chgData name="Brown, Sally" userId="d1bd0039-b20c-458e-9f60-213009d0bb6b" providerId="ADAL" clId="{E65F1428-E2CB-4128-952F-50A545DC1C99}" dt="2021-04-16T17:04:22.358" v="4035" actId="20577"/>
        <pc:sldMkLst>
          <pc:docMk/>
          <pc:sldMk cId="1570107647" sldId="2146848055"/>
        </pc:sldMkLst>
      </pc:sldChg>
      <pc:sldChg chg="modNotesTx">
        <pc:chgData name="Brown, Sally" userId="d1bd0039-b20c-458e-9f60-213009d0bb6b" providerId="ADAL" clId="{E65F1428-E2CB-4128-952F-50A545DC1C99}" dt="2021-04-16T17:05:52.414" v="4039" actId="20577"/>
        <pc:sldMkLst>
          <pc:docMk/>
          <pc:sldMk cId="746378691" sldId="2146848056"/>
        </pc:sldMkLst>
      </pc:sldChg>
      <pc:sldChg chg="modNotesTx">
        <pc:chgData name="Brown, Sally" userId="d1bd0039-b20c-458e-9f60-213009d0bb6b" providerId="ADAL" clId="{E65F1428-E2CB-4128-952F-50A545DC1C99}" dt="2021-04-16T17:04:15.697" v="4034" actId="20577"/>
        <pc:sldMkLst>
          <pc:docMk/>
          <pc:sldMk cId="3687383799" sldId="2146848057"/>
        </pc:sldMkLst>
      </pc:sldChg>
      <pc:sldChg chg="modNotesTx">
        <pc:chgData name="Brown, Sally" userId="d1bd0039-b20c-458e-9f60-213009d0bb6b" providerId="ADAL" clId="{E65F1428-E2CB-4128-952F-50A545DC1C99}" dt="2021-04-16T17:03:58.582" v="4032" actId="6549"/>
        <pc:sldMkLst>
          <pc:docMk/>
          <pc:sldMk cId="2294170976" sldId="2146848058"/>
        </pc:sldMkLst>
      </pc:sldChg>
      <pc:sldChg chg="modSp mod modNotesTx">
        <pc:chgData name="Brown, Sally" userId="d1bd0039-b20c-458e-9f60-213009d0bb6b" providerId="ADAL" clId="{E65F1428-E2CB-4128-952F-50A545DC1C99}" dt="2021-04-16T17:41:52.441" v="4120" actId="20577"/>
        <pc:sldMkLst>
          <pc:docMk/>
          <pc:sldMk cId="3938886328" sldId="2146848059"/>
        </pc:sldMkLst>
        <pc:spChg chg="mod">
          <ac:chgData name="Brown, Sally" userId="d1bd0039-b20c-458e-9f60-213009d0bb6b" providerId="ADAL" clId="{E65F1428-E2CB-4128-952F-50A545DC1C99}" dt="2021-04-16T17:41:52.441" v="4120" actId="20577"/>
          <ac:spMkLst>
            <pc:docMk/>
            <pc:sldMk cId="3938886328" sldId="2146848059"/>
            <ac:spMk id="27" creationId="{345C73EA-2CE9-4080-A00A-AAC1A8021970}"/>
          </ac:spMkLst>
        </pc:spChg>
      </pc:sldChg>
      <pc:sldChg chg="modNotesTx">
        <pc:chgData name="Brown, Sally" userId="d1bd0039-b20c-458e-9f60-213009d0bb6b" providerId="ADAL" clId="{E65F1428-E2CB-4128-952F-50A545DC1C99}" dt="2021-04-16T17:03:46.745" v="4030" actId="6549"/>
        <pc:sldMkLst>
          <pc:docMk/>
          <pc:sldMk cId="1567569447" sldId="2146848060"/>
        </pc:sldMkLst>
      </pc:sldChg>
      <pc:sldChg chg="modSp mod modNotesTx">
        <pc:chgData name="Brown, Sally" userId="d1bd0039-b20c-458e-9f60-213009d0bb6b" providerId="ADAL" clId="{E65F1428-E2CB-4128-952F-50A545DC1C99}" dt="2021-04-16T17:03:43.583" v="4029" actId="6549"/>
        <pc:sldMkLst>
          <pc:docMk/>
          <pc:sldMk cId="1797253987" sldId="2146848061"/>
        </pc:sldMkLst>
        <pc:spChg chg="mod">
          <ac:chgData name="Brown, Sally" userId="d1bd0039-b20c-458e-9f60-213009d0bb6b" providerId="ADAL" clId="{E65F1428-E2CB-4128-952F-50A545DC1C99}" dt="2021-04-15T21:19:57.858" v="1499" actId="14100"/>
          <ac:spMkLst>
            <pc:docMk/>
            <pc:sldMk cId="1797253987" sldId="2146848061"/>
            <ac:spMk id="23" creationId="{05511E36-8F5B-4D8D-A073-BCF7FB1AC508}"/>
          </ac:spMkLst>
        </pc:spChg>
      </pc:sldChg>
      <pc:sldChg chg="modNotesTx">
        <pc:chgData name="Brown, Sally" userId="d1bd0039-b20c-458e-9f60-213009d0bb6b" providerId="ADAL" clId="{E65F1428-E2CB-4128-952F-50A545DC1C99}" dt="2021-04-16T17:03:37.381" v="4028" actId="6549"/>
        <pc:sldMkLst>
          <pc:docMk/>
          <pc:sldMk cId="92841403" sldId="2146848062"/>
        </pc:sldMkLst>
      </pc:sldChg>
      <pc:sldChg chg="modNotesTx">
        <pc:chgData name="Brown, Sally" userId="d1bd0039-b20c-458e-9f60-213009d0bb6b" providerId="ADAL" clId="{E65F1428-E2CB-4128-952F-50A545DC1C99}" dt="2021-04-16T17:03:32.856" v="4027" actId="6549"/>
        <pc:sldMkLst>
          <pc:docMk/>
          <pc:sldMk cId="2590223489" sldId="2146848063"/>
        </pc:sldMkLst>
      </pc:sldChg>
      <pc:sldChg chg="modNotesTx">
        <pc:chgData name="Brown, Sally" userId="d1bd0039-b20c-458e-9f60-213009d0bb6b" providerId="ADAL" clId="{E65F1428-E2CB-4128-952F-50A545DC1C99}" dt="2021-04-16T13:26:36.137" v="2008" actId="20577"/>
        <pc:sldMkLst>
          <pc:docMk/>
          <pc:sldMk cId="4102771798" sldId="2146848064"/>
        </pc:sldMkLst>
      </pc:sldChg>
      <pc:sldChg chg="modNotesTx">
        <pc:chgData name="Brown, Sally" userId="d1bd0039-b20c-458e-9f60-213009d0bb6b" providerId="ADAL" clId="{E65F1428-E2CB-4128-952F-50A545DC1C99}" dt="2021-04-16T17:03:21.741" v="4026" actId="6549"/>
        <pc:sldMkLst>
          <pc:docMk/>
          <pc:sldMk cId="1104036909" sldId="2146848065"/>
        </pc:sldMkLst>
      </pc:sldChg>
      <pc:sldChg chg="modSp mod ord modNotesTx">
        <pc:chgData name="Brown, Sally" userId="d1bd0039-b20c-458e-9f60-213009d0bb6b" providerId="ADAL" clId="{E65F1428-E2CB-4128-952F-50A545DC1C99}" dt="2021-04-16T17:08:44.480" v="4046" actId="20577"/>
        <pc:sldMkLst>
          <pc:docMk/>
          <pc:sldMk cId="3055223639" sldId="2146848066"/>
        </pc:sldMkLst>
        <pc:spChg chg="mod">
          <ac:chgData name="Brown, Sally" userId="d1bd0039-b20c-458e-9f60-213009d0bb6b" providerId="ADAL" clId="{E65F1428-E2CB-4128-952F-50A545DC1C99}" dt="2021-04-16T17:08:44.480" v="4046" actId="20577"/>
          <ac:spMkLst>
            <pc:docMk/>
            <pc:sldMk cId="3055223639" sldId="2146848066"/>
            <ac:spMk id="6" creationId="{04B6E42B-57EE-446E-B03E-438A9C891905}"/>
          </ac:spMkLst>
        </pc:spChg>
      </pc:sldChg>
      <pc:sldChg chg="modSp mod modNotesTx">
        <pc:chgData name="Brown, Sally" userId="d1bd0039-b20c-458e-9f60-213009d0bb6b" providerId="ADAL" clId="{E65F1428-E2CB-4128-952F-50A545DC1C99}" dt="2021-04-16T14:25:21.235" v="2748" actId="20577"/>
        <pc:sldMkLst>
          <pc:docMk/>
          <pc:sldMk cId="3071186724" sldId="2146848077"/>
        </pc:sldMkLst>
        <pc:spChg chg="mod">
          <ac:chgData name="Brown, Sally" userId="d1bd0039-b20c-458e-9f60-213009d0bb6b" providerId="ADAL" clId="{E65F1428-E2CB-4128-952F-50A545DC1C99}" dt="2021-04-16T14:25:21.235" v="2748" actId="20577"/>
          <ac:spMkLst>
            <pc:docMk/>
            <pc:sldMk cId="3071186724" sldId="2146848077"/>
            <ac:spMk id="9" creationId="{33E75B0F-1EB6-4225-87A5-A72C1AE38EEE}"/>
          </ac:spMkLst>
        </pc:spChg>
      </pc:sldChg>
      <pc:sldChg chg="modSp mod modNotesTx">
        <pc:chgData name="Brown, Sally" userId="d1bd0039-b20c-458e-9f60-213009d0bb6b" providerId="ADAL" clId="{E65F1428-E2CB-4128-952F-50A545DC1C99}" dt="2021-04-16T14:22:46.793" v="2699" actId="20577"/>
        <pc:sldMkLst>
          <pc:docMk/>
          <pc:sldMk cId="1382408786" sldId="2146848078"/>
        </pc:sldMkLst>
        <pc:spChg chg="mod">
          <ac:chgData name="Brown, Sally" userId="d1bd0039-b20c-458e-9f60-213009d0bb6b" providerId="ADAL" clId="{E65F1428-E2CB-4128-952F-50A545DC1C99}" dt="2021-04-16T13:59:21.264" v="2631" actId="1076"/>
          <ac:spMkLst>
            <pc:docMk/>
            <pc:sldMk cId="1382408786" sldId="2146848078"/>
            <ac:spMk id="4" creationId="{C0B8799E-D38D-4EFD-8F46-C55476BB0770}"/>
          </ac:spMkLst>
        </pc:spChg>
        <pc:spChg chg="mod">
          <ac:chgData name="Brown, Sally" userId="d1bd0039-b20c-458e-9f60-213009d0bb6b" providerId="ADAL" clId="{E65F1428-E2CB-4128-952F-50A545DC1C99}" dt="2021-04-16T14:22:46.793" v="2699" actId="20577"/>
          <ac:spMkLst>
            <pc:docMk/>
            <pc:sldMk cId="1382408786" sldId="2146848078"/>
            <ac:spMk id="6" creationId="{1F7A0D26-FCF1-4858-88DF-3033FBC21236}"/>
          </ac:spMkLst>
        </pc:spChg>
        <pc:spChg chg="mod">
          <ac:chgData name="Brown, Sally" userId="d1bd0039-b20c-458e-9f60-213009d0bb6b" providerId="ADAL" clId="{E65F1428-E2CB-4128-952F-50A545DC1C99}" dt="2021-04-16T13:59:06.750" v="2629" actId="1076"/>
          <ac:spMkLst>
            <pc:docMk/>
            <pc:sldMk cId="1382408786" sldId="2146848078"/>
            <ac:spMk id="7" creationId="{C46FB094-A18A-40B2-A011-C2108772E095}"/>
          </ac:spMkLst>
        </pc:spChg>
        <pc:spChg chg="mod">
          <ac:chgData name="Brown, Sally" userId="d1bd0039-b20c-458e-9f60-213009d0bb6b" providerId="ADAL" clId="{E65F1428-E2CB-4128-952F-50A545DC1C99}" dt="2021-04-16T13:59:17.527" v="2630" actId="1076"/>
          <ac:spMkLst>
            <pc:docMk/>
            <pc:sldMk cId="1382408786" sldId="2146848078"/>
            <ac:spMk id="9" creationId="{2B8A1C41-63D5-491C-B9A3-3AB098C63F1C}"/>
          </ac:spMkLst>
        </pc:spChg>
        <pc:spChg chg="mod">
          <ac:chgData name="Brown, Sally" userId="d1bd0039-b20c-458e-9f60-213009d0bb6b" providerId="ADAL" clId="{E65F1428-E2CB-4128-952F-50A545DC1C99}" dt="2021-04-16T13:59:35.918" v="2632" actId="1076"/>
          <ac:spMkLst>
            <pc:docMk/>
            <pc:sldMk cId="1382408786" sldId="2146848078"/>
            <ac:spMk id="62" creationId="{155D5093-FD92-4C97-BD11-F2CBE922C6A0}"/>
          </ac:spMkLst>
        </pc:spChg>
      </pc:sldChg>
      <pc:sldChg chg="modSp mod modNotesTx">
        <pc:chgData name="Brown, Sally" userId="d1bd0039-b20c-458e-9f60-213009d0bb6b" providerId="ADAL" clId="{E65F1428-E2CB-4128-952F-50A545DC1C99}" dt="2021-04-16T17:47:00.315" v="4128" actId="20577"/>
        <pc:sldMkLst>
          <pc:docMk/>
          <pc:sldMk cId="1344230032" sldId="2146848079"/>
        </pc:sldMkLst>
        <pc:spChg chg="mod">
          <ac:chgData name="Brown, Sally" userId="d1bd0039-b20c-458e-9f60-213009d0bb6b" providerId="ADAL" clId="{E65F1428-E2CB-4128-952F-50A545DC1C99}" dt="2021-04-16T17:46:44.419" v="4124" actId="20577"/>
          <ac:spMkLst>
            <pc:docMk/>
            <pc:sldMk cId="1344230032" sldId="2146848079"/>
            <ac:spMk id="6" creationId="{8FBEBD6B-4BB9-496B-AD24-E727F61E0873}"/>
          </ac:spMkLst>
        </pc:spChg>
        <pc:spChg chg="mod">
          <ac:chgData name="Brown, Sally" userId="d1bd0039-b20c-458e-9f60-213009d0bb6b" providerId="ADAL" clId="{E65F1428-E2CB-4128-952F-50A545DC1C99}" dt="2021-04-16T17:46:51.747" v="4126" actId="20577"/>
          <ac:spMkLst>
            <pc:docMk/>
            <pc:sldMk cId="1344230032" sldId="2146848079"/>
            <ac:spMk id="7" creationId="{7C8A29F5-34CD-4451-8A56-46B5567EE94E}"/>
          </ac:spMkLst>
        </pc:spChg>
      </pc:sldChg>
      <pc:sldChg chg="modSp mod">
        <pc:chgData name="Brown, Sally" userId="d1bd0039-b20c-458e-9f60-213009d0bb6b" providerId="ADAL" clId="{E65F1428-E2CB-4128-952F-50A545DC1C99}" dt="2021-04-16T17:47:17.348" v="4130" actId="20577"/>
        <pc:sldMkLst>
          <pc:docMk/>
          <pc:sldMk cId="991568047" sldId="2146848081"/>
        </pc:sldMkLst>
        <pc:spChg chg="mod">
          <ac:chgData name="Brown, Sally" userId="d1bd0039-b20c-458e-9f60-213009d0bb6b" providerId="ADAL" clId="{E65F1428-E2CB-4128-952F-50A545DC1C99}" dt="2021-04-16T17:47:17.348" v="4130" actId="20577"/>
          <ac:spMkLst>
            <pc:docMk/>
            <pc:sldMk cId="991568047" sldId="2146848081"/>
            <ac:spMk id="10" creationId="{EECA1304-B16D-4F23-A68C-C4E0035894E3}"/>
          </ac:spMkLst>
        </pc:spChg>
      </pc:sldChg>
      <pc:sldChg chg="addSp delSp modSp mod">
        <pc:chgData name="Brown, Sally" userId="d1bd0039-b20c-458e-9f60-213009d0bb6b" providerId="ADAL" clId="{E65F1428-E2CB-4128-952F-50A545DC1C99}" dt="2021-04-16T17:49:44.115" v="4149" actId="20577"/>
        <pc:sldMkLst>
          <pc:docMk/>
          <pc:sldMk cId="2661023269" sldId="2146848083"/>
        </pc:sldMkLst>
        <pc:spChg chg="del">
          <ac:chgData name="Brown, Sally" userId="d1bd0039-b20c-458e-9f60-213009d0bb6b" providerId="ADAL" clId="{E65F1428-E2CB-4128-952F-50A545DC1C99}" dt="2021-04-16T14:19:11.418" v="2636" actId="478"/>
          <ac:spMkLst>
            <pc:docMk/>
            <pc:sldMk cId="2661023269" sldId="2146848083"/>
            <ac:spMk id="4" creationId="{C0B8799E-D38D-4EFD-8F46-C55476BB0770}"/>
          </ac:spMkLst>
        </pc:spChg>
        <pc:spChg chg="del mod">
          <ac:chgData name="Brown, Sally" userId="d1bd0039-b20c-458e-9f60-213009d0bb6b" providerId="ADAL" clId="{E65F1428-E2CB-4128-952F-50A545DC1C99}" dt="2021-04-16T14:19:11.418" v="2636" actId="478"/>
          <ac:spMkLst>
            <pc:docMk/>
            <pc:sldMk cId="2661023269" sldId="2146848083"/>
            <ac:spMk id="6" creationId="{1F7A0D26-FCF1-4858-88DF-3033FBC21236}"/>
          </ac:spMkLst>
        </pc:spChg>
        <pc:spChg chg="del mod">
          <ac:chgData name="Brown, Sally" userId="d1bd0039-b20c-458e-9f60-213009d0bb6b" providerId="ADAL" clId="{E65F1428-E2CB-4128-952F-50A545DC1C99}" dt="2021-04-16T14:19:11.418" v="2636" actId="478"/>
          <ac:spMkLst>
            <pc:docMk/>
            <pc:sldMk cId="2661023269" sldId="2146848083"/>
            <ac:spMk id="7" creationId="{C46FB094-A18A-40B2-A011-C2108772E095}"/>
          </ac:spMkLst>
        </pc:spChg>
        <pc:spChg chg="del mod">
          <ac:chgData name="Brown, Sally" userId="d1bd0039-b20c-458e-9f60-213009d0bb6b" providerId="ADAL" clId="{E65F1428-E2CB-4128-952F-50A545DC1C99}" dt="2021-04-16T14:19:11.418" v="2636" actId="478"/>
          <ac:spMkLst>
            <pc:docMk/>
            <pc:sldMk cId="2661023269" sldId="2146848083"/>
            <ac:spMk id="9" creationId="{2B8A1C41-63D5-491C-B9A3-3AB098C63F1C}"/>
          </ac:spMkLst>
        </pc:spChg>
        <pc:spChg chg="del">
          <ac:chgData name="Brown, Sally" userId="d1bd0039-b20c-458e-9f60-213009d0bb6b" providerId="ADAL" clId="{E65F1428-E2CB-4128-952F-50A545DC1C99}" dt="2021-04-16T14:19:11.418" v="2636" actId="478"/>
          <ac:spMkLst>
            <pc:docMk/>
            <pc:sldMk cId="2661023269" sldId="2146848083"/>
            <ac:spMk id="62" creationId="{155D5093-FD92-4C97-BD11-F2CBE922C6A0}"/>
          </ac:spMkLst>
        </pc:spChg>
        <pc:spChg chg="add mod">
          <ac:chgData name="Brown, Sally" userId="d1bd0039-b20c-458e-9f60-213009d0bb6b" providerId="ADAL" clId="{E65F1428-E2CB-4128-952F-50A545DC1C99}" dt="2021-04-16T14:19:16.152" v="2637"/>
          <ac:spMkLst>
            <pc:docMk/>
            <pc:sldMk cId="2661023269" sldId="2146848083"/>
            <ac:spMk id="63" creationId="{E5660681-EE55-431C-81D9-C42831555952}"/>
          </ac:spMkLst>
        </pc:spChg>
        <pc:spChg chg="add mod">
          <ac:chgData name="Brown, Sally" userId="d1bd0039-b20c-458e-9f60-213009d0bb6b" providerId="ADAL" clId="{E65F1428-E2CB-4128-952F-50A545DC1C99}" dt="2021-04-16T14:19:16.152" v="2637"/>
          <ac:spMkLst>
            <pc:docMk/>
            <pc:sldMk cId="2661023269" sldId="2146848083"/>
            <ac:spMk id="64" creationId="{2292B3D6-C38F-4954-856B-14FF40FDFD0C}"/>
          </ac:spMkLst>
        </pc:spChg>
        <pc:spChg chg="add mod">
          <ac:chgData name="Brown, Sally" userId="d1bd0039-b20c-458e-9f60-213009d0bb6b" providerId="ADAL" clId="{E65F1428-E2CB-4128-952F-50A545DC1C99}" dt="2021-04-16T14:19:16.152" v="2637"/>
          <ac:spMkLst>
            <pc:docMk/>
            <pc:sldMk cId="2661023269" sldId="2146848083"/>
            <ac:spMk id="65" creationId="{27DEDEE5-D8B3-4D29-8397-0D1EE000FCEE}"/>
          </ac:spMkLst>
        </pc:spChg>
        <pc:spChg chg="add mod">
          <ac:chgData name="Brown, Sally" userId="d1bd0039-b20c-458e-9f60-213009d0bb6b" providerId="ADAL" clId="{E65F1428-E2CB-4128-952F-50A545DC1C99}" dt="2021-04-16T17:49:44.115" v="4149" actId="20577"/>
          <ac:spMkLst>
            <pc:docMk/>
            <pc:sldMk cId="2661023269" sldId="2146848083"/>
            <ac:spMk id="66" creationId="{F8DDEC62-250A-4F3C-8C4B-66F392198EF3}"/>
          </ac:spMkLst>
        </pc:spChg>
        <pc:spChg chg="add mod">
          <ac:chgData name="Brown, Sally" userId="d1bd0039-b20c-458e-9f60-213009d0bb6b" providerId="ADAL" clId="{E65F1428-E2CB-4128-952F-50A545DC1C99}" dt="2021-04-16T14:19:16.152" v="2637"/>
          <ac:spMkLst>
            <pc:docMk/>
            <pc:sldMk cId="2661023269" sldId="2146848083"/>
            <ac:spMk id="67" creationId="{996DA0B0-7B2D-420A-BECF-5F9D74F83BA7}"/>
          </ac:spMkLst>
        </pc:spChg>
        <pc:spChg chg="add mod">
          <ac:chgData name="Brown, Sally" userId="d1bd0039-b20c-458e-9f60-213009d0bb6b" providerId="ADAL" clId="{E65F1428-E2CB-4128-952F-50A545DC1C99}" dt="2021-04-16T14:19:16.152" v="2637"/>
          <ac:spMkLst>
            <pc:docMk/>
            <pc:sldMk cId="2661023269" sldId="2146848083"/>
            <ac:spMk id="68" creationId="{FFBCFFB1-A5D2-43F6-997F-ABBC51C50646}"/>
          </ac:spMkLst>
        </pc:spChg>
      </pc:sldChg>
      <pc:sldChg chg="modSp mod">
        <pc:chgData name="Brown, Sally" userId="d1bd0039-b20c-458e-9f60-213009d0bb6b" providerId="ADAL" clId="{E65F1428-E2CB-4128-952F-50A545DC1C99}" dt="2021-04-16T14:29:54.027" v="2808" actId="14100"/>
        <pc:sldMkLst>
          <pc:docMk/>
          <pc:sldMk cId="2271176017" sldId="2146848084"/>
        </pc:sldMkLst>
        <pc:spChg chg="mod">
          <ac:chgData name="Brown, Sally" userId="d1bd0039-b20c-458e-9f60-213009d0bb6b" providerId="ADAL" clId="{E65F1428-E2CB-4128-952F-50A545DC1C99}" dt="2021-04-16T14:29:54.027" v="2808" actId="14100"/>
          <ac:spMkLst>
            <pc:docMk/>
            <pc:sldMk cId="2271176017" sldId="2146848084"/>
            <ac:spMk id="3" creationId="{7A7F4E35-DE7D-4A07-B196-A9CEF0846655}"/>
          </ac:spMkLst>
        </pc:spChg>
        <pc:grpChg chg="mod">
          <ac:chgData name="Brown, Sally" userId="d1bd0039-b20c-458e-9f60-213009d0bb6b" providerId="ADAL" clId="{E65F1428-E2CB-4128-952F-50A545DC1C99}" dt="2021-04-16T14:29:43.212" v="2807" actId="1076"/>
          <ac:grpSpMkLst>
            <pc:docMk/>
            <pc:sldMk cId="2271176017" sldId="2146848084"/>
            <ac:grpSpMk id="10" creationId="{8DAD8965-6C5D-4468-B8E6-73D4BA3E8B90}"/>
          </ac:grpSpMkLst>
        </pc:grpChg>
      </pc:sldChg>
      <pc:sldChg chg="addSp delSp modSp mod">
        <pc:chgData name="Brown, Sally" userId="d1bd0039-b20c-458e-9f60-213009d0bb6b" providerId="ADAL" clId="{E65F1428-E2CB-4128-952F-50A545DC1C99}" dt="2021-04-17T02:21:31.536" v="6025"/>
        <pc:sldMkLst>
          <pc:docMk/>
          <pc:sldMk cId="2291288221" sldId="2146848094"/>
        </pc:sldMkLst>
        <pc:spChg chg="mod">
          <ac:chgData name="Brown, Sally" userId="d1bd0039-b20c-458e-9f60-213009d0bb6b" providerId="ADAL" clId="{E65F1428-E2CB-4128-952F-50A545DC1C99}" dt="2021-04-17T02:20:01.567" v="6005" actId="14100"/>
          <ac:spMkLst>
            <pc:docMk/>
            <pc:sldMk cId="2291288221" sldId="2146848094"/>
            <ac:spMk id="4" creationId="{11BD94AB-D321-480F-A100-37E7C0672A92}"/>
          </ac:spMkLst>
        </pc:spChg>
        <pc:spChg chg="add del mod">
          <ac:chgData name="Brown, Sally" userId="d1bd0039-b20c-458e-9f60-213009d0bb6b" providerId="ADAL" clId="{E65F1428-E2CB-4128-952F-50A545DC1C99}" dt="2021-04-17T02:21:31.536" v="6025"/>
          <ac:spMkLst>
            <pc:docMk/>
            <pc:sldMk cId="2291288221" sldId="2146848094"/>
            <ac:spMk id="11" creationId="{059EC77E-74A5-4FB7-893A-94F8A03BD6BD}"/>
          </ac:spMkLst>
        </pc:spChg>
        <pc:grpChg chg="mod">
          <ac:chgData name="Brown, Sally" userId="d1bd0039-b20c-458e-9f60-213009d0bb6b" providerId="ADAL" clId="{E65F1428-E2CB-4128-952F-50A545DC1C99}" dt="2021-04-17T02:21:07.377" v="6019" actId="1036"/>
          <ac:grpSpMkLst>
            <pc:docMk/>
            <pc:sldMk cId="2291288221" sldId="2146848094"/>
            <ac:grpSpMk id="8" creationId="{331B3D1C-5F4F-4DFA-BFDE-FE7BF57CF587}"/>
          </ac:grpSpMkLst>
        </pc:grpChg>
      </pc:sldChg>
      <pc:sldChg chg="addSp delSp modSp mod delCm">
        <pc:chgData name="Brown, Sally" userId="d1bd0039-b20c-458e-9f60-213009d0bb6b" providerId="ADAL" clId="{E65F1428-E2CB-4128-952F-50A545DC1C99}" dt="2021-04-16T21:22:34.954" v="5297" actId="1076"/>
        <pc:sldMkLst>
          <pc:docMk/>
          <pc:sldMk cId="2122147425" sldId="2146848095"/>
        </pc:sldMkLst>
        <pc:spChg chg="del mod">
          <ac:chgData name="Brown, Sally" userId="d1bd0039-b20c-458e-9f60-213009d0bb6b" providerId="ADAL" clId="{E65F1428-E2CB-4128-952F-50A545DC1C99}" dt="2021-04-16T18:07:33.733" v="4386" actId="478"/>
          <ac:spMkLst>
            <pc:docMk/>
            <pc:sldMk cId="2122147425" sldId="2146848095"/>
            <ac:spMk id="4" creationId="{87C18DB5-39FE-46DB-8E77-11522E2C87DA}"/>
          </ac:spMkLst>
        </pc:spChg>
        <pc:spChg chg="mod">
          <ac:chgData name="Brown, Sally" userId="d1bd0039-b20c-458e-9f60-213009d0bb6b" providerId="ADAL" clId="{E65F1428-E2CB-4128-952F-50A545DC1C99}" dt="2021-04-15T21:27:54.060" v="1524" actId="20577"/>
          <ac:spMkLst>
            <pc:docMk/>
            <pc:sldMk cId="2122147425" sldId="2146848095"/>
            <ac:spMk id="7" creationId="{862B2210-13BE-4B7E-A02C-8BE5E71EB4E7}"/>
          </ac:spMkLst>
        </pc:spChg>
        <pc:spChg chg="del">
          <ac:chgData name="Brown, Sally" userId="d1bd0039-b20c-458e-9f60-213009d0bb6b" providerId="ADAL" clId="{E65F1428-E2CB-4128-952F-50A545DC1C99}" dt="2021-04-16T18:07:33.733" v="4386" actId="478"/>
          <ac:spMkLst>
            <pc:docMk/>
            <pc:sldMk cId="2122147425" sldId="2146848095"/>
            <ac:spMk id="9" creationId="{E39D6919-FA66-44FF-8337-AF0055E044A2}"/>
          </ac:spMkLst>
        </pc:spChg>
        <pc:spChg chg="add mod">
          <ac:chgData name="Brown, Sally" userId="d1bd0039-b20c-458e-9f60-213009d0bb6b" providerId="ADAL" clId="{E65F1428-E2CB-4128-952F-50A545DC1C99}" dt="2021-04-16T18:07:34.821" v="4387"/>
          <ac:spMkLst>
            <pc:docMk/>
            <pc:sldMk cId="2122147425" sldId="2146848095"/>
            <ac:spMk id="13" creationId="{05EE6E40-C8BB-4630-ACCF-ABBB131129BD}"/>
          </ac:spMkLst>
        </pc:spChg>
        <pc:spChg chg="add mod">
          <ac:chgData name="Brown, Sally" userId="d1bd0039-b20c-458e-9f60-213009d0bb6b" providerId="ADAL" clId="{E65F1428-E2CB-4128-952F-50A545DC1C99}" dt="2021-04-16T18:11:05.252" v="4497" actId="20577"/>
          <ac:spMkLst>
            <pc:docMk/>
            <pc:sldMk cId="2122147425" sldId="2146848095"/>
            <ac:spMk id="15" creationId="{A94E5347-168F-45FB-A093-606CEF8E7C90}"/>
          </ac:spMkLst>
        </pc:spChg>
        <pc:grpChg chg="mod">
          <ac:chgData name="Brown, Sally" userId="d1bd0039-b20c-458e-9f60-213009d0bb6b" providerId="ADAL" clId="{E65F1428-E2CB-4128-952F-50A545DC1C99}" dt="2021-04-16T21:22:34.954" v="5297" actId="1076"/>
          <ac:grpSpMkLst>
            <pc:docMk/>
            <pc:sldMk cId="2122147425" sldId="2146848095"/>
            <ac:grpSpMk id="10" creationId="{73CB305D-75A2-4F38-B760-EC4B75987B47}"/>
          </ac:grpSpMkLst>
        </pc:grpChg>
      </pc:sldChg>
      <pc:sldChg chg="addSp delSp modSp mod modNotesTx">
        <pc:chgData name="Brown, Sally" userId="d1bd0039-b20c-458e-9f60-213009d0bb6b" providerId="ADAL" clId="{E65F1428-E2CB-4128-952F-50A545DC1C99}" dt="2021-04-17T02:21:55.050" v="6031" actId="20577"/>
        <pc:sldMkLst>
          <pc:docMk/>
          <pc:sldMk cId="2833552387" sldId="2146848098"/>
        </pc:sldMkLst>
        <pc:spChg chg="del mod">
          <ac:chgData name="Brown, Sally" userId="d1bd0039-b20c-458e-9f60-213009d0bb6b" providerId="ADAL" clId="{E65F1428-E2CB-4128-952F-50A545DC1C99}" dt="2021-04-17T02:20:12.530" v="6006" actId="478"/>
          <ac:spMkLst>
            <pc:docMk/>
            <pc:sldMk cId="2833552387" sldId="2146848098"/>
            <ac:spMk id="4" creationId="{11BD94AB-D321-480F-A100-37E7C0672A92}"/>
          </ac:spMkLst>
        </pc:spChg>
        <pc:spChg chg="mod">
          <ac:chgData name="Brown, Sally" userId="d1bd0039-b20c-458e-9f60-213009d0bb6b" providerId="ADAL" clId="{E65F1428-E2CB-4128-952F-50A545DC1C99}" dt="2021-04-17T02:21:55.050" v="6031" actId="20577"/>
          <ac:spMkLst>
            <pc:docMk/>
            <pc:sldMk cId="2833552387" sldId="2146848098"/>
            <ac:spMk id="7" creationId="{862B2210-13BE-4B7E-A02C-8BE5E71EB4E7}"/>
          </ac:spMkLst>
        </pc:spChg>
        <pc:spChg chg="add mod">
          <ac:chgData name="Brown, Sally" userId="d1bd0039-b20c-458e-9f60-213009d0bb6b" providerId="ADAL" clId="{E65F1428-E2CB-4128-952F-50A545DC1C99}" dt="2021-04-17T02:20:38.376" v="6011" actId="14429"/>
          <ac:spMkLst>
            <pc:docMk/>
            <pc:sldMk cId="2833552387" sldId="2146848098"/>
            <ac:spMk id="11" creationId="{41AF1C1E-9DAD-4B26-9507-4E2BE8F272BE}"/>
          </ac:spMkLst>
        </pc:spChg>
        <pc:spChg chg="mod">
          <ac:chgData name="Brown, Sally" userId="d1bd0039-b20c-458e-9f60-213009d0bb6b" providerId="ADAL" clId="{E65F1428-E2CB-4128-952F-50A545DC1C99}" dt="2021-04-17T02:21:40.872" v="6027"/>
          <ac:spMkLst>
            <pc:docMk/>
            <pc:sldMk cId="2833552387" sldId="2146848098"/>
            <ac:spMk id="13" creationId="{2AD756A8-55CF-41D9-BCD4-3AC197DFCF6E}"/>
          </ac:spMkLst>
        </pc:spChg>
        <pc:grpChg chg="del mod">
          <ac:chgData name="Brown, Sally" userId="d1bd0039-b20c-458e-9f60-213009d0bb6b" providerId="ADAL" clId="{E65F1428-E2CB-4128-952F-50A545DC1C99}" dt="2021-04-17T02:21:40.112" v="6026" actId="478"/>
          <ac:grpSpMkLst>
            <pc:docMk/>
            <pc:sldMk cId="2833552387" sldId="2146848098"/>
            <ac:grpSpMk id="8" creationId="{331B3D1C-5F4F-4DFA-BFDE-FE7BF57CF587}"/>
          </ac:grpSpMkLst>
        </pc:grpChg>
        <pc:grpChg chg="add mod">
          <ac:chgData name="Brown, Sally" userId="d1bd0039-b20c-458e-9f60-213009d0bb6b" providerId="ADAL" clId="{E65F1428-E2CB-4128-952F-50A545DC1C99}" dt="2021-04-17T02:21:40.872" v="6027"/>
          <ac:grpSpMkLst>
            <pc:docMk/>
            <pc:sldMk cId="2833552387" sldId="2146848098"/>
            <ac:grpSpMk id="12" creationId="{C6818F70-9A8B-4824-9FAD-11E340A1C76A}"/>
          </ac:grpSpMkLst>
        </pc:grpChg>
        <pc:picChg chg="mod">
          <ac:chgData name="Brown, Sally" userId="d1bd0039-b20c-458e-9f60-213009d0bb6b" providerId="ADAL" clId="{E65F1428-E2CB-4128-952F-50A545DC1C99}" dt="2021-04-17T02:21:40.872" v="6027"/>
          <ac:picMkLst>
            <pc:docMk/>
            <pc:sldMk cId="2833552387" sldId="2146848098"/>
            <ac:picMk id="15" creationId="{0E4A9AE9-89DF-4DA8-9131-6E5C4B30052D}"/>
          </ac:picMkLst>
        </pc:picChg>
      </pc:sldChg>
      <pc:sldChg chg="modSp mod modNotesTx">
        <pc:chgData name="Brown, Sally" userId="d1bd0039-b20c-458e-9f60-213009d0bb6b" providerId="ADAL" clId="{E65F1428-E2CB-4128-952F-50A545DC1C99}" dt="2021-04-16T17:59:52.204" v="4224" actId="20577"/>
        <pc:sldMkLst>
          <pc:docMk/>
          <pc:sldMk cId="2203137780" sldId="2146848099"/>
        </pc:sldMkLst>
        <pc:spChg chg="mod">
          <ac:chgData name="Brown, Sally" userId="d1bd0039-b20c-458e-9f60-213009d0bb6b" providerId="ADAL" clId="{E65F1428-E2CB-4128-952F-50A545DC1C99}" dt="2021-04-16T17:59:31.985" v="4205" actId="6549"/>
          <ac:spMkLst>
            <pc:docMk/>
            <pc:sldMk cId="2203137780" sldId="2146848099"/>
            <ac:spMk id="13" creationId="{DB16B56F-6BF5-46D8-851D-BC4040E548E4}"/>
          </ac:spMkLst>
        </pc:spChg>
      </pc:sldChg>
      <pc:sldChg chg="modNotesTx">
        <pc:chgData name="Brown, Sally" userId="d1bd0039-b20c-458e-9f60-213009d0bb6b" providerId="ADAL" clId="{E65F1428-E2CB-4128-952F-50A545DC1C99}" dt="2021-04-16T17:10:59.074" v="4059" actId="20577"/>
        <pc:sldMkLst>
          <pc:docMk/>
          <pc:sldMk cId="4092349712" sldId="2146848100"/>
        </pc:sldMkLst>
      </pc:sldChg>
      <pc:sldChg chg="modSp del mod modTransition modNotesTx">
        <pc:chgData name="Brown, Sally" userId="d1bd0039-b20c-458e-9f60-213009d0bb6b" providerId="ADAL" clId="{E65F1428-E2CB-4128-952F-50A545DC1C99}" dt="2021-04-16T19:57:19.464" v="5111" actId="2696"/>
        <pc:sldMkLst>
          <pc:docMk/>
          <pc:sldMk cId="328354610" sldId="2146848101"/>
        </pc:sldMkLst>
        <pc:spChg chg="mod">
          <ac:chgData name="Brown, Sally" userId="d1bd0039-b20c-458e-9f60-213009d0bb6b" providerId="ADAL" clId="{E65F1428-E2CB-4128-952F-50A545DC1C99}" dt="2021-04-16T14:42:51.662" v="3023" actId="20577"/>
          <ac:spMkLst>
            <pc:docMk/>
            <pc:sldMk cId="328354610" sldId="2146848101"/>
            <ac:spMk id="6" creationId="{8FBEBD6B-4BB9-496B-AD24-E727F61E0873}"/>
          </ac:spMkLst>
        </pc:spChg>
        <pc:spChg chg="mod">
          <ac:chgData name="Brown, Sally" userId="d1bd0039-b20c-458e-9f60-213009d0bb6b" providerId="ADAL" clId="{E65F1428-E2CB-4128-952F-50A545DC1C99}" dt="2021-04-16T14:43:05.447" v="3051" actId="20577"/>
          <ac:spMkLst>
            <pc:docMk/>
            <pc:sldMk cId="328354610" sldId="2146848101"/>
            <ac:spMk id="7" creationId="{7C8A29F5-34CD-4451-8A56-46B5567EE94E}"/>
          </ac:spMkLst>
        </pc:spChg>
      </pc:sldChg>
      <pc:sldChg chg="addSp delSp modSp mod modNotesTx">
        <pc:chgData name="Brown, Sally" userId="d1bd0039-b20c-458e-9f60-213009d0bb6b" providerId="ADAL" clId="{E65F1428-E2CB-4128-952F-50A545DC1C99}" dt="2021-04-16T18:13:01.996" v="4502" actId="6549"/>
        <pc:sldMkLst>
          <pc:docMk/>
          <pc:sldMk cId="1599085730" sldId="2146848102"/>
        </pc:sldMkLst>
        <pc:spChg chg="del mod">
          <ac:chgData name="Brown, Sally" userId="d1bd0039-b20c-458e-9f60-213009d0bb6b" providerId="ADAL" clId="{E65F1428-E2CB-4128-952F-50A545DC1C99}" dt="2021-04-15T21:28:49.212" v="1530" actId="478"/>
          <ac:spMkLst>
            <pc:docMk/>
            <pc:sldMk cId="1599085730" sldId="2146848102"/>
            <ac:spMk id="4" creationId="{87C18DB5-39FE-46DB-8E77-11522E2C87DA}"/>
          </ac:spMkLst>
        </pc:spChg>
        <pc:spChg chg="mod">
          <ac:chgData name="Brown, Sally" userId="d1bd0039-b20c-458e-9f60-213009d0bb6b" providerId="ADAL" clId="{E65F1428-E2CB-4128-952F-50A545DC1C99}" dt="2021-04-15T21:27:26.179" v="1516" actId="20577"/>
          <ac:spMkLst>
            <pc:docMk/>
            <pc:sldMk cId="1599085730" sldId="2146848102"/>
            <ac:spMk id="7" creationId="{862B2210-13BE-4B7E-A02C-8BE5E71EB4E7}"/>
          </ac:spMkLst>
        </pc:spChg>
        <pc:spChg chg="del">
          <ac:chgData name="Brown, Sally" userId="d1bd0039-b20c-458e-9f60-213009d0bb6b" providerId="ADAL" clId="{E65F1428-E2CB-4128-952F-50A545DC1C99}" dt="2021-04-15T21:28:51.144" v="1531" actId="478"/>
          <ac:spMkLst>
            <pc:docMk/>
            <pc:sldMk cId="1599085730" sldId="2146848102"/>
            <ac:spMk id="9" creationId="{E39D6919-FA66-44FF-8337-AF0055E044A2}"/>
          </ac:spMkLst>
        </pc:spChg>
        <pc:spChg chg="add mod">
          <ac:chgData name="Brown, Sally" userId="d1bd0039-b20c-458e-9f60-213009d0bb6b" providerId="ADAL" clId="{E65F1428-E2CB-4128-952F-50A545DC1C99}" dt="2021-04-16T18:06:58.454" v="4385" actId="1076"/>
          <ac:spMkLst>
            <pc:docMk/>
            <pc:sldMk cId="1599085730" sldId="2146848102"/>
            <ac:spMk id="13" creationId="{BBE4489E-2055-4C42-9C09-B8F7479F2D6B}"/>
          </ac:spMkLst>
        </pc:spChg>
        <pc:spChg chg="add mod">
          <ac:chgData name="Brown, Sally" userId="d1bd0039-b20c-458e-9f60-213009d0bb6b" providerId="ADAL" clId="{E65F1428-E2CB-4128-952F-50A545DC1C99}" dt="2021-04-16T18:11:37.019" v="4498" actId="20577"/>
          <ac:spMkLst>
            <pc:docMk/>
            <pc:sldMk cId="1599085730" sldId="2146848102"/>
            <ac:spMk id="15" creationId="{66677156-97DF-4BE6-8CFD-A39A0C540915}"/>
          </ac:spMkLst>
        </pc:spChg>
        <pc:grpChg chg="mod">
          <ac:chgData name="Brown, Sally" userId="d1bd0039-b20c-458e-9f60-213009d0bb6b" providerId="ADAL" clId="{E65F1428-E2CB-4128-952F-50A545DC1C99}" dt="2021-04-16T18:12:39.001" v="4501" actId="1076"/>
          <ac:grpSpMkLst>
            <pc:docMk/>
            <pc:sldMk cId="1599085730" sldId="2146848102"/>
            <ac:grpSpMk id="10" creationId="{15C2A148-8BE1-4A58-A713-0736E28FACD8}"/>
          </ac:grpSpMkLst>
        </pc:grpChg>
      </pc:sldChg>
      <pc:sldChg chg="modNotesTx">
        <pc:chgData name="Brown, Sally" userId="d1bd0039-b20c-458e-9f60-213009d0bb6b" providerId="ADAL" clId="{E65F1428-E2CB-4128-952F-50A545DC1C99}" dt="2021-04-16T18:29:28.261" v="5081" actId="6549"/>
        <pc:sldMkLst>
          <pc:docMk/>
          <pc:sldMk cId="405062400" sldId="2146848105"/>
        </pc:sldMkLst>
      </pc:sldChg>
      <pc:sldChg chg="modNotesTx">
        <pc:chgData name="Brown, Sally" userId="d1bd0039-b20c-458e-9f60-213009d0bb6b" providerId="ADAL" clId="{E65F1428-E2CB-4128-952F-50A545DC1C99}" dt="2021-04-16T17:11:21.342" v="4063" actId="20577"/>
        <pc:sldMkLst>
          <pc:docMk/>
          <pc:sldMk cId="2375665536" sldId="2146848106"/>
        </pc:sldMkLst>
      </pc:sldChg>
      <pc:sldChg chg="modNotesTx">
        <pc:chgData name="Brown, Sally" userId="d1bd0039-b20c-458e-9f60-213009d0bb6b" providerId="ADAL" clId="{E65F1428-E2CB-4128-952F-50A545DC1C99}" dt="2021-04-16T17:11:28.390" v="4064" actId="6549"/>
        <pc:sldMkLst>
          <pc:docMk/>
          <pc:sldMk cId="1775623668" sldId="2146848107"/>
        </pc:sldMkLst>
      </pc:sldChg>
      <pc:sldChg chg="delCm modNotesTx">
        <pc:chgData name="Brown, Sally" userId="d1bd0039-b20c-458e-9f60-213009d0bb6b" providerId="ADAL" clId="{E65F1428-E2CB-4128-952F-50A545DC1C99}" dt="2021-04-16T17:11:33.063" v="4065" actId="6549"/>
        <pc:sldMkLst>
          <pc:docMk/>
          <pc:sldMk cId="2023408038" sldId="2146848108"/>
        </pc:sldMkLst>
      </pc:sldChg>
      <pc:sldChg chg="del">
        <pc:chgData name="Brown, Sally" userId="d1bd0039-b20c-458e-9f60-213009d0bb6b" providerId="ADAL" clId="{E65F1428-E2CB-4128-952F-50A545DC1C99}" dt="2021-04-17T01:43:45.555" v="5737" actId="2696"/>
        <pc:sldMkLst>
          <pc:docMk/>
          <pc:sldMk cId="4170464481" sldId="2146848157"/>
        </pc:sldMkLst>
      </pc:sldChg>
      <pc:sldChg chg="modSp mod modNotesTx">
        <pc:chgData name="Brown, Sally" userId="d1bd0039-b20c-458e-9f60-213009d0bb6b" providerId="ADAL" clId="{E65F1428-E2CB-4128-952F-50A545DC1C99}" dt="2021-04-16T20:10:58.695" v="5173" actId="33524"/>
        <pc:sldMkLst>
          <pc:docMk/>
          <pc:sldMk cId="3562295947" sldId="2146848160"/>
        </pc:sldMkLst>
        <pc:spChg chg="mod">
          <ac:chgData name="Brown, Sally" userId="d1bd0039-b20c-458e-9f60-213009d0bb6b" providerId="ADAL" clId="{E65F1428-E2CB-4128-952F-50A545DC1C99}" dt="2021-04-16T19:54:45.408" v="5110" actId="20577"/>
          <ac:spMkLst>
            <pc:docMk/>
            <pc:sldMk cId="3562295947" sldId="2146848160"/>
            <ac:spMk id="9" creationId="{955CBA6F-BA12-460C-AF5D-896BCCCAC5D3}"/>
          </ac:spMkLst>
        </pc:spChg>
      </pc:sldChg>
      <pc:sldChg chg="modSp mod modNotesTx">
        <pc:chgData name="Brown, Sally" userId="d1bd0039-b20c-458e-9f60-213009d0bb6b" providerId="ADAL" clId="{E65F1428-E2CB-4128-952F-50A545DC1C99}" dt="2021-04-16T19:53:03.944" v="5098" actId="20577"/>
        <pc:sldMkLst>
          <pc:docMk/>
          <pc:sldMk cId="1659126778" sldId="2146848163"/>
        </pc:sldMkLst>
        <pc:spChg chg="mod">
          <ac:chgData name="Brown, Sally" userId="d1bd0039-b20c-458e-9f60-213009d0bb6b" providerId="ADAL" clId="{E65F1428-E2CB-4128-952F-50A545DC1C99}" dt="2021-04-16T19:53:03.944" v="5098" actId="20577"/>
          <ac:spMkLst>
            <pc:docMk/>
            <pc:sldMk cId="1659126778" sldId="2146848163"/>
            <ac:spMk id="9" creationId="{955CBA6F-BA12-460C-AF5D-896BCCCAC5D3}"/>
          </ac:spMkLst>
        </pc:spChg>
      </pc:sldChg>
      <pc:sldChg chg="add del">
        <pc:chgData name="Brown, Sally" userId="d1bd0039-b20c-458e-9f60-213009d0bb6b" providerId="ADAL" clId="{E65F1428-E2CB-4128-952F-50A545DC1C99}" dt="2021-04-15T20:49:02.871" v="1064" actId="2696"/>
        <pc:sldMkLst>
          <pc:docMk/>
          <pc:sldMk cId="2615060857" sldId="2146848188"/>
        </pc:sldMkLst>
      </pc:sldChg>
      <pc:sldChg chg="modNotesTx">
        <pc:chgData name="Brown, Sally" userId="d1bd0039-b20c-458e-9f60-213009d0bb6b" providerId="ADAL" clId="{E65F1428-E2CB-4128-952F-50A545DC1C99}" dt="2021-04-16T17:05:25.129" v="4038" actId="20577"/>
        <pc:sldMkLst>
          <pc:docMk/>
          <pc:sldMk cId="2984313924" sldId="2146848189"/>
        </pc:sldMkLst>
      </pc:sldChg>
      <pc:sldChg chg="modNotesTx">
        <pc:chgData name="Brown, Sally" userId="d1bd0039-b20c-458e-9f60-213009d0bb6b" providerId="ADAL" clId="{E65F1428-E2CB-4128-952F-50A545DC1C99}" dt="2021-04-16T17:07:50.988" v="4044" actId="113"/>
        <pc:sldMkLst>
          <pc:docMk/>
          <pc:sldMk cId="3410856480" sldId="2146848192"/>
        </pc:sldMkLst>
      </pc:sldChg>
      <pc:sldChg chg="modNotesTx">
        <pc:chgData name="Brown, Sally" userId="d1bd0039-b20c-458e-9f60-213009d0bb6b" providerId="ADAL" clId="{E65F1428-E2CB-4128-952F-50A545DC1C99}" dt="2021-04-16T17:04:02.923" v="4033" actId="6549"/>
        <pc:sldMkLst>
          <pc:docMk/>
          <pc:sldMk cId="4265043318" sldId="2146848194"/>
        </pc:sldMkLst>
      </pc:sldChg>
      <pc:sldChg chg="modNotesTx">
        <pc:chgData name="Brown, Sally" userId="d1bd0039-b20c-458e-9f60-213009d0bb6b" providerId="ADAL" clId="{E65F1428-E2CB-4128-952F-50A545DC1C99}" dt="2021-04-16T17:43:50.862" v="4121" actId="2711"/>
        <pc:sldMkLst>
          <pc:docMk/>
          <pc:sldMk cId="1491447734" sldId="2146848195"/>
        </pc:sldMkLst>
      </pc:sldChg>
      <pc:sldChg chg="modNotesTx">
        <pc:chgData name="Brown, Sally" userId="d1bd0039-b20c-458e-9f60-213009d0bb6b" providerId="ADAL" clId="{E65F1428-E2CB-4128-952F-50A545DC1C99}" dt="2021-04-16T13:41:00.675" v="2579" actId="20577"/>
        <pc:sldMkLst>
          <pc:docMk/>
          <pc:sldMk cId="579649232" sldId="2146848197"/>
        </pc:sldMkLst>
      </pc:sldChg>
      <pc:sldChg chg="modNotesTx">
        <pc:chgData name="Brown, Sally" userId="d1bd0039-b20c-458e-9f60-213009d0bb6b" providerId="ADAL" clId="{E65F1428-E2CB-4128-952F-50A545DC1C99}" dt="2021-04-16T13:41:49.683" v="2581" actId="20577"/>
        <pc:sldMkLst>
          <pc:docMk/>
          <pc:sldMk cId="4285398184" sldId="2146848198"/>
        </pc:sldMkLst>
      </pc:sldChg>
      <pc:sldChg chg="modNotesTx">
        <pc:chgData name="Brown, Sally" userId="d1bd0039-b20c-458e-9f60-213009d0bb6b" providerId="ADAL" clId="{E65F1428-E2CB-4128-952F-50A545DC1C99}" dt="2021-04-16T13:45:20.790" v="2584" actId="113"/>
        <pc:sldMkLst>
          <pc:docMk/>
          <pc:sldMk cId="1837584375" sldId="2146848199"/>
        </pc:sldMkLst>
      </pc:sldChg>
      <pc:sldChg chg="modNotesTx">
        <pc:chgData name="Brown, Sally" userId="d1bd0039-b20c-458e-9f60-213009d0bb6b" providerId="ADAL" clId="{E65F1428-E2CB-4128-952F-50A545DC1C99}" dt="2021-04-16T17:09:43.436" v="4047" actId="6549"/>
        <pc:sldMkLst>
          <pc:docMk/>
          <pc:sldMk cId="853261575" sldId="2146848201"/>
        </pc:sldMkLst>
      </pc:sldChg>
      <pc:sldChg chg="modNotesTx">
        <pc:chgData name="Brown, Sally" userId="d1bd0039-b20c-458e-9f60-213009d0bb6b" providerId="ADAL" clId="{E65F1428-E2CB-4128-952F-50A545DC1C99}" dt="2021-04-16T17:44:54.671" v="4122" actId="6549"/>
        <pc:sldMkLst>
          <pc:docMk/>
          <pc:sldMk cId="1727188040" sldId="2146848202"/>
        </pc:sldMkLst>
      </pc:sldChg>
      <pc:sldChg chg="modSp del mod modTransition modNotesTx">
        <pc:chgData name="Brown, Sally" userId="d1bd0039-b20c-458e-9f60-213009d0bb6b" providerId="ADAL" clId="{E65F1428-E2CB-4128-952F-50A545DC1C99}" dt="2021-04-17T01:55:29.831" v="5750" actId="2696"/>
        <pc:sldMkLst>
          <pc:docMk/>
          <pc:sldMk cId="1651013028" sldId="2146848203"/>
        </pc:sldMkLst>
        <pc:spChg chg="mod">
          <ac:chgData name="Brown, Sally" userId="d1bd0039-b20c-458e-9f60-213009d0bb6b" providerId="ADAL" clId="{E65F1428-E2CB-4128-952F-50A545DC1C99}" dt="2021-04-16T13:47:29.526" v="2607" actId="6549"/>
          <ac:spMkLst>
            <pc:docMk/>
            <pc:sldMk cId="1651013028" sldId="2146848203"/>
            <ac:spMk id="3" creationId="{3E39D9C6-37D8-4A1A-97BA-E7F5A56F6FAD}"/>
          </ac:spMkLst>
        </pc:spChg>
      </pc:sldChg>
      <pc:sldChg chg="modNotesTx">
        <pc:chgData name="Brown, Sally" userId="d1bd0039-b20c-458e-9f60-213009d0bb6b" providerId="ADAL" clId="{E65F1428-E2CB-4128-952F-50A545DC1C99}" dt="2021-04-16T17:09:56.866" v="4051" actId="6549"/>
        <pc:sldMkLst>
          <pc:docMk/>
          <pc:sldMk cId="776757515" sldId="2146848204"/>
        </pc:sldMkLst>
      </pc:sldChg>
      <pc:sldChg chg="modNotesTx">
        <pc:chgData name="Brown, Sally" userId="d1bd0039-b20c-458e-9f60-213009d0bb6b" providerId="ADAL" clId="{E65F1428-E2CB-4128-952F-50A545DC1C99}" dt="2021-04-16T17:10:02.768" v="4052" actId="6549"/>
        <pc:sldMkLst>
          <pc:docMk/>
          <pc:sldMk cId="1992568505" sldId="2146848205"/>
        </pc:sldMkLst>
      </pc:sldChg>
      <pc:sldChg chg="modSp del mod modNotesTx">
        <pc:chgData name="Brown, Sally" userId="d1bd0039-b20c-458e-9f60-213009d0bb6b" providerId="ADAL" clId="{E65F1428-E2CB-4128-952F-50A545DC1C99}" dt="2021-04-17T01:55:26.194" v="5749" actId="2696"/>
        <pc:sldMkLst>
          <pc:docMk/>
          <pc:sldMk cId="1785851980" sldId="2146848206"/>
        </pc:sldMkLst>
        <pc:spChg chg="mod">
          <ac:chgData name="Brown, Sally" userId="d1bd0039-b20c-458e-9f60-213009d0bb6b" providerId="ADAL" clId="{E65F1428-E2CB-4128-952F-50A545DC1C99}" dt="2021-04-16T20:21:05.756" v="5296" actId="20577"/>
          <ac:spMkLst>
            <pc:docMk/>
            <pc:sldMk cId="1785851980" sldId="2146848206"/>
            <ac:spMk id="3" creationId="{3E39D9C6-37D8-4A1A-97BA-E7F5A56F6FAD}"/>
          </ac:spMkLst>
        </pc:spChg>
      </pc:sldChg>
      <pc:sldChg chg="modNotesTx">
        <pc:chgData name="Brown, Sally" userId="d1bd0039-b20c-458e-9f60-213009d0bb6b" providerId="ADAL" clId="{E65F1428-E2CB-4128-952F-50A545DC1C99}" dt="2021-04-16T17:10:11.742" v="4054" actId="6549"/>
        <pc:sldMkLst>
          <pc:docMk/>
          <pc:sldMk cId="3414127003" sldId="2146848207"/>
        </pc:sldMkLst>
      </pc:sldChg>
      <pc:sldChg chg="modNotesTx">
        <pc:chgData name="Brown, Sally" userId="d1bd0039-b20c-458e-9f60-213009d0bb6b" providerId="ADAL" clId="{E65F1428-E2CB-4128-952F-50A545DC1C99}" dt="2021-04-16T17:10:16.936" v="4055" actId="6549"/>
        <pc:sldMkLst>
          <pc:docMk/>
          <pc:sldMk cId="1506541194" sldId="2146848208"/>
        </pc:sldMkLst>
      </pc:sldChg>
      <pc:sldChg chg="modNotesTx">
        <pc:chgData name="Brown, Sally" userId="d1bd0039-b20c-458e-9f60-213009d0bb6b" providerId="ADAL" clId="{E65F1428-E2CB-4128-952F-50A545DC1C99}" dt="2021-04-16T17:10:22.043" v="4056" actId="6549"/>
        <pc:sldMkLst>
          <pc:docMk/>
          <pc:sldMk cId="989706471" sldId="2146848209"/>
        </pc:sldMkLst>
      </pc:sldChg>
      <pc:sldChg chg="addSp delSp modSp mod ord modTransition modNotesTx">
        <pc:chgData name="Brown, Sally" userId="d1bd0039-b20c-458e-9f60-213009d0bb6b" providerId="ADAL" clId="{E65F1428-E2CB-4128-952F-50A545DC1C99}" dt="2021-04-16T21:45:58.842" v="5717" actId="403"/>
        <pc:sldMkLst>
          <pc:docMk/>
          <pc:sldMk cId="2819173588" sldId="2146848211"/>
        </pc:sldMkLst>
        <pc:spChg chg="mod">
          <ac:chgData name="Brown, Sally" userId="d1bd0039-b20c-458e-9f60-213009d0bb6b" providerId="ADAL" clId="{E65F1428-E2CB-4128-952F-50A545DC1C99}" dt="2021-04-16T21:45:51.706" v="5716" actId="1076"/>
          <ac:spMkLst>
            <pc:docMk/>
            <pc:sldMk cId="2819173588" sldId="2146848211"/>
            <ac:spMk id="2" creationId="{B7FA6A5A-6BFD-4688-BD0F-61E7930652A8}"/>
          </ac:spMkLst>
        </pc:spChg>
        <pc:spChg chg="mod">
          <ac:chgData name="Brown, Sally" userId="d1bd0039-b20c-458e-9f60-213009d0bb6b" providerId="ADAL" clId="{E65F1428-E2CB-4128-952F-50A545DC1C99}" dt="2021-04-16T21:45:58.842" v="5717" actId="403"/>
          <ac:spMkLst>
            <pc:docMk/>
            <pc:sldMk cId="2819173588" sldId="2146848211"/>
            <ac:spMk id="3" creationId="{94E58CA9-7D32-439D-B465-271A1C04D810}"/>
          </ac:spMkLst>
        </pc:spChg>
        <pc:spChg chg="add del mod">
          <ac:chgData name="Brown, Sally" userId="d1bd0039-b20c-458e-9f60-213009d0bb6b" providerId="ADAL" clId="{E65F1428-E2CB-4128-952F-50A545DC1C99}" dt="2021-04-16T21:30:46.637" v="5356" actId="478"/>
          <ac:spMkLst>
            <pc:docMk/>
            <pc:sldMk cId="2819173588" sldId="2146848211"/>
            <ac:spMk id="20" creationId="{9C325043-0860-45DF-BFDB-EDE824D677DD}"/>
          </ac:spMkLst>
        </pc:spChg>
        <pc:spChg chg="add mod ord">
          <ac:chgData name="Brown, Sally" userId="d1bd0039-b20c-458e-9f60-213009d0bb6b" providerId="ADAL" clId="{E65F1428-E2CB-4128-952F-50A545DC1C99}" dt="2021-04-16T21:37:18.940" v="5407" actId="14429"/>
          <ac:spMkLst>
            <pc:docMk/>
            <pc:sldMk cId="2819173588" sldId="2146848211"/>
            <ac:spMk id="21" creationId="{75CEB463-7E20-441C-8D4F-ECC9C3F53D05}"/>
          </ac:spMkLst>
        </pc:spChg>
        <pc:spChg chg="add del mod">
          <ac:chgData name="Brown, Sally" userId="d1bd0039-b20c-458e-9f60-213009d0bb6b" providerId="ADAL" clId="{E65F1428-E2CB-4128-952F-50A545DC1C99}" dt="2021-04-16T21:35:04.876" v="5400" actId="478"/>
          <ac:spMkLst>
            <pc:docMk/>
            <pc:sldMk cId="2819173588" sldId="2146848211"/>
            <ac:spMk id="22" creationId="{23D0B536-7A75-4F64-B0C1-E0DD4647DD3C}"/>
          </ac:spMkLst>
        </pc:spChg>
        <pc:picChg chg="add mod">
          <ac:chgData name="Brown, Sally" userId="d1bd0039-b20c-458e-9f60-213009d0bb6b" providerId="ADAL" clId="{E65F1428-E2CB-4128-952F-50A545DC1C99}" dt="2021-04-16T21:37:11.376" v="5405" actId="14429"/>
          <ac:picMkLst>
            <pc:docMk/>
            <pc:sldMk cId="2819173588" sldId="2146848211"/>
            <ac:picMk id="5" creationId="{49E5E34C-E48F-4013-8BF5-BF9AE2447F22}"/>
          </ac:picMkLst>
        </pc:picChg>
        <pc:picChg chg="add mod">
          <ac:chgData name="Brown, Sally" userId="d1bd0039-b20c-458e-9f60-213009d0bb6b" providerId="ADAL" clId="{E65F1428-E2CB-4128-952F-50A545DC1C99}" dt="2021-04-16T21:33:14.325" v="5382" actId="1035"/>
          <ac:picMkLst>
            <pc:docMk/>
            <pc:sldMk cId="2819173588" sldId="2146848211"/>
            <ac:picMk id="7" creationId="{8FBFBAAC-72DF-4AF9-8E69-F28BDF8B74CF}"/>
          </ac:picMkLst>
        </pc:picChg>
        <pc:picChg chg="add del mod">
          <ac:chgData name="Brown, Sally" userId="d1bd0039-b20c-458e-9f60-213009d0bb6b" providerId="ADAL" clId="{E65F1428-E2CB-4128-952F-50A545DC1C99}" dt="2021-04-16T21:28:37.208" v="5319" actId="478"/>
          <ac:picMkLst>
            <pc:docMk/>
            <pc:sldMk cId="2819173588" sldId="2146848211"/>
            <ac:picMk id="9" creationId="{0FDD943C-DA1A-4990-A474-3A1F55241FED}"/>
          </ac:picMkLst>
        </pc:picChg>
        <pc:picChg chg="add del mod">
          <ac:chgData name="Brown, Sally" userId="d1bd0039-b20c-458e-9f60-213009d0bb6b" providerId="ADAL" clId="{E65F1428-E2CB-4128-952F-50A545DC1C99}" dt="2021-04-16T21:29:49.894" v="5343" actId="478"/>
          <ac:picMkLst>
            <pc:docMk/>
            <pc:sldMk cId="2819173588" sldId="2146848211"/>
            <ac:picMk id="11" creationId="{E6CF9109-AF0C-42E7-B04B-8E0F2242F7FD}"/>
          </ac:picMkLst>
        </pc:picChg>
        <pc:picChg chg="add del mod">
          <ac:chgData name="Brown, Sally" userId="d1bd0039-b20c-458e-9f60-213009d0bb6b" providerId="ADAL" clId="{E65F1428-E2CB-4128-952F-50A545DC1C99}" dt="2021-04-16T21:29:49.298" v="5342" actId="478"/>
          <ac:picMkLst>
            <pc:docMk/>
            <pc:sldMk cId="2819173588" sldId="2146848211"/>
            <ac:picMk id="13" creationId="{C91B7496-183C-45FB-9ABA-0658D6AD3DD1}"/>
          </ac:picMkLst>
        </pc:picChg>
        <pc:picChg chg="add mod">
          <ac:chgData name="Brown, Sally" userId="d1bd0039-b20c-458e-9f60-213009d0bb6b" providerId="ADAL" clId="{E65F1428-E2CB-4128-952F-50A545DC1C99}" dt="2021-04-16T21:33:43.799" v="5391" actId="1076"/>
          <ac:picMkLst>
            <pc:docMk/>
            <pc:sldMk cId="2819173588" sldId="2146848211"/>
            <ac:picMk id="15" creationId="{E518E40C-BA41-44F1-968F-211A5BE4C54E}"/>
          </ac:picMkLst>
        </pc:picChg>
        <pc:picChg chg="add del mod">
          <ac:chgData name="Brown, Sally" userId="d1bd0039-b20c-458e-9f60-213009d0bb6b" providerId="ADAL" clId="{E65F1428-E2CB-4128-952F-50A545DC1C99}" dt="2021-04-16T21:29:46.316" v="5341" actId="478"/>
          <ac:picMkLst>
            <pc:docMk/>
            <pc:sldMk cId="2819173588" sldId="2146848211"/>
            <ac:picMk id="17" creationId="{4F081C90-DAED-4545-9AD9-E90AD469EE8A}"/>
          </ac:picMkLst>
        </pc:picChg>
        <pc:picChg chg="add del mod">
          <ac:chgData name="Brown, Sally" userId="d1bd0039-b20c-458e-9f60-213009d0bb6b" providerId="ADAL" clId="{E65F1428-E2CB-4128-952F-50A545DC1C99}" dt="2021-04-16T21:29:46.316" v="5341" actId="478"/>
          <ac:picMkLst>
            <pc:docMk/>
            <pc:sldMk cId="2819173588" sldId="2146848211"/>
            <ac:picMk id="18" creationId="{E422A2C7-6DB7-423A-AEF0-11346A1E96F5}"/>
          </ac:picMkLst>
        </pc:picChg>
        <pc:picChg chg="add del mod">
          <ac:chgData name="Brown, Sally" userId="d1bd0039-b20c-458e-9f60-213009d0bb6b" providerId="ADAL" clId="{E65F1428-E2CB-4128-952F-50A545DC1C99}" dt="2021-04-16T21:29:46.316" v="5341" actId="478"/>
          <ac:picMkLst>
            <pc:docMk/>
            <pc:sldMk cId="2819173588" sldId="2146848211"/>
            <ac:picMk id="19" creationId="{3B02F040-A9C3-4D6D-A826-193B969CEFEF}"/>
          </ac:picMkLst>
        </pc:picChg>
      </pc:sldChg>
      <pc:sldChg chg="del">
        <pc:chgData name="Brown, Sally" userId="d1bd0039-b20c-458e-9f60-213009d0bb6b" providerId="ADAL" clId="{E65F1428-E2CB-4128-952F-50A545DC1C99}" dt="2021-04-16T18:24:59.041" v="5046" actId="2696"/>
        <pc:sldMkLst>
          <pc:docMk/>
          <pc:sldMk cId="2064301876" sldId="2146848212"/>
        </pc:sldMkLst>
      </pc:sldChg>
      <pc:sldChg chg="add del">
        <pc:chgData name="Brown, Sally" userId="d1bd0039-b20c-458e-9f60-213009d0bb6b" providerId="ADAL" clId="{E65F1428-E2CB-4128-952F-50A545DC1C99}" dt="2021-04-16T18:08:41.231" v="4389"/>
        <pc:sldMkLst>
          <pc:docMk/>
          <pc:sldMk cId="344952920" sldId="2146848214"/>
        </pc:sldMkLst>
      </pc:sldChg>
      <pc:sldChg chg="modSp add del mod">
        <pc:chgData name="Brown, Sally" userId="d1bd0039-b20c-458e-9f60-213009d0bb6b" providerId="ADAL" clId="{E65F1428-E2CB-4128-952F-50A545DC1C99}" dt="2021-04-16T18:10:39.947" v="4492" actId="2696"/>
        <pc:sldMkLst>
          <pc:docMk/>
          <pc:sldMk cId="435325905" sldId="2146848214"/>
        </pc:sldMkLst>
        <pc:spChg chg="mod">
          <ac:chgData name="Brown, Sally" userId="d1bd0039-b20c-458e-9f60-213009d0bb6b" providerId="ADAL" clId="{E65F1428-E2CB-4128-952F-50A545DC1C99}" dt="2021-04-16T18:10:06.419" v="4491" actId="20577"/>
          <ac:spMkLst>
            <pc:docMk/>
            <pc:sldMk cId="435325905" sldId="2146848214"/>
            <ac:spMk id="7" creationId="{862B2210-13BE-4B7E-A02C-8BE5E71EB4E7}"/>
          </ac:spMkLst>
        </pc:spChg>
      </pc:sldChg>
      <pc:sldChg chg="addSp delSp modSp mod ord modNotesTx">
        <pc:chgData name="Brown, Sally" userId="d1bd0039-b20c-458e-9f60-213009d0bb6b" providerId="ADAL" clId="{E65F1428-E2CB-4128-952F-50A545DC1C99}" dt="2021-04-16T20:09:04.543" v="5172"/>
        <pc:sldMkLst>
          <pc:docMk/>
          <pc:sldMk cId="4260491187" sldId="2146848214"/>
        </pc:sldMkLst>
        <pc:spChg chg="mod">
          <ac:chgData name="Brown, Sally" userId="d1bd0039-b20c-458e-9f60-213009d0bb6b" providerId="ADAL" clId="{E65F1428-E2CB-4128-952F-50A545DC1C99}" dt="2021-04-16T18:17:01.412" v="4531"/>
          <ac:spMkLst>
            <pc:docMk/>
            <pc:sldMk cId="4260491187" sldId="2146848214"/>
            <ac:spMk id="3" creationId="{FF24CE14-BCC8-48D3-B0B3-73556FFBB7EE}"/>
          </ac:spMkLst>
        </pc:spChg>
        <pc:spChg chg="del">
          <ac:chgData name="Brown, Sally" userId="d1bd0039-b20c-458e-9f60-213009d0bb6b" providerId="ADAL" clId="{E65F1428-E2CB-4128-952F-50A545DC1C99}" dt="2021-04-16T18:16:26.400" v="4523" actId="478"/>
          <ac:spMkLst>
            <pc:docMk/>
            <pc:sldMk cId="4260491187" sldId="2146848214"/>
            <ac:spMk id="4" creationId="{98BC3FAD-FAE6-45D3-B42A-E4DF5954E0A4}"/>
          </ac:spMkLst>
        </pc:spChg>
        <pc:spChg chg="add del mod">
          <ac:chgData name="Brown, Sally" userId="d1bd0039-b20c-458e-9f60-213009d0bb6b" providerId="ADAL" clId="{E65F1428-E2CB-4128-952F-50A545DC1C99}" dt="2021-04-16T18:16:37.789" v="4525" actId="478"/>
          <ac:spMkLst>
            <pc:docMk/>
            <pc:sldMk cId="4260491187" sldId="2146848214"/>
            <ac:spMk id="5" creationId="{E5856ADD-CE67-4404-B4B1-FA6A7466A540}"/>
          </ac:spMkLst>
        </pc:spChg>
        <pc:spChg chg="mod">
          <ac:chgData name="Brown, Sally" userId="d1bd0039-b20c-458e-9f60-213009d0bb6b" providerId="ADAL" clId="{E65F1428-E2CB-4128-952F-50A545DC1C99}" dt="2021-04-16T19:51:03.923" v="5092" actId="20577"/>
          <ac:spMkLst>
            <pc:docMk/>
            <pc:sldMk cId="4260491187" sldId="2146848214"/>
            <ac:spMk id="9" creationId="{955CBA6F-BA12-460C-AF5D-896BCCCAC5D3}"/>
          </ac:spMkLst>
        </pc:spChg>
      </pc:sldChg>
      <pc:sldChg chg="modSp">
        <pc:chgData name="Brown, Sally" userId="d1bd0039-b20c-458e-9f60-213009d0bb6b" providerId="ADAL" clId="{E65F1428-E2CB-4128-952F-50A545DC1C99}" dt="2021-04-17T02:50:29.304" v="6032"/>
        <pc:sldMkLst>
          <pc:docMk/>
          <pc:sldMk cId="3868082467" sldId="2146848219"/>
        </pc:sldMkLst>
        <pc:spChg chg="mod">
          <ac:chgData name="Brown, Sally" userId="d1bd0039-b20c-458e-9f60-213009d0bb6b" providerId="ADAL" clId="{E65F1428-E2CB-4128-952F-50A545DC1C99}" dt="2021-04-17T02:50:29.304" v="6032"/>
          <ac:spMkLst>
            <pc:docMk/>
            <pc:sldMk cId="3868082467" sldId="2146848219"/>
            <ac:spMk id="2" creationId="{A5BCAAFA-8052-40BE-B8A7-757E91E9EF18}"/>
          </ac:spMkLst>
        </pc:spChg>
      </pc:sldChg>
      <pc:sldChg chg="modSp add del mod">
        <pc:chgData name="Brown, Sally" userId="d1bd0039-b20c-458e-9f60-213009d0bb6b" providerId="ADAL" clId="{E65F1428-E2CB-4128-952F-50A545DC1C99}" dt="2021-04-17T01:42:48.720" v="5736" actId="20577"/>
        <pc:sldMkLst>
          <pc:docMk/>
          <pc:sldMk cId="1057911213" sldId="2146848222"/>
        </pc:sldMkLst>
        <pc:spChg chg="mod">
          <ac:chgData name="Brown, Sally" userId="d1bd0039-b20c-458e-9f60-213009d0bb6b" providerId="ADAL" clId="{E65F1428-E2CB-4128-952F-50A545DC1C99}" dt="2021-04-17T01:42:48.720" v="5736" actId="20577"/>
          <ac:spMkLst>
            <pc:docMk/>
            <pc:sldMk cId="1057911213" sldId="2146848222"/>
            <ac:spMk id="2" creationId="{C4E7B524-5749-4DCC-B1C6-678B0B808B07}"/>
          </ac:spMkLst>
        </pc:spChg>
        <pc:spChg chg="mod">
          <ac:chgData name="Brown, Sally" userId="d1bd0039-b20c-458e-9f60-213009d0bb6b" providerId="ADAL" clId="{E65F1428-E2CB-4128-952F-50A545DC1C99}" dt="2021-04-17T01:42:12.163" v="5722"/>
          <ac:spMkLst>
            <pc:docMk/>
            <pc:sldMk cId="1057911213" sldId="2146848222"/>
            <ac:spMk id="10" creationId="{999B4921-00A4-4A3D-8678-A02551360D52}"/>
          </ac:spMkLst>
        </pc:spChg>
      </pc:sldChg>
      <pc:sldChg chg="modSp modNotesTx">
        <pc:chgData name="Brown, Sally" userId="d1bd0039-b20c-458e-9f60-213009d0bb6b" providerId="ADAL" clId="{E65F1428-E2CB-4128-952F-50A545DC1C99}" dt="2021-04-17T01:52:20.190" v="5744" actId="6549"/>
        <pc:sldMkLst>
          <pc:docMk/>
          <pc:sldMk cId="2691105119" sldId="2146848225"/>
        </pc:sldMkLst>
        <pc:spChg chg="mod">
          <ac:chgData name="Brown, Sally" userId="d1bd0039-b20c-458e-9f60-213009d0bb6b" providerId="ADAL" clId="{E65F1428-E2CB-4128-952F-50A545DC1C99}" dt="2021-04-17T01:47:14.667" v="5738"/>
          <ac:spMkLst>
            <pc:docMk/>
            <pc:sldMk cId="2691105119" sldId="2146848225"/>
            <ac:spMk id="3" creationId="{FF24CE14-BCC8-48D3-B0B3-73556FFBB7EE}"/>
          </ac:spMkLst>
        </pc:spChg>
      </pc:sldChg>
      <pc:sldChg chg="add ord">
        <pc:chgData name="Brown, Sally" userId="d1bd0039-b20c-458e-9f60-213009d0bb6b" providerId="ADAL" clId="{E65F1428-E2CB-4128-952F-50A545DC1C99}" dt="2021-04-17T01:54:26.236" v="5748"/>
        <pc:sldMkLst>
          <pc:docMk/>
          <pc:sldMk cId="2591419145" sldId="2146848226"/>
        </pc:sldMkLst>
      </pc:sldChg>
    </pc:docChg>
  </pc:docChgLst>
  <pc:docChgLst>
    <pc:chgData name="Andres, Cathleen E." userId="S::cathleen.e.andres@accenture.com::cee938a1-9172-4267-bb46-c9d267464a72" providerId="AD" clId="Web-{83F7BE9F-70A8-0000-AE9C-499D37158EEE}"/>
    <pc:docChg chg="delSld modSld modSection">
      <pc:chgData name="Andres, Cathleen E." userId="S::cathleen.e.andres@accenture.com::cee938a1-9172-4267-bb46-c9d267464a72" providerId="AD" clId="Web-{83F7BE9F-70A8-0000-AE9C-499D37158EEE}" dt="2021-04-17T00:50:26.785" v="38" actId="20577"/>
      <pc:docMkLst>
        <pc:docMk/>
      </pc:docMkLst>
      <pc:sldChg chg="del">
        <pc:chgData name="Andres, Cathleen E." userId="S::cathleen.e.andres@accenture.com::cee938a1-9172-4267-bb46-c9d267464a72" providerId="AD" clId="Web-{83F7BE9F-70A8-0000-AE9C-499D37158EEE}" dt="2021-04-17T00:47:51.250" v="0"/>
        <pc:sldMkLst>
          <pc:docMk/>
          <pc:sldMk cId="1143275093" sldId="269"/>
        </pc:sldMkLst>
      </pc:sldChg>
      <pc:sldChg chg="del">
        <pc:chgData name="Andres, Cathleen E." userId="S::cathleen.e.andres@accenture.com::cee938a1-9172-4267-bb46-c9d267464a72" providerId="AD" clId="Web-{83F7BE9F-70A8-0000-AE9C-499D37158EEE}" dt="2021-04-17T00:47:51.281" v="6"/>
        <pc:sldMkLst>
          <pc:docMk/>
          <pc:sldMk cId="3133645971" sldId="270"/>
        </pc:sldMkLst>
      </pc:sldChg>
      <pc:sldChg chg="del">
        <pc:chgData name="Andres, Cathleen E." userId="S::cathleen.e.andres@accenture.com::cee938a1-9172-4267-bb46-c9d267464a72" providerId="AD" clId="Web-{83F7BE9F-70A8-0000-AE9C-499D37158EEE}" dt="2021-04-17T00:47:51.281" v="4"/>
        <pc:sldMkLst>
          <pc:docMk/>
          <pc:sldMk cId="1361890110" sldId="272"/>
        </pc:sldMkLst>
      </pc:sldChg>
      <pc:sldChg chg="del">
        <pc:chgData name="Andres, Cathleen E." userId="S::cathleen.e.andres@accenture.com::cee938a1-9172-4267-bb46-c9d267464a72" providerId="AD" clId="Web-{83F7BE9F-70A8-0000-AE9C-499D37158EEE}" dt="2021-04-17T00:47:51.281" v="3"/>
        <pc:sldMkLst>
          <pc:docMk/>
          <pc:sldMk cId="606570229" sldId="273"/>
        </pc:sldMkLst>
      </pc:sldChg>
      <pc:sldChg chg="del">
        <pc:chgData name="Andres, Cathleen E." userId="S::cathleen.e.andres@accenture.com::cee938a1-9172-4267-bb46-c9d267464a72" providerId="AD" clId="Web-{83F7BE9F-70A8-0000-AE9C-499D37158EEE}" dt="2021-04-17T00:47:51.265" v="2"/>
        <pc:sldMkLst>
          <pc:docMk/>
          <pc:sldMk cId="1325079964" sldId="274"/>
        </pc:sldMkLst>
      </pc:sldChg>
      <pc:sldChg chg="del">
        <pc:chgData name="Andres, Cathleen E." userId="S::cathleen.e.andres@accenture.com::cee938a1-9172-4267-bb46-c9d267464a72" providerId="AD" clId="Web-{83F7BE9F-70A8-0000-AE9C-499D37158EEE}" dt="2021-04-17T00:47:51.265" v="1"/>
        <pc:sldMkLst>
          <pc:docMk/>
          <pc:sldMk cId="3367823745" sldId="276"/>
        </pc:sldMkLst>
      </pc:sldChg>
      <pc:sldChg chg="del">
        <pc:chgData name="Andres, Cathleen E." userId="S::cathleen.e.andres@accenture.com::cee938a1-9172-4267-bb46-c9d267464a72" providerId="AD" clId="Web-{83F7BE9F-70A8-0000-AE9C-499D37158EEE}" dt="2021-04-17T00:47:51.281" v="5"/>
        <pc:sldMkLst>
          <pc:docMk/>
          <pc:sldMk cId="1123446551" sldId="283"/>
        </pc:sldMkLst>
      </pc:sldChg>
      <pc:sldChg chg="del">
        <pc:chgData name="Andres, Cathleen E." userId="S::cathleen.e.andres@accenture.com::cee938a1-9172-4267-bb46-c9d267464a72" providerId="AD" clId="Web-{83F7BE9F-70A8-0000-AE9C-499D37158EEE}" dt="2021-04-17T00:48:26.157" v="7"/>
        <pc:sldMkLst>
          <pc:docMk/>
          <pc:sldMk cId="3805788645" sldId="285"/>
        </pc:sldMkLst>
      </pc:sldChg>
      <pc:sldChg chg="del">
        <pc:chgData name="Andres, Cathleen E." userId="S::cathleen.e.andres@accenture.com::cee938a1-9172-4267-bb46-c9d267464a72" providerId="AD" clId="Web-{83F7BE9F-70A8-0000-AE9C-499D37158EEE}" dt="2021-04-17T00:48:28.422" v="8"/>
        <pc:sldMkLst>
          <pc:docMk/>
          <pc:sldMk cId="3630385341" sldId="286"/>
        </pc:sldMkLst>
      </pc:sldChg>
      <pc:sldChg chg="del">
        <pc:chgData name="Andres, Cathleen E." userId="S::cathleen.e.andres@accenture.com::cee938a1-9172-4267-bb46-c9d267464a72" providerId="AD" clId="Web-{83F7BE9F-70A8-0000-AE9C-499D37158EEE}" dt="2021-04-17T00:48:31.360" v="9"/>
        <pc:sldMkLst>
          <pc:docMk/>
          <pc:sldMk cId="855088913" sldId="288"/>
        </pc:sldMkLst>
      </pc:sldChg>
      <pc:sldChg chg="del">
        <pc:chgData name="Andres, Cathleen E." userId="S::cathleen.e.andres@accenture.com::cee938a1-9172-4267-bb46-c9d267464a72" providerId="AD" clId="Web-{83F7BE9F-70A8-0000-AE9C-499D37158EEE}" dt="2021-04-17T00:48:33.204" v="10"/>
        <pc:sldMkLst>
          <pc:docMk/>
          <pc:sldMk cId="1621335384" sldId="289"/>
        </pc:sldMkLst>
      </pc:sldChg>
      <pc:sldChg chg="del">
        <pc:chgData name="Andres, Cathleen E." userId="S::cathleen.e.andres@accenture.com::cee938a1-9172-4267-bb46-c9d267464a72" providerId="AD" clId="Web-{83F7BE9F-70A8-0000-AE9C-499D37158EEE}" dt="2021-04-17T00:48:34.844" v="11"/>
        <pc:sldMkLst>
          <pc:docMk/>
          <pc:sldMk cId="250820023" sldId="290"/>
        </pc:sldMkLst>
      </pc:sldChg>
      <pc:sldChg chg="del">
        <pc:chgData name="Andres, Cathleen E." userId="S::cathleen.e.andres@accenture.com::cee938a1-9172-4267-bb46-c9d267464a72" providerId="AD" clId="Web-{83F7BE9F-70A8-0000-AE9C-499D37158EEE}" dt="2021-04-17T00:48:37.610" v="12"/>
        <pc:sldMkLst>
          <pc:docMk/>
          <pc:sldMk cId="336629820" sldId="291"/>
        </pc:sldMkLst>
      </pc:sldChg>
      <pc:sldChg chg="del">
        <pc:chgData name="Andres, Cathleen E." userId="S::cathleen.e.andres@accenture.com::cee938a1-9172-4267-bb46-c9d267464a72" providerId="AD" clId="Web-{83F7BE9F-70A8-0000-AE9C-499D37158EEE}" dt="2021-04-17T00:48:38.313" v="13"/>
        <pc:sldMkLst>
          <pc:docMk/>
          <pc:sldMk cId="2900917920" sldId="292"/>
        </pc:sldMkLst>
      </pc:sldChg>
      <pc:sldChg chg="del">
        <pc:chgData name="Andres, Cathleen E." userId="S::cathleen.e.andres@accenture.com::cee938a1-9172-4267-bb46-c9d267464a72" providerId="AD" clId="Web-{83F7BE9F-70A8-0000-AE9C-499D37158EEE}" dt="2021-04-17T00:48:39.829" v="14"/>
        <pc:sldMkLst>
          <pc:docMk/>
          <pc:sldMk cId="3865257801" sldId="293"/>
        </pc:sldMkLst>
      </pc:sldChg>
      <pc:sldChg chg="del">
        <pc:chgData name="Andres, Cathleen E." userId="S::cathleen.e.andres@accenture.com::cee938a1-9172-4267-bb46-c9d267464a72" providerId="AD" clId="Web-{83F7BE9F-70A8-0000-AE9C-499D37158EEE}" dt="2021-04-17T00:49:01.783" v="29"/>
        <pc:sldMkLst>
          <pc:docMk/>
          <pc:sldMk cId="2635235101" sldId="312"/>
        </pc:sldMkLst>
      </pc:sldChg>
      <pc:sldChg chg="del">
        <pc:chgData name="Andres, Cathleen E." userId="S::cathleen.e.andres@accenture.com::cee938a1-9172-4267-bb46-c9d267464a72" providerId="AD" clId="Web-{83F7BE9F-70A8-0000-AE9C-499D37158EEE}" dt="2021-04-17T00:49:05.111" v="31"/>
        <pc:sldMkLst>
          <pc:docMk/>
          <pc:sldMk cId="4234992631" sldId="257164"/>
        </pc:sldMkLst>
      </pc:sldChg>
      <pc:sldChg chg="del">
        <pc:chgData name="Andres, Cathleen E." userId="S::cathleen.e.andres@accenture.com::cee938a1-9172-4267-bb46-c9d267464a72" providerId="AD" clId="Web-{83F7BE9F-70A8-0000-AE9C-499D37158EEE}" dt="2021-04-17T00:49:03.439" v="30"/>
        <pc:sldMkLst>
          <pc:docMk/>
          <pc:sldMk cId="2134849381" sldId="257173"/>
        </pc:sldMkLst>
      </pc:sldChg>
      <pc:sldChg chg="del">
        <pc:chgData name="Andres, Cathleen E." userId="S::cathleen.e.andres@accenture.com::cee938a1-9172-4267-bb46-c9d267464a72" providerId="AD" clId="Web-{83F7BE9F-70A8-0000-AE9C-499D37158EEE}" dt="2021-04-17T00:48:55.642" v="24"/>
        <pc:sldMkLst>
          <pc:docMk/>
          <pc:sldMk cId="4158327665" sldId="257191"/>
        </pc:sldMkLst>
      </pc:sldChg>
      <pc:sldChg chg="del">
        <pc:chgData name="Andres, Cathleen E." userId="S::cathleen.e.andres@accenture.com::cee938a1-9172-4267-bb46-c9d267464a72" providerId="AD" clId="Web-{83F7BE9F-70A8-0000-AE9C-499D37158EEE}" dt="2021-04-17T00:49:08.517" v="34"/>
        <pc:sldMkLst>
          <pc:docMk/>
          <pc:sldMk cId="2896680181" sldId="2146845876"/>
        </pc:sldMkLst>
      </pc:sldChg>
      <pc:sldChg chg="del">
        <pc:chgData name="Andres, Cathleen E." userId="S::cathleen.e.andres@accenture.com::cee938a1-9172-4267-bb46-c9d267464a72" providerId="AD" clId="Web-{83F7BE9F-70A8-0000-AE9C-499D37158EEE}" dt="2021-04-17T00:48:41.313" v="15"/>
        <pc:sldMkLst>
          <pc:docMk/>
          <pc:sldMk cId="959098621" sldId="2146847920"/>
        </pc:sldMkLst>
      </pc:sldChg>
      <pc:sldChg chg="del">
        <pc:chgData name="Andres, Cathleen E." userId="S::cathleen.e.andres@accenture.com::cee938a1-9172-4267-bb46-c9d267464a72" providerId="AD" clId="Web-{83F7BE9F-70A8-0000-AE9C-499D37158EEE}" dt="2021-04-17T00:49:01.111" v="26"/>
        <pc:sldMkLst>
          <pc:docMk/>
          <pc:sldMk cId="1452389605" sldId="2146847940"/>
        </pc:sldMkLst>
      </pc:sldChg>
      <pc:sldChg chg="del">
        <pc:chgData name="Andres, Cathleen E." userId="S::cathleen.e.andres@accenture.com::cee938a1-9172-4267-bb46-c9d267464a72" providerId="AD" clId="Web-{83F7BE9F-70A8-0000-AE9C-499D37158EEE}" dt="2021-04-17T00:48:47.798" v="20"/>
        <pc:sldMkLst>
          <pc:docMk/>
          <pc:sldMk cId="1279126499" sldId="2146847949"/>
        </pc:sldMkLst>
      </pc:sldChg>
      <pc:sldChg chg="del">
        <pc:chgData name="Andres, Cathleen E." userId="S::cathleen.e.andres@accenture.com::cee938a1-9172-4267-bb46-c9d267464a72" providerId="AD" clId="Web-{83F7BE9F-70A8-0000-AE9C-499D37158EEE}" dt="2021-04-17T00:48:50.892" v="22"/>
        <pc:sldMkLst>
          <pc:docMk/>
          <pc:sldMk cId="273543939" sldId="2146847952"/>
        </pc:sldMkLst>
      </pc:sldChg>
      <pc:sldChg chg="del">
        <pc:chgData name="Andres, Cathleen E." userId="S::cathleen.e.andres@accenture.com::cee938a1-9172-4267-bb46-c9d267464a72" providerId="AD" clId="Web-{83F7BE9F-70A8-0000-AE9C-499D37158EEE}" dt="2021-04-17T00:48:58.548" v="25"/>
        <pc:sldMkLst>
          <pc:docMk/>
          <pc:sldMk cId="3882885876" sldId="2146847960"/>
        </pc:sldMkLst>
      </pc:sldChg>
      <pc:sldChg chg="del">
        <pc:chgData name="Andres, Cathleen E." userId="S::cathleen.e.andres@accenture.com::cee938a1-9172-4267-bb46-c9d267464a72" providerId="AD" clId="Web-{83F7BE9F-70A8-0000-AE9C-499D37158EEE}" dt="2021-04-17T00:48:46.657" v="19"/>
        <pc:sldMkLst>
          <pc:docMk/>
          <pc:sldMk cId="4258665377" sldId="2146847962"/>
        </pc:sldMkLst>
      </pc:sldChg>
      <pc:sldChg chg="del">
        <pc:chgData name="Andres, Cathleen E." userId="S::cathleen.e.andres@accenture.com::cee938a1-9172-4267-bb46-c9d267464a72" providerId="AD" clId="Web-{83F7BE9F-70A8-0000-AE9C-499D37158EEE}" dt="2021-04-17T00:49:05.158" v="32"/>
        <pc:sldMkLst>
          <pc:docMk/>
          <pc:sldMk cId="708267252" sldId="2146847964"/>
        </pc:sldMkLst>
      </pc:sldChg>
      <pc:sldChg chg="del">
        <pc:chgData name="Andres, Cathleen E." userId="S::cathleen.e.andres@accenture.com::cee938a1-9172-4267-bb46-c9d267464a72" providerId="AD" clId="Web-{83F7BE9F-70A8-0000-AE9C-499D37158EEE}" dt="2021-04-17T00:48:48.345" v="21"/>
        <pc:sldMkLst>
          <pc:docMk/>
          <pc:sldMk cId="418787013" sldId="2146847965"/>
        </pc:sldMkLst>
      </pc:sldChg>
      <pc:sldChg chg="del">
        <pc:chgData name="Andres, Cathleen E." userId="S::cathleen.e.andres@accenture.com::cee938a1-9172-4267-bb46-c9d267464a72" providerId="AD" clId="Web-{83F7BE9F-70A8-0000-AE9C-499D37158EEE}" dt="2021-04-17T00:48:44.267" v="18"/>
        <pc:sldMkLst>
          <pc:docMk/>
          <pc:sldMk cId="1913759095" sldId="2146847967"/>
        </pc:sldMkLst>
      </pc:sldChg>
      <pc:sldChg chg="del">
        <pc:chgData name="Andres, Cathleen E." userId="S::cathleen.e.andres@accenture.com::cee938a1-9172-4267-bb46-c9d267464a72" providerId="AD" clId="Web-{83F7BE9F-70A8-0000-AE9C-499D37158EEE}" dt="2021-04-17T00:48:41.938" v="16"/>
        <pc:sldMkLst>
          <pc:docMk/>
          <pc:sldMk cId="1640426835" sldId="2146847971"/>
        </pc:sldMkLst>
      </pc:sldChg>
      <pc:sldChg chg="del">
        <pc:chgData name="Andres, Cathleen E." userId="S::cathleen.e.andres@accenture.com::cee938a1-9172-4267-bb46-c9d267464a72" providerId="AD" clId="Web-{83F7BE9F-70A8-0000-AE9C-499D37158EEE}" dt="2021-04-17T00:49:01.470" v="27"/>
        <pc:sldMkLst>
          <pc:docMk/>
          <pc:sldMk cId="3164670445" sldId="2146847975"/>
        </pc:sldMkLst>
      </pc:sldChg>
      <pc:sldChg chg="del">
        <pc:chgData name="Andres, Cathleen E." userId="S::cathleen.e.andres@accenture.com::cee938a1-9172-4267-bb46-c9d267464a72" providerId="AD" clId="Web-{83F7BE9F-70A8-0000-AE9C-499D37158EEE}" dt="2021-04-17T00:49:01.486" v="28"/>
        <pc:sldMkLst>
          <pc:docMk/>
          <pc:sldMk cId="388695508" sldId="2146847976"/>
        </pc:sldMkLst>
      </pc:sldChg>
      <pc:sldChg chg="del">
        <pc:chgData name="Andres, Cathleen E." userId="S::cathleen.e.andres@accenture.com::cee938a1-9172-4267-bb46-c9d267464a72" providerId="AD" clId="Web-{83F7BE9F-70A8-0000-AE9C-499D37158EEE}" dt="2021-04-17T00:49:08.033" v="33"/>
        <pc:sldMkLst>
          <pc:docMk/>
          <pc:sldMk cId="3036968226" sldId="2146847981"/>
        </pc:sldMkLst>
      </pc:sldChg>
      <pc:sldChg chg="del">
        <pc:chgData name="Andres, Cathleen E." userId="S::cathleen.e.andres@accenture.com::cee938a1-9172-4267-bb46-c9d267464a72" providerId="AD" clId="Web-{83F7BE9F-70A8-0000-AE9C-499D37158EEE}" dt="2021-04-17T00:48:43.720" v="17"/>
        <pc:sldMkLst>
          <pc:docMk/>
          <pc:sldMk cId="1472469440" sldId="2146847984"/>
        </pc:sldMkLst>
      </pc:sldChg>
      <pc:sldChg chg="del">
        <pc:chgData name="Andres, Cathleen E." userId="S::cathleen.e.andres@accenture.com::cee938a1-9172-4267-bb46-c9d267464a72" providerId="AD" clId="Web-{83F7BE9F-70A8-0000-AE9C-499D37158EEE}" dt="2021-04-17T00:48:53.939" v="23"/>
        <pc:sldMkLst>
          <pc:docMk/>
          <pc:sldMk cId="4218277644" sldId="2146847985"/>
        </pc:sldMkLst>
      </pc:sldChg>
      <pc:sldChg chg="del">
        <pc:chgData name="Andres, Cathleen E." userId="S::cathleen.e.andres@accenture.com::cee938a1-9172-4267-bb46-c9d267464a72" providerId="AD" clId="Web-{83F7BE9F-70A8-0000-AE9C-499D37158EEE}" dt="2021-04-17T00:49:11.502" v="36"/>
        <pc:sldMkLst>
          <pc:docMk/>
          <pc:sldMk cId="843002068" sldId="2146847988"/>
        </pc:sldMkLst>
      </pc:sldChg>
      <pc:sldChg chg="del">
        <pc:chgData name="Andres, Cathleen E." userId="S::cathleen.e.andres@accenture.com::cee938a1-9172-4267-bb46-c9d267464a72" providerId="AD" clId="Web-{83F7BE9F-70A8-0000-AE9C-499D37158EEE}" dt="2021-04-17T00:49:11.017" v="35"/>
        <pc:sldMkLst>
          <pc:docMk/>
          <pc:sldMk cId="2490120610" sldId="2146847989"/>
        </pc:sldMkLst>
      </pc:sldChg>
      <pc:sldChg chg="modSp">
        <pc:chgData name="Andres, Cathleen E." userId="S::cathleen.e.andres@accenture.com::cee938a1-9172-4267-bb46-c9d267464a72" providerId="AD" clId="Web-{83F7BE9F-70A8-0000-AE9C-499D37158EEE}" dt="2021-04-17T00:50:26.785" v="38" actId="20577"/>
        <pc:sldMkLst>
          <pc:docMk/>
          <pc:sldMk cId="3354594324" sldId="2146848032"/>
        </pc:sldMkLst>
        <pc:spChg chg="mod">
          <ac:chgData name="Andres, Cathleen E." userId="S::cathleen.e.andres@accenture.com::cee938a1-9172-4267-bb46-c9d267464a72" providerId="AD" clId="Web-{83F7BE9F-70A8-0000-AE9C-499D37158EEE}" dt="2021-04-17T00:50:26.785" v="38" actId="20577"/>
          <ac:spMkLst>
            <pc:docMk/>
            <pc:sldMk cId="3354594324" sldId="2146848032"/>
            <ac:spMk id="4" creationId="{5D29276F-FCAD-4A8D-9316-ACED5BFFCC10}"/>
          </ac:spMkLst>
        </pc:spChg>
      </pc:sldChg>
    </pc:docChg>
  </pc:docChgLst>
  <pc:docChgLst>
    <pc:chgData name="Bono, Vanessa A." userId="S::vanessa.a.bono@accenture.com::3bfb42e8-227f-417c-8a7f-d1dc27979169" providerId="AD" clId="Web-{FF7D765E-7103-9AFC-1CCC-2B3796EBE776}"/>
    <pc:docChg chg="modSld">
      <pc:chgData name="Bono, Vanessa A." userId="S::vanessa.a.bono@accenture.com::3bfb42e8-227f-417c-8a7f-d1dc27979169" providerId="AD" clId="Web-{FF7D765E-7103-9AFC-1CCC-2B3796EBE776}" dt="2021-08-26T03:30:24.043" v="5"/>
      <pc:docMkLst>
        <pc:docMk/>
      </pc:docMkLst>
      <pc:sldChg chg="modNotes">
        <pc:chgData name="Bono, Vanessa A." userId="S::vanessa.a.bono@accenture.com::3bfb42e8-227f-417c-8a7f-d1dc27979169" providerId="AD" clId="Web-{FF7D765E-7103-9AFC-1CCC-2B3796EBE776}" dt="2021-08-26T03:30:24.043" v="5"/>
        <pc:sldMkLst>
          <pc:docMk/>
          <pc:sldMk cId="1213474973" sldId="2146848244"/>
        </pc:sldMkLst>
      </pc:sldChg>
      <pc:sldChg chg="modNotes">
        <pc:chgData name="Bono, Vanessa A." userId="S::vanessa.a.bono@accenture.com::3bfb42e8-227f-417c-8a7f-d1dc27979169" providerId="AD" clId="Web-{FF7D765E-7103-9AFC-1CCC-2B3796EBE776}" dt="2021-08-26T03:30:15.277" v="1"/>
        <pc:sldMkLst>
          <pc:docMk/>
          <pc:sldMk cId="1938935888" sldId="2146848251"/>
        </pc:sldMkLst>
      </pc:sldChg>
    </pc:docChg>
  </pc:docChgLst>
  <pc:docChgLst>
    <pc:chgData name="Brown, Sally" userId="d1bd0039-b20c-458e-9f60-213009d0bb6b" providerId="ADAL" clId="{AE98B74E-EDEB-4F2F-BBD0-7672A0A507BC}"/>
    <pc:docChg chg="custSel delSld modSld">
      <pc:chgData name="Brown, Sally" userId="d1bd0039-b20c-458e-9f60-213009d0bb6b" providerId="ADAL" clId="{AE98B74E-EDEB-4F2F-BBD0-7672A0A507BC}" dt="2021-08-25T13:02:15.969" v="37" actId="20577"/>
      <pc:docMkLst>
        <pc:docMk/>
      </pc:docMkLst>
      <pc:sldChg chg="modSp mod">
        <pc:chgData name="Brown, Sally" userId="d1bd0039-b20c-458e-9f60-213009d0bb6b" providerId="ADAL" clId="{AE98B74E-EDEB-4F2F-BBD0-7672A0A507BC}" dt="2021-08-25T12:57:01.822" v="20" actId="962"/>
        <pc:sldMkLst>
          <pc:docMk/>
          <pc:sldMk cId="1392373928" sldId="2146848097"/>
        </pc:sldMkLst>
        <pc:spChg chg="ord">
          <ac:chgData name="Brown, Sally" userId="d1bd0039-b20c-458e-9f60-213009d0bb6b" providerId="ADAL" clId="{AE98B74E-EDEB-4F2F-BBD0-7672A0A507BC}" dt="2021-08-25T12:56:58.455" v="19"/>
          <ac:spMkLst>
            <pc:docMk/>
            <pc:sldMk cId="1392373928" sldId="2146848097"/>
            <ac:spMk id="3" creationId="{22EC6865-88F2-4FC3-B49C-852208A6B421}"/>
          </ac:spMkLst>
        </pc:spChg>
        <pc:spChg chg="mod">
          <ac:chgData name="Brown, Sally" userId="d1bd0039-b20c-458e-9f60-213009d0bb6b" providerId="ADAL" clId="{AE98B74E-EDEB-4F2F-BBD0-7672A0A507BC}" dt="2021-08-25T12:57:01.822" v="20" actId="962"/>
          <ac:spMkLst>
            <pc:docMk/>
            <pc:sldMk cId="1392373928" sldId="2146848097"/>
            <ac:spMk id="4" creationId="{4DA6191C-FBB1-4235-8931-B89FD084E39C}"/>
          </ac:spMkLst>
        </pc:spChg>
        <pc:spChg chg="ord">
          <ac:chgData name="Brown, Sally" userId="d1bd0039-b20c-458e-9f60-213009d0bb6b" providerId="ADAL" clId="{AE98B74E-EDEB-4F2F-BBD0-7672A0A507BC}" dt="2021-08-25T12:56:51.922" v="16"/>
          <ac:spMkLst>
            <pc:docMk/>
            <pc:sldMk cId="1392373928" sldId="2146848097"/>
            <ac:spMk id="5" creationId="{7C7ADC05-149F-4C54-88A2-2D63E4CF5906}"/>
          </ac:spMkLst>
        </pc:spChg>
        <pc:spChg chg="ord">
          <ac:chgData name="Brown, Sally" userId="d1bd0039-b20c-458e-9f60-213009d0bb6b" providerId="ADAL" clId="{AE98B74E-EDEB-4F2F-BBD0-7672A0A507BC}" dt="2021-08-25T12:56:55.191" v="18"/>
          <ac:spMkLst>
            <pc:docMk/>
            <pc:sldMk cId="1392373928" sldId="2146848097"/>
            <ac:spMk id="8" creationId="{945DCB79-0574-461F-83C0-EF5CCF410C0C}"/>
          </ac:spMkLst>
        </pc:spChg>
      </pc:sldChg>
      <pc:sldChg chg="modSp del mod">
        <pc:chgData name="Brown, Sally" userId="d1bd0039-b20c-458e-9f60-213009d0bb6b" providerId="ADAL" clId="{AE98B74E-EDEB-4F2F-BBD0-7672A0A507BC}" dt="2021-08-25T13:00:58.169" v="35" actId="47"/>
        <pc:sldMkLst>
          <pc:docMk/>
          <pc:sldMk cId="2784231307" sldId="2146848227"/>
        </pc:sldMkLst>
        <pc:spChg chg="ord">
          <ac:chgData name="Brown, Sally" userId="d1bd0039-b20c-458e-9f60-213009d0bb6b" providerId="ADAL" clId="{AE98B74E-EDEB-4F2F-BBD0-7672A0A507BC}" dt="2021-08-25T12:57:10.913" v="21"/>
          <ac:spMkLst>
            <pc:docMk/>
            <pc:sldMk cId="2784231307" sldId="2146848227"/>
            <ac:spMk id="7" creationId="{862B2210-13BE-4B7E-A02C-8BE5E71EB4E7}"/>
          </ac:spMkLst>
        </pc:spChg>
        <pc:spChg chg="mod">
          <ac:chgData name="Brown, Sally" userId="d1bd0039-b20c-458e-9f60-213009d0bb6b" providerId="ADAL" clId="{AE98B74E-EDEB-4F2F-BBD0-7672A0A507BC}" dt="2021-08-25T12:57:15.188" v="22" actId="962"/>
          <ac:spMkLst>
            <pc:docMk/>
            <pc:sldMk cId="2784231307" sldId="2146848227"/>
            <ac:spMk id="14" creationId="{8297FA66-9BCF-41A7-821F-FD6FC2F29A36}"/>
          </ac:spMkLst>
        </pc:spChg>
        <pc:grpChg chg="mod">
          <ac:chgData name="Brown, Sally" userId="d1bd0039-b20c-458e-9f60-213009d0bb6b" providerId="ADAL" clId="{AE98B74E-EDEB-4F2F-BBD0-7672A0A507BC}" dt="2021-08-25T12:57:44.376" v="24" actId="962"/>
          <ac:grpSpMkLst>
            <pc:docMk/>
            <pc:sldMk cId="2784231307" sldId="2146848227"/>
            <ac:grpSpMk id="10" creationId="{73CB305D-75A2-4F38-B760-EC4B75987B47}"/>
          </ac:grpSpMkLst>
        </pc:grpChg>
        <pc:picChg chg="mod">
          <ac:chgData name="Brown, Sally" userId="d1bd0039-b20c-458e-9f60-213009d0bb6b" providerId="ADAL" clId="{AE98B74E-EDEB-4F2F-BBD0-7672A0A507BC}" dt="2021-08-25T12:57:16.695" v="23" actId="962"/>
          <ac:picMkLst>
            <pc:docMk/>
            <pc:sldMk cId="2784231307" sldId="2146848227"/>
            <ac:picMk id="17" creationId="{32FBB312-BB37-4EAF-9858-A0B0E3FBCC08}"/>
          </ac:picMkLst>
        </pc:picChg>
      </pc:sldChg>
      <pc:sldChg chg="modSp mod">
        <pc:chgData name="Brown, Sally" userId="d1bd0039-b20c-458e-9f60-213009d0bb6b" providerId="ADAL" clId="{AE98B74E-EDEB-4F2F-BBD0-7672A0A507BC}" dt="2021-08-25T12:56:37.870" v="13"/>
        <pc:sldMkLst>
          <pc:docMk/>
          <pc:sldMk cId="475212142" sldId="2146848246"/>
        </pc:sldMkLst>
        <pc:spChg chg="ord">
          <ac:chgData name="Brown, Sally" userId="d1bd0039-b20c-458e-9f60-213009d0bb6b" providerId="ADAL" clId="{AE98B74E-EDEB-4F2F-BBD0-7672A0A507BC}" dt="2021-08-25T12:56:37.870" v="13"/>
          <ac:spMkLst>
            <pc:docMk/>
            <pc:sldMk cId="475212142" sldId="2146848246"/>
            <ac:spMk id="2" creationId="{54AC5113-64FF-4ADD-BA9D-534382081A85}"/>
          </ac:spMkLst>
        </pc:spChg>
        <pc:spChg chg="ord">
          <ac:chgData name="Brown, Sally" userId="d1bd0039-b20c-458e-9f60-213009d0bb6b" providerId="ADAL" clId="{AE98B74E-EDEB-4F2F-BBD0-7672A0A507BC}" dt="2021-08-25T12:56:34.383" v="12"/>
          <ac:spMkLst>
            <pc:docMk/>
            <pc:sldMk cId="475212142" sldId="2146848246"/>
            <ac:spMk id="14" creationId="{14DD1387-A5FB-4931-81B3-849D748E59B1}"/>
          </ac:spMkLst>
        </pc:spChg>
      </pc:sldChg>
      <pc:sldChg chg="modSp mod">
        <pc:chgData name="Brown, Sally" userId="d1bd0039-b20c-458e-9f60-213009d0bb6b" providerId="ADAL" clId="{AE98B74E-EDEB-4F2F-BBD0-7672A0A507BC}" dt="2021-08-25T12:56:44.075" v="14"/>
        <pc:sldMkLst>
          <pc:docMk/>
          <pc:sldMk cId="271568436" sldId="2146848247"/>
        </pc:sldMkLst>
        <pc:spChg chg="ord">
          <ac:chgData name="Brown, Sally" userId="d1bd0039-b20c-458e-9f60-213009d0bb6b" providerId="ADAL" clId="{AE98B74E-EDEB-4F2F-BBD0-7672A0A507BC}" dt="2021-08-25T12:56:44.075" v="14"/>
          <ac:spMkLst>
            <pc:docMk/>
            <pc:sldMk cId="271568436" sldId="2146848247"/>
            <ac:spMk id="4" creationId="{84F7C40F-306D-4646-ABEB-CB3F35B82EAF}"/>
          </ac:spMkLst>
        </pc:spChg>
      </pc:sldChg>
      <pc:sldChg chg="modSp mod">
        <pc:chgData name="Brown, Sally" userId="d1bd0039-b20c-458e-9f60-213009d0bb6b" providerId="ADAL" clId="{AE98B74E-EDEB-4F2F-BBD0-7672A0A507BC}" dt="2021-08-25T12:57:59.205" v="25"/>
        <pc:sldMkLst>
          <pc:docMk/>
          <pc:sldMk cId="2101444356" sldId="2146848248"/>
        </pc:sldMkLst>
        <pc:spChg chg="ord">
          <ac:chgData name="Brown, Sally" userId="d1bd0039-b20c-458e-9f60-213009d0bb6b" providerId="ADAL" clId="{AE98B74E-EDEB-4F2F-BBD0-7672A0A507BC}" dt="2021-08-25T12:57:59.205" v="25"/>
          <ac:spMkLst>
            <pc:docMk/>
            <pc:sldMk cId="2101444356" sldId="2146848248"/>
            <ac:spMk id="4" creationId="{FDBBC3A5-D098-4B2C-B44C-EA7A56C0D471}"/>
          </ac:spMkLst>
        </pc:spChg>
      </pc:sldChg>
      <pc:sldChg chg="delSp modSp mod">
        <pc:chgData name="Brown, Sally" userId="d1bd0039-b20c-458e-9f60-213009d0bb6b" providerId="ADAL" clId="{AE98B74E-EDEB-4F2F-BBD0-7672A0A507BC}" dt="2021-08-25T13:02:15.969" v="37" actId="20577"/>
        <pc:sldMkLst>
          <pc:docMk/>
          <pc:sldMk cId="1064298444" sldId="2146848250"/>
        </pc:sldMkLst>
        <pc:spChg chg="mod">
          <ac:chgData name="Brown, Sally" userId="d1bd0039-b20c-458e-9f60-213009d0bb6b" providerId="ADAL" clId="{AE98B74E-EDEB-4F2F-BBD0-7672A0A507BC}" dt="2021-08-25T12:55:21.034" v="4" actId="962"/>
          <ac:spMkLst>
            <pc:docMk/>
            <pc:sldMk cId="1064298444" sldId="2146848250"/>
            <ac:spMk id="14" creationId="{8297FA66-9BCF-41A7-821F-FD6FC2F29A36}"/>
          </ac:spMkLst>
        </pc:spChg>
        <pc:spChg chg="del">
          <ac:chgData name="Brown, Sally" userId="d1bd0039-b20c-458e-9f60-213009d0bb6b" providerId="ADAL" clId="{AE98B74E-EDEB-4F2F-BBD0-7672A0A507BC}" dt="2021-08-18T02:01:16.289" v="0" actId="478"/>
          <ac:spMkLst>
            <pc:docMk/>
            <pc:sldMk cId="1064298444" sldId="2146848250"/>
            <ac:spMk id="16" creationId="{C32E5053-B2D3-48A5-8701-C91E5C7A44C3}"/>
          </ac:spMkLst>
        </pc:spChg>
        <pc:spChg chg="mod">
          <ac:chgData name="Brown, Sally" userId="d1bd0039-b20c-458e-9f60-213009d0bb6b" providerId="ADAL" clId="{AE98B74E-EDEB-4F2F-BBD0-7672A0A507BC}" dt="2021-08-25T13:02:15.969" v="37" actId="20577"/>
          <ac:spMkLst>
            <pc:docMk/>
            <pc:sldMk cId="1064298444" sldId="2146848250"/>
            <ac:spMk id="20" creationId="{0A3040A6-76DA-44EC-9757-15D836B84B3F}"/>
          </ac:spMkLst>
        </pc:spChg>
        <pc:spChg chg="mod">
          <ac:chgData name="Brown, Sally" userId="d1bd0039-b20c-458e-9f60-213009d0bb6b" providerId="ADAL" clId="{AE98B74E-EDEB-4F2F-BBD0-7672A0A507BC}" dt="2021-08-18T02:01:34.347" v="3" actId="14100"/>
          <ac:spMkLst>
            <pc:docMk/>
            <pc:sldMk cId="1064298444" sldId="2146848250"/>
            <ac:spMk id="21" creationId="{67ADD933-BA0B-43C3-A114-C38B543D0AE8}"/>
          </ac:spMkLst>
        </pc:spChg>
        <pc:grpChg chg="mod ord">
          <ac:chgData name="Brown, Sally" userId="d1bd0039-b20c-458e-9f60-213009d0bb6b" providerId="ADAL" clId="{AE98B74E-EDEB-4F2F-BBD0-7672A0A507BC}" dt="2021-08-25T12:56:24.153" v="11" actId="962"/>
          <ac:grpSpMkLst>
            <pc:docMk/>
            <pc:sldMk cId="1064298444" sldId="2146848250"/>
            <ac:grpSpMk id="12" creationId="{45E9B598-EB86-40A4-AEDA-4EA8BC80CD36}"/>
          </ac:grpSpMkLst>
        </pc:grpChg>
        <pc:picChg chg="mod">
          <ac:chgData name="Brown, Sally" userId="d1bd0039-b20c-458e-9f60-213009d0bb6b" providerId="ADAL" clId="{AE98B74E-EDEB-4F2F-BBD0-7672A0A507BC}" dt="2021-08-25T12:55:23.921" v="6" actId="962"/>
          <ac:picMkLst>
            <pc:docMk/>
            <pc:sldMk cId="1064298444" sldId="2146848250"/>
            <ac:picMk id="11" creationId="{F283038B-E826-40BB-B1EC-3CBFA974EB6F}"/>
          </ac:picMkLst>
        </pc:picChg>
      </pc:sldChg>
      <pc:sldChg chg="modSp del mod">
        <pc:chgData name="Brown, Sally" userId="d1bd0039-b20c-458e-9f60-213009d0bb6b" providerId="ADAL" clId="{AE98B74E-EDEB-4F2F-BBD0-7672A0A507BC}" dt="2021-08-25T13:00:13.687" v="34" actId="47"/>
        <pc:sldMkLst>
          <pc:docMk/>
          <pc:sldMk cId="2353167526" sldId="2146848251"/>
        </pc:sldMkLst>
        <pc:spChg chg="mod">
          <ac:chgData name="Brown, Sally" userId="d1bd0039-b20c-458e-9f60-213009d0bb6b" providerId="ADAL" clId="{AE98B74E-EDEB-4F2F-BBD0-7672A0A507BC}" dt="2021-08-25T12:58:13.061" v="26" actId="962"/>
          <ac:spMkLst>
            <pc:docMk/>
            <pc:sldMk cId="2353167526" sldId="2146848251"/>
            <ac:spMk id="9" creationId="{D87FEA03-BAED-47F7-9DD3-A0C13C45E99D}"/>
          </ac:spMkLst>
        </pc:spChg>
        <pc:spChg chg="mod">
          <ac:chgData name="Brown, Sally" userId="d1bd0039-b20c-458e-9f60-213009d0bb6b" providerId="ADAL" clId="{AE98B74E-EDEB-4F2F-BBD0-7672A0A507BC}" dt="2021-08-25T12:58:14.328" v="27" actId="962"/>
          <ac:spMkLst>
            <pc:docMk/>
            <pc:sldMk cId="2353167526" sldId="2146848251"/>
            <ac:spMk id="14" creationId="{3AC7E581-3E2F-47B4-ADF1-1310E20C2D9F}"/>
          </ac:spMkLst>
        </pc:spChg>
        <pc:spChg chg="mod">
          <ac:chgData name="Brown, Sally" userId="d1bd0039-b20c-458e-9f60-213009d0bb6b" providerId="ADAL" clId="{AE98B74E-EDEB-4F2F-BBD0-7672A0A507BC}" dt="2021-08-25T12:58:15.806" v="28" actId="962"/>
          <ac:spMkLst>
            <pc:docMk/>
            <pc:sldMk cId="2353167526" sldId="2146848251"/>
            <ac:spMk id="15" creationId="{143A6343-5F07-48B3-B319-AC844925CD36}"/>
          </ac:spMkLst>
        </pc:spChg>
        <pc:spChg chg="mod">
          <ac:chgData name="Brown, Sally" userId="d1bd0039-b20c-458e-9f60-213009d0bb6b" providerId="ADAL" clId="{AE98B74E-EDEB-4F2F-BBD0-7672A0A507BC}" dt="2021-08-25T12:58:16.655" v="29" actId="962"/>
          <ac:spMkLst>
            <pc:docMk/>
            <pc:sldMk cId="2353167526" sldId="2146848251"/>
            <ac:spMk id="16" creationId="{BDAF7C1B-2C04-4712-B2FE-B18923B2BD26}"/>
          </ac:spMkLst>
        </pc:spChg>
        <pc:spChg chg="mod">
          <ac:chgData name="Brown, Sally" userId="d1bd0039-b20c-458e-9f60-213009d0bb6b" providerId="ADAL" clId="{AE98B74E-EDEB-4F2F-BBD0-7672A0A507BC}" dt="2021-08-25T12:58:17.313" v="30" actId="962"/>
          <ac:spMkLst>
            <pc:docMk/>
            <pc:sldMk cId="2353167526" sldId="2146848251"/>
            <ac:spMk id="17" creationId="{498A726F-4CAC-4C38-9BFA-4A16A4AB20D0}"/>
          </ac:spMkLst>
        </pc:spChg>
        <pc:spChg chg="mod">
          <ac:chgData name="Brown, Sally" userId="d1bd0039-b20c-458e-9f60-213009d0bb6b" providerId="ADAL" clId="{AE98B74E-EDEB-4F2F-BBD0-7672A0A507BC}" dt="2021-08-25T12:58:17.772" v="31" actId="962"/>
          <ac:spMkLst>
            <pc:docMk/>
            <pc:sldMk cId="2353167526" sldId="2146848251"/>
            <ac:spMk id="18" creationId="{CA755CD1-D423-4D49-822B-C77FC8C4540A}"/>
          </ac:spMkLst>
        </pc:spChg>
        <pc:spChg chg="mod">
          <ac:chgData name="Brown, Sally" userId="d1bd0039-b20c-458e-9f60-213009d0bb6b" providerId="ADAL" clId="{AE98B74E-EDEB-4F2F-BBD0-7672A0A507BC}" dt="2021-08-25T12:58:19.274" v="32" actId="962"/>
          <ac:spMkLst>
            <pc:docMk/>
            <pc:sldMk cId="2353167526" sldId="2146848251"/>
            <ac:spMk id="19" creationId="{57A9B69C-6F3C-40D2-B75A-E6355149A8C9}"/>
          </ac:spMkLst>
        </pc:spChg>
        <pc:spChg chg="mod">
          <ac:chgData name="Brown, Sally" userId="d1bd0039-b20c-458e-9f60-213009d0bb6b" providerId="ADAL" clId="{AE98B74E-EDEB-4F2F-BBD0-7672A0A507BC}" dt="2021-08-25T12:58:19.951" v="33" actId="962"/>
          <ac:spMkLst>
            <pc:docMk/>
            <pc:sldMk cId="2353167526" sldId="2146848251"/>
            <ac:spMk id="20" creationId="{05EB8696-836A-4AB1-BB3D-16FAE57542B7}"/>
          </ac:spMkLst>
        </pc:spChg>
      </pc:sldChg>
    </pc:docChg>
  </pc:docChgLst>
  <pc:docChgLst>
    <pc:chgData name="Bono, Vanessa A." userId="S::vanessa.a.bono@accenture.com::3bfb42e8-227f-417c-8a7f-d1dc27979169" providerId="AD" clId="Web-{A7D3BE9F-C0B6-0000-C51B-739F7D767B31}"/>
    <pc:docChg chg="">
      <pc:chgData name="Bono, Vanessa A." userId="S::vanessa.a.bono@accenture.com::3bfb42e8-227f-417c-8a7f-d1dc27979169" providerId="AD" clId="Web-{A7D3BE9F-C0B6-0000-C51B-739F7D767B31}" dt="2021-04-16T14:20:36.187" v="0"/>
      <pc:docMkLst>
        <pc:docMk/>
      </pc:docMkLst>
      <pc:sldChg chg="delCm">
        <pc:chgData name="Bono, Vanessa A." userId="S::vanessa.a.bono@accenture.com::3bfb42e8-227f-417c-8a7f-d1dc27979169" providerId="AD" clId="Web-{A7D3BE9F-C0B6-0000-C51B-739F7D767B31}" dt="2021-04-16T14:20:36.187" v="0"/>
        <pc:sldMkLst>
          <pc:docMk/>
          <pc:sldMk cId="2898466066" sldId="2146848054"/>
        </pc:sldMkLst>
      </pc:sldChg>
    </pc:docChg>
  </pc:docChgLst>
  <pc:docChgLst>
    <pc:chgData name="Andres, Cathleen E." userId="cee938a1-9172-4267-bb46-c9d267464a72" providerId="ADAL" clId="{F07C5CD0-6ABF-418F-94E2-63496C17CF01}"/>
    <pc:docChg chg="undo custSel addSld delSld modSld sldOrd addMainMaster modMainMaster addSection modSection">
      <pc:chgData name="Andres, Cathleen E." userId="cee938a1-9172-4267-bb46-c9d267464a72" providerId="ADAL" clId="{F07C5CD0-6ABF-418F-94E2-63496C17CF01}" dt="2021-04-15T21:11:46.663" v="301"/>
      <pc:docMkLst>
        <pc:docMk/>
      </pc:docMkLst>
      <pc:sldChg chg="modNotesTx">
        <pc:chgData name="Andres, Cathleen E." userId="cee938a1-9172-4267-bb46-c9d267464a72" providerId="ADAL" clId="{F07C5CD0-6ABF-418F-94E2-63496C17CF01}" dt="2021-04-15T18:51:45.605" v="251" actId="313"/>
        <pc:sldMkLst>
          <pc:docMk/>
          <pc:sldMk cId="2635235101" sldId="312"/>
        </pc:sldMkLst>
      </pc:sldChg>
      <pc:sldChg chg="modNotesTx">
        <pc:chgData name="Andres, Cathleen E." userId="cee938a1-9172-4267-bb46-c9d267464a72" providerId="ADAL" clId="{F07C5CD0-6ABF-418F-94E2-63496C17CF01}" dt="2021-04-15T18:51:45.353" v="250" actId="313"/>
        <pc:sldMkLst>
          <pc:docMk/>
          <pc:sldMk cId="4218277644" sldId="2146847985"/>
        </pc:sldMkLst>
      </pc:sldChg>
      <pc:sldChg chg="modNotesTx">
        <pc:chgData name="Andres, Cathleen E." userId="cee938a1-9172-4267-bb46-c9d267464a72" providerId="ADAL" clId="{F07C5CD0-6ABF-418F-94E2-63496C17CF01}" dt="2021-04-15T18:51:46.069" v="252" actId="313"/>
        <pc:sldMkLst>
          <pc:docMk/>
          <pc:sldMk cId="843002068" sldId="2146847988"/>
        </pc:sldMkLst>
      </pc:sldChg>
      <pc:sldChg chg="delSp modSp add del mod">
        <pc:chgData name="Andres, Cathleen E." userId="cee938a1-9172-4267-bb46-c9d267464a72" providerId="ADAL" clId="{F07C5CD0-6ABF-418F-94E2-63496C17CF01}" dt="2021-04-15T18:37:31.959" v="98" actId="478"/>
        <pc:sldMkLst>
          <pc:docMk/>
          <pc:sldMk cId="2723272357" sldId="2146847990"/>
        </pc:sldMkLst>
        <pc:spChg chg="del mod">
          <ac:chgData name="Andres, Cathleen E." userId="cee938a1-9172-4267-bb46-c9d267464a72" providerId="ADAL" clId="{F07C5CD0-6ABF-418F-94E2-63496C17CF01}" dt="2021-04-15T18:37:18.653" v="96" actId="478"/>
          <ac:spMkLst>
            <pc:docMk/>
            <pc:sldMk cId="2723272357" sldId="2146847990"/>
            <ac:spMk id="2" creationId="{DEC3C173-10F2-E942-9D03-ED6CAF9A793A}"/>
          </ac:spMkLst>
        </pc:spChg>
        <pc:spChg chg="mod">
          <ac:chgData name="Andres, Cathleen E." userId="cee938a1-9172-4267-bb46-c9d267464a72" providerId="ADAL" clId="{F07C5CD0-6ABF-418F-94E2-63496C17CF01}" dt="2021-04-15T18:37:13.946" v="95"/>
          <ac:spMkLst>
            <pc:docMk/>
            <pc:sldMk cId="2723272357" sldId="2146847990"/>
            <ac:spMk id="3" creationId="{C6AF8040-474F-D948-BFBC-3CC30C548E8C}"/>
          </ac:spMkLst>
        </pc:spChg>
        <pc:spChg chg="del">
          <ac:chgData name="Andres, Cathleen E." userId="cee938a1-9172-4267-bb46-c9d267464a72" providerId="ADAL" clId="{F07C5CD0-6ABF-418F-94E2-63496C17CF01}" dt="2021-04-15T18:37:25.384" v="97" actId="478"/>
          <ac:spMkLst>
            <pc:docMk/>
            <pc:sldMk cId="2723272357" sldId="2146847990"/>
            <ac:spMk id="4" creationId="{D64E18AC-824D-2F4B-BDCB-306142C77EF9}"/>
          </ac:spMkLst>
        </pc:spChg>
        <pc:spChg chg="del">
          <ac:chgData name="Andres, Cathleen E." userId="cee938a1-9172-4267-bb46-c9d267464a72" providerId="ADAL" clId="{F07C5CD0-6ABF-418F-94E2-63496C17CF01}" dt="2021-04-15T18:37:31.959" v="98" actId="478"/>
          <ac:spMkLst>
            <pc:docMk/>
            <pc:sldMk cId="2723272357" sldId="2146847990"/>
            <ac:spMk id="5" creationId="{446D0B9B-F811-9249-BA57-4AED6BDB42FC}"/>
          </ac:spMkLst>
        </pc:spChg>
      </pc:sldChg>
      <pc:sldChg chg="delSp modSp add del mod">
        <pc:chgData name="Andres, Cathleen E." userId="cee938a1-9172-4267-bb46-c9d267464a72" providerId="ADAL" clId="{F07C5CD0-6ABF-418F-94E2-63496C17CF01}" dt="2021-04-15T18:37:52.241" v="102" actId="478"/>
        <pc:sldMkLst>
          <pc:docMk/>
          <pc:sldMk cId="4030883378" sldId="2146847991"/>
        </pc:sldMkLst>
        <pc:spChg chg="del mod">
          <ac:chgData name="Andres, Cathleen E." userId="cee938a1-9172-4267-bb46-c9d267464a72" providerId="ADAL" clId="{F07C5CD0-6ABF-418F-94E2-63496C17CF01}" dt="2021-04-15T18:37:49.020" v="100" actId="478"/>
          <ac:spMkLst>
            <pc:docMk/>
            <pc:sldMk cId="4030883378" sldId="2146847991"/>
            <ac:spMk id="2" creationId="{DEC3C173-10F2-E942-9D03-ED6CAF9A793A}"/>
          </ac:spMkLst>
        </pc:spChg>
        <pc:spChg chg="mod">
          <ac:chgData name="Andres, Cathleen E." userId="cee938a1-9172-4267-bb46-c9d267464a72" providerId="ADAL" clId="{F07C5CD0-6ABF-418F-94E2-63496C17CF01}" dt="2021-04-15T18:37:44.853" v="99"/>
          <ac:spMkLst>
            <pc:docMk/>
            <pc:sldMk cId="4030883378" sldId="2146847991"/>
            <ac:spMk id="3" creationId="{C6AF8040-474F-D948-BFBC-3CC30C548E8C}"/>
          </ac:spMkLst>
        </pc:spChg>
        <pc:spChg chg="del">
          <ac:chgData name="Andres, Cathleen E." userId="cee938a1-9172-4267-bb46-c9d267464a72" providerId="ADAL" clId="{F07C5CD0-6ABF-418F-94E2-63496C17CF01}" dt="2021-04-15T18:37:50.435" v="101" actId="478"/>
          <ac:spMkLst>
            <pc:docMk/>
            <pc:sldMk cId="4030883378" sldId="2146847991"/>
            <ac:spMk id="4" creationId="{D64E18AC-824D-2F4B-BDCB-306142C77EF9}"/>
          </ac:spMkLst>
        </pc:spChg>
        <pc:spChg chg="del">
          <ac:chgData name="Andres, Cathleen E." userId="cee938a1-9172-4267-bb46-c9d267464a72" providerId="ADAL" clId="{F07C5CD0-6ABF-418F-94E2-63496C17CF01}" dt="2021-04-15T18:37:52.241" v="102" actId="478"/>
          <ac:spMkLst>
            <pc:docMk/>
            <pc:sldMk cId="4030883378" sldId="2146847991"/>
            <ac:spMk id="5" creationId="{446D0B9B-F811-9249-BA57-4AED6BDB42FC}"/>
          </ac:spMkLst>
        </pc:spChg>
      </pc:sldChg>
      <pc:sldChg chg="add del">
        <pc:chgData name="Andres, Cathleen E." userId="cee938a1-9172-4267-bb46-c9d267464a72" providerId="ADAL" clId="{F07C5CD0-6ABF-418F-94E2-63496C17CF01}" dt="2021-04-15T18:34:09.039" v="91" actId="2696"/>
        <pc:sldMkLst>
          <pc:docMk/>
          <pc:sldMk cId="1449517958" sldId="2146847992"/>
        </pc:sldMkLst>
      </pc:sldChg>
      <pc:sldChg chg="add del">
        <pc:chgData name="Andres, Cathleen E." userId="cee938a1-9172-4267-bb46-c9d267464a72" providerId="ADAL" clId="{F07C5CD0-6ABF-418F-94E2-63496C17CF01}" dt="2021-04-15T17:15:58.044" v="86" actId="2696"/>
        <pc:sldMkLst>
          <pc:docMk/>
          <pc:sldMk cId="2761499937" sldId="2146847993"/>
        </pc:sldMkLst>
      </pc:sldChg>
      <pc:sldChg chg="add ord modNotesTx">
        <pc:chgData name="Andres, Cathleen E." userId="cee938a1-9172-4267-bb46-c9d267464a72" providerId="ADAL" clId="{F07C5CD0-6ABF-418F-94E2-63496C17CF01}" dt="2021-04-15T18:51:48.551" v="255" actId="313"/>
        <pc:sldMkLst>
          <pc:docMk/>
          <pc:sldMk cId="2293903761" sldId="2146847994"/>
        </pc:sldMkLst>
      </pc:sldChg>
      <pc:sldChg chg="add modNotesTx">
        <pc:chgData name="Andres, Cathleen E." userId="cee938a1-9172-4267-bb46-c9d267464a72" providerId="ADAL" clId="{F07C5CD0-6ABF-418F-94E2-63496C17CF01}" dt="2021-04-15T18:51:48.586" v="256" actId="313"/>
        <pc:sldMkLst>
          <pc:docMk/>
          <pc:sldMk cId="2391532768" sldId="2146847995"/>
        </pc:sldMkLst>
      </pc:sldChg>
      <pc:sldChg chg="addSp modSp add modNotesTx">
        <pc:chgData name="Andres, Cathleen E." userId="cee938a1-9172-4267-bb46-c9d267464a72" providerId="ADAL" clId="{F07C5CD0-6ABF-418F-94E2-63496C17CF01}" dt="2021-04-15T18:51:48.623" v="257" actId="313"/>
        <pc:sldMkLst>
          <pc:docMk/>
          <pc:sldMk cId="1817617505" sldId="2146847996"/>
        </pc:sldMkLst>
        <pc:spChg chg="add mod">
          <ac:chgData name="Andres, Cathleen E." userId="cee938a1-9172-4267-bb46-c9d267464a72" providerId="ADAL" clId="{F07C5CD0-6ABF-418F-94E2-63496C17CF01}" dt="2021-04-15T18:38:49.981" v="104" actId="207"/>
          <ac:spMkLst>
            <pc:docMk/>
            <pc:sldMk cId="1817617505" sldId="2146847996"/>
            <ac:spMk id="6" creationId="{6877AF37-06B7-4120-AEDC-64ACFA86CAA7}"/>
          </ac:spMkLst>
        </pc:spChg>
        <pc:spChg chg="add mod">
          <ac:chgData name="Andres, Cathleen E." userId="cee938a1-9172-4267-bb46-c9d267464a72" providerId="ADAL" clId="{F07C5CD0-6ABF-418F-94E2-63496C17CF01}" dt="2021-04-15T18:38:49.981" v="104" actId="207"/>
          <ac:spMkLst>
            <pc:docMk/>
            <pc:sldMk cId="1817617505" sldId="2146847996"/>
            <ac:spMk id="7" creationId="{6863A5A8-9B17-4358-9FE1-FCA51C02ACD0}"/>
          </ac:spMkLst>
        </pc:spChg>
      </pc:sldChg>
      <pc:sldChg chg="add modNotesTx">
        <pc:chgData name="Andres, Cathleen E." userId="cee938a1-9172-4267-bb46-c9d267464a72" providerId="ADAL" clId="{F07C5CD0-6ABF-418F-94E2-63496C17CF01}" dt="2021-04-15T18:51:48.653" v="258" actId="313"/>
        <pc:sldMkLst>
          <pc:docMk/>
          <pc:sldMk cId="3855212040" sldId="2146847997"/>
        </pc:sldMkLst>
      </pc:sldChg>
      <pc:sldChg chg="add modNotesTx">
        <pc:chgData name="Andres, Cathleen E." userId="cee938a1-9172-4267-bb46-c9d267464a72" providerId="ADAL" clId="{F07C5CD0-6ABF-418F-94E2-63496C17CF01}" dt="2021-04-15T18:51:48.729" v="259" actId="313"/>
        <pc:sldMkLst>
          <pc:docMk/>
          <pc:sldMk cId="1844856867" sldId="2146847998"/>
        </pc:sldMkLst>
      </pc:sldChg>
      <pc:sldChg chg="add modNotes">
        <pc:chgData name="Andres, Cathleen E." userId="cee938a1-9172-4267-bb46-c9d267464a72" providerId="ADAL" clId="{F07C5CD0-6ABF-418F-94E2-63496C17CF01}" dt="2021-04-15T18:51:51.383" v="260"/>
        <pc:sldMkLst>
          <pc:docMk/>
          <pc:sldMk cId="2405523524" sldId="2146847999"/>
        </pc:sldMkLst>
      </pc:sldChg>
      <pc:sldChg chg="add modNotes">
        <pc:chgData name="Andres, Cathleen E." userId="cee938a1-9172-4267-bb46-c9d267464a72" providerId="ADAL" clId="{F07C5CD0-6ABF-418F-94E2-63496C17CF01}" dt="2021-04-15T18:51:51.383" v="260"/>
        <pc:sldMkLst>
          <pc:docMk/>
          <pc:sldMk cId="2775167166" sldId="2146848000"/>
        </pc:sldMkLst>
      </pc:sldChg>
      <pc:sldChg chg="add modNotes">
        <pc:chgData name="Andres, Cathleen E." userId="cee938a1-9172-4267-bb46-c9d267464a72" providerId="ADAL" clId="{F07C5CD0-6ABF-418F-94E2-63496C17CF01}" dt="2021-04-15T18:51:51.383" v="260"/>
        <pc:sldMkLst>
          <pc:docMk/>
          <pc:sldMk cId="129644429" sldId="2146848001"/>
        </pc:sldMkLst>
      </pc:sldChg>
      <pc:sldChg chg="add modNotes">
        <pc:chgData name="Andres, Cathleen E." userId="cee938a1-9172-4267-bb46-c9d267464a72" providerId="ADAL" clId="{F07C5CD0-6ABF-418F-94E2-63496C17CF01}" dt="2021-04-15T18:51:51.383" v="260"/>
        <pc:sldMkLst>
          <pc:docMk/>
          <pc:sldMk cId="3366237527" sldId="2146848002"/>
        </pc:sldMkLst>
      </pc:sldChg>
      <pc:sldChg chg="add modNotes">
        <pc:chgData name="Andres, Cathleen E." userId="cee938a1-9172-4267-bb46-c9d267464a72" providerId="ADAL" clId="{F07C5CD0-6ABF-418F-94E2-63496C17CF01}" dt="2021-04-15T18:51:51.383" v="260"/>
        <pc:sldMkLst>
          <pc:docMk/>
          <pc:sldMk cId="539858327" sldId="2146848003"/>
        </pc:sldMkLst>
      </pc:sldChg>
      <pc:sldChg chg="add modNotes">
        <pc:chgData name="Andres, Cathleen E." userId="cee938a1-9172-4267-bb46-c9d267464a72" providerId="ADAL" clId="{F07C5CD0-6ABF-418F-94E2-63496C17CF01}" dt="2021-04-15T18:51:51.383" v="260"/>
        <pc:sldMkLst>
          <pc:docMk/>
          <pc:sldMk cId="1330671019" sldId="2146848004"/>
        </pc:sldMkLst>
      </pc:sldChg>
      <pc:sldChg chg="add modNotes">
        <pc:chgData name="Andres, Cathleen E." userId="cee938a1-9172-4267-bb46-c9d267464a72" providerId="ADAL" clId="{F07C5CD0-6ABF-418F-94E2-63496C17CF01}" dt="2021-04-15T18:51:51.383" v="260"/>
        <pc:sldMkLst>
          <pc:docMk/>
          <pc:sldMk cId="3731329316" sldId="2146848005"/>
        </pc:sldMkLst>
      </pc:sldChg>
      <pc:sldChg chg="add modNotes">
        <pc:chgData name="Andres, Cathleen E." userId="cee938a1-9172-4267-bb46-c9d267464a72" providerId="ADAL" clId="{F07C5CD0-6ABF-418F-94E2-63496C17CF01}" dt="2021-04-15T18:51:51.383" v="260"/>
        <pc:sldMkLst>
          <pc:docMk/>
          <pc:sldMk cId="381113234" sldId="2146848006"/>
        </pc:sldMkLst>
      </pc:sldChg>
      <pc:sldChg chg="delSp modSp add mod">
        <pc:chgData name="Andres, Cathleen E." userId="cee938a1-9172-4267-bb46-c9d267464a72" providerId="ADAL" clId="{F07C5CD0-6ABF-418F-94E2-63496C17CF01}" dt="2021-04-15T18:36:10.225" v="94" actId="478"/>
        <pc:sldMkLst>
          <pc:docMk/>
          <pc:sldMk cId="2986994572" sldId="2146848007"/>
        </pc:sldMkLst>
        <pc:spChg chg="del mod">
          <ac:chgData name="Andres, Cathleen E." userId="cee938a1-9172-4267-bb46-c9d267464a72" providerId="ADAL" clId="{F07C5CD0-6ABF-418F-94E2-63496C17CF01}" dt="2021-04-15T18:36:10.225" v="94" actId="478"/>
          <ac:spMkLst>
            <pc:docMk/>
            <pc:sldMk cId="2986994572" sldId="2146848007"/>
            <ac:spMk id="13" creationId="{1E6C01CA-C1AB-4C38-AD50-ADA5E41808FD}"/>
          </ac:spMkLst>
        </pc:spChg>
        <pc:spChg chg="del">
          <ac:chgData name="Andres, Cathleen E." userId="cee938a1-9172-4267-bb46-c9d267464a72" providerId="ADAL" clId="{F07C5CD0-6ABF-418F-94E2-63496C17CF01}" dt="2021-04-15T18:36:10.174" v="93" actId="478"/>
          <ac:spMkLst>
            <pc:docMk/>
            <pc:sldMk cId="2986994572" sldId="2146848007"/>
            <ac:spMk id="16" creationId="{CDE614DC-4ADD-454D-AF96-7D03088FF8E2}"/>
          </ac:spMkLst>
        </pc:spChg>
      </pc:sldChg>
      <pc:sldChg chg="add">
        <pc:chgData name="Andres, Cathleen E." userId="cee938a1-9172-4267-bb46-c9d267464a72" providerId="ADAL" clId="{F07C5CD0-6ABF-418F-94E2-63496C17CF01}" dt="2021-04-15T17:07:59.929" v="48"/>
        <pc:sldMkLst>
          <pc:docMk/>
          <pc:sldMk cId="3591431208" sldId="2146848008"/>
        </pc:sldMkLst>
      </pc:sldChg>
      <pc:sldChg chg="add">
        <pc:chgData name="Andres, Cathleen E." userId="cee938a1-9172-4267-bb46-c9d267464a72" providerId="ADAL" clId="{F07C5CD0-6ABF-418F-94E2-63496C17CF01}" dt="2021-04-15T17:08:02.091" v="50"/>
        <pc:sldMkLst>
          <pc:docMk/>
          <pc:sldMk cId="2014715241" sldId="2146848009"/>
        </pc:sldMkLst>
      </pc:sldChg>
      <pc:sldChg chg="add">
        <pc:chgData name="Andres, Cathleen E." userId="cee938a1-9172-4267-bb46-c9d267464a72" providerId="ADAL" clId="{F07C5CD0-6ABF-418F-94E2-63496C17CF01}" dt="2021-04-15T17:08:04.095" v="52"/>
        <pc:sldMkLst>
          <pc:docMk/>
          <pc:sldMk cId="168557556" sldId="2146848010"/>
        </pc:sldMkLst>
      </pc:sldChg>
      <pc:sldChg chg="add">
        <pc:chgData name="Andres, Cathleen E." userId="cee938a1-9172-4267-bb46-c9d267464a72" providerId="ADAL" clId="{F07C5CD0-6ABF-418F-94E2-63496C17CF01}" dt="2021-04-15T17:08:12.483" v="54"/>
        <pc:sldMkLst>
          <pc:docMk/>
          <pc:sldMk cId="1203875824" sldId="2146848011"/>
        </pc:sldMkLst>
      </pc:sldChg>
      <pc:sldChg chg="add">
        <pc:chgData name="Andres, Cathleen E." userId="cee938a1-9172-4267-bb46-c9d267464a72" providerId="ADAL" clId="{F07C5CD0-6ABF-418F-94E2-63496C17CF01}" dt="2021-04-15T17:08:15.010" v="56"/>
        <pc:sldMkLst>
          <pc:docMk/>
          <pc:sldMk cId="2877401468" sldId="2146848012"/>
        </pc:sldMkLst>
      </pc:sldChg>
      <pc:sldChg chg="add">
        <pc:chgData name="Andres, Cathleen E." userId="cee938a1-9172-4267-bb46-c9d267464a72" providerId="ADAL" clId="{F07C5CD0-6ABF-418F-94E2-63496C17CF01}" dt="2021-04-15T17:08:18.203" v="58"/>
        <pc:sldMkLst>
          <pc:docMk/>
          <pc:sldMk cId="3278767527" sldId="2146848013"/>
        </pc:sldMkLst>
      </pc:sldChg>
      <pc:sldChg chg="add">
        <pc:chgData name="Andres, Cathleen E." userId="cee938a1-9172-4267-bb46-c9d267464a72" providerId="ADAL" clId="{F07C5CD0-6ABF-418F-94E2-63496C17CF01}" dt="2021-04-15T17:08:19.996" v="60"/>
        <pc:sldMkLst>
          <pc:docMk/>
          <pc:sldMk cId="511667723" sldId="2146848014"/>
        </pc:sldMkLst>
      </pc:sldChg>
      <pc:sldChg chg="add">
        <pc:chgData name="Andres, Cathleen E." userId="cee938a1-9172-4267-bb46-c9d267464a72" providerId="ADAL" clId="{F07C5CD0-6ABF-418F-94E2-63496C17CF01}" dt="2021-04-15T17:08:22.370" v="62"/>
        <pc:sldMkLst>
          <pc:docMk/>
          <pc:sldMk cId="3768197626" sldId="2146848015"/>
        </pc:sldMkLst>
      </pc:sldChg>
      <pc:sldChg chg="add">
        <pc:chgData name="Andres, Cathleen E." userId="cee938a1-9172-4267-bb46-c9d267464a72" providerId="ADAL" clId="{F07C5CD0-6ABF-418F-94E2-63496C17CF01}" dt="2021-04-15T17:08:26.042" v="64"/>
        <pc:sldMkLst>
          <pc:docMk/>
          <pc:sldMk cId="305470005" sldId="2146848016"/>
        </pc:sldMkLst>
      </pc:sldChg>
      <pc:sldChg chg="add">
        <pc:chgData name="Andres, Cathleen E." userId="cee938a1-9172-4267-bb46-c9d267464a72" providerId="ADAL" clId="{F07C5CD0-6ABF-418F-94E2-63496C17CF01}" dt="2021-04-15T17:08:29.639" v="66"/>
        <pc:sldMkLst>
          <pc:docMk/>
          <pc:sldMk cId="3335388498" sldId="2146848017"/>
        </pc:sldMkLst>
      </pc:sldChg>
      <pc:sldChg chg="add">
        <pc:chgData name="Andres, Cathleen E." userId="cee938a1-9172-4267-bb46-c9d267464a72" providerId="ADAL" clId="{F07C5CD0-6ABF-418F-94E2-63496C17CF01}" dt="2021-04-15T17:08:31.507" v="68"/>
        <pc:sldMkLst>
          <pc:docMk/>
          <pc:sldMk cId="3705693824" sldId="2146848018"/>
        </pc:sldMkLst>
      </pc:sldChg>
      <pc:sldChg chg="add">
        <pc:chgData name="Andres, Cathleen E." userId="cee938a1-9172-4267-bb46-c9d267464a72" providerId="ADAL" clId="{F07C5CD0-6ABF-418F-94E2-63496C17CF01}" dt="2021-04-15T17:08:33.872" v="70"/>
        <pc:sldMkLst>
          <pc:docMk/>
          <pc:sldMk cId="1305574490" sldId="2146848019"/>
        </pc:sldMkLst>
      </pc:sldChg>
      <pc:sldChg chg="add">
        <pc:chgData name="Andres, Cathleen E." userId="cee938a1-9172-4267-bb46-c9d267464a72" providerId="ADAL" clId="{F07C5CD0-6ABF-418F-94E2-63496C17CF01}" dt="2021-04-15T17:08:36.647" v="72"/>
        <pc:sldMkLst>
          <pc:docMk/>
          <pc:sldMk cId="900908429" sldId="2146848020"/>
        </pc:sldMkLst>
      </pc:sldChg>
      <pc:sldChg chg="add">
        <pc:chgData name="Andres, Cathleen E." userId="cee938a1-9172-4267-bb46-c9d267464a72" providerId="ADAL" clId="{F07C5CD0-6ABF-418F-94E2-63496C17CF01}" dt="2021-04-15T17:08:39.710" v="74"/>
        <pc:sldMkLst>
          <pc:docMk/>
          <pc:sldMk cId="4258611816" sldId="2146848021"/>
        </pc:sldMkLst>
      </pc:sldChg>
      <pc:sldChg chg="add modNotes">
        <pc:chgData name="Andres, Cathleen E." userId="cee938a1-9172-4267-bb46-c9d267464a72" providerId="ADAL" clId="{F07C5CD0-6ABF-418F-94E2-63496C17CF01}" dt="2021-04-15T18:51:51.383" v="260"/>
        <pc:sldMkLst>
          <pc:docMk/>
          <pc:sldMk cId="2471527713" sldId="2146848022"/>
        </pc:sldMkLst>
      </pc:sldChg>
      <pc:sldChg chg="add modNotes">
        <pc:chgData name="Andres, Cathleen E." userId="cee938a1-9172-4267-bb46-c9d267464a72" providerId="ADAL" clId="{F07C5CD0-6ABF-418F-94E2-63496C17CF01}" dt="2021-04-15T18:51:51.383" v="260"/>
        <pc:sldMkLst>
          <pc:docMk/>
          <pc:sldMk cId="1432731455" sldId="2146848023"/>
        </pc:sldMkLst>
      </pc:sldChg>
      <pc:sldChg chg="add modNotes">
        <pc:chgData name="Andres, Cathleen E." userId="cee938a1-9172-4267-bb46-c9d267464a72" providerId="ADAL" clId="{F07C5CD0-6ABF-418F-94E2-63496C17CF01}" dt="2021-04-15T18:51:51.383" v="260"/>
        <pc:sldMkLst>
          <pc:docMk/>
          <pc:sldMk cId="1129642495" sldId="2146848024"/>
        </pc:sldMkLst>
      </pc:sldChg>
      <pc:sldChg chg="add modNotes">
        <pc:chgData name="Andres, Cathleen E." userId="cee938a1-9172-4267-bb46-c9d267464a72" providerId="ADAL" clId="{F07C5CD0-6ABF-418F-94E2-63496C17CF01}" dt="2021-04-15T18:51:51.383" v="260"/>
        <pc:sldMkLst>
          <pc:docMk/>
          <pc:sldMk cId="3928546937" sldId="2146848025"/>
        </pc:sldMkLst>
      </pc:sldChg>
      <pc:sldChg chg="add">
        <pc:chgData name="Andres, Cathleen E." userId="cee938a1-9172-4267-bb46-c9d267464a72" providerId="ADAL" clId="{F07C5CD0-6ABF-418F-94E2-63496C17CF01}" dt="2021-04-15T18:33:47.517" v="88"/>
        <pc:sldMkLst>
          <pc:docMk/>
          <pc:sldMk cId="2551928445" sldId="2146848026"/>
        </pc:sldMkLst>
      </pc:sldChg>
      <pc:sldChg chg="modNotes">
        <pc:chgData name="Andres, Cathleen E." userId="cee938a1-9172-4267-bb46-c9d267464a72" providerId="ADAL" clId="{F07C5CD0-6ABF-418F-94E2-63496C17CF01}" dt="2021-04-15T18:51:51.383" v="260"/>
        <pc:sldMkLst>
          <pc:docMk/>
          <pc:sldMk cId="3332821540" sldId="2146848026"/>
        </pc:sldMkLst>
      </pc:sldChg>
      <pc:sldChg chg="modNotes">
        <pc:chgData name="Andres, Cathleen E." userId="cee938a1-9172-4267-bb46-c9d267464a72" providerId="ADAL" clId="{F07C5CD0-6ABF-418F-94E2-63496C17CF01}" dt="2021-04-15T18:51:51.383" v="260"/>
        <pc:sldMkLst>
          <pc:docMk/>
          <pc:sldMk cId="1039283204" sldId="2146848027"/>
        </pc:sldMkLst>
      </pc:sldChg>
      <pc:sldChg chg="add">
        <pc:chgData name="Andres, Cathleen E." userId="cee938a1-9172-4267-bb46-c9d267464a72" providerId="ADAL" clId="{F07C5CD0-6ABF-418F-94E2-63496C17CF01}" dt="2021-04-15T18:33:53.250" v="90"/>
        <pc:sldMkLst>
          <pc:docMk/>
          <pc:sldMk cId="3892687193" sldId="2146848027"/>
        </pc:sldMkLst>
      </pc:sldChg>
      <pc:sldChg chg="modNotes">
        <pc:chgData name="Andres, Cathleen E." userId="cee938a1-9172-4267-bb46-c9d267464a72" providerId="ADAL" clId="{F07C5CD0-6ABF-418F-94E2-63496C17CF01}" dt="2021-04-15T18:51:51.383" v="260"/>
        <pc:sldMkLst>
          <pc:docMk/>
          <pc:sldMk cId="18694801" sldId="2146848028"/>
        </pc:sldMkLst>
      </pc:sldChg>
      <pc:sldChg chg="add">
        <pc:chgData name="Andres, Cathleen E." userId="cee938a1-9172-4267-bb46-c9d267464a72" providerId="ADAL" clId="{F07C5CD0-6ABF-418F-94E2-63496C17CF01}" dt="2021-04-15T18:41:55.906" v="106"/>
        <pc:sldMkLst>
          <pc:docMk/>
          <pc:sldMk cId="1727733904" sldId="2146848028"/>
        </pc:sldMkLst>
      </pc:sldChg>
      <pc:sldChg chg="add">
        <pc:chgData name="Andres, Cathleen E." userId="cee938a1-9172-4267-bb46-c9d267464a72" providerId="ADAL" clId="{F07C5CD0-6ABF-418F-94E2-63496C17CF01}" dt="2021-04-15T18:41:57.820" v="108"/>
        <pc:sldMkLst>
          <pc:docMk/>
          <pc:sldMk cId="880263693" sldId="2146848029"/>
        </pc:sldMkLst>
      </pc:sldChg>
      <pc:sldChg chg="modNotes">
        <pc:chgData name="Andres, Cathleen E." userId="cee938a1-9172-4267-bb46-c9d267464a72" providerId="ADAL" clId="{F07C5CD0-6ABF-418F-94E2-63496C17CF01}" dt="2021-04-15T18:51:51.383" v="260"/>
        <pc:sldMkLst>
          <pc:docMk/>
          <pc:sldMk cId="1795623359" sldId="2146848029"/>
        </pc:sldMkLst>
      </pc:sldChg>
      <pc:sldChg chg="add">
        <pc:chgData name="Andres, Cathleen E." userId="cee938a1-9172-4267-bb46-c9d267464a72" providerId="ADAL" clId="{F07C5CD0-6ABF-418F-94E2-63496C17CF01}" dt="2021-04-15T18:41:59.115" v="110"/>
        <pc:sldMkLst>
          <pc:docMk/>
          <pc:sldMk cId="1813497949" sldId="2146848030"/>
        </pc:sldMkLst>
      </pc:sldChg>
      <pc:sldChg chg="modNotes">
        <pc:chgData name="Andres, Cathleen E." userId="cee938a1-9172-4267-bb46-c9d267464a72" providerId="ADAL" clId="{F07C5CD0-6ABF-418F-94E2-63496C17CF01}" dt="2021-04-15T18:51:51.383" v="260"/>
        <pc:sldMkLst>
          <pc:docMk/>
          <pc:sldMk cId="2767721386" sldId="2146848030"/>
        </pc:sldMkLst>
      </pc:sldChg>
      <pc:sldChg chg="add">
        <pc:chgData name="Andres, Cathleen E." userId="cee938a1-9172-4267-bb46-c9d267464a72" providerId="ADAL" clId="{F07C5CD0-6ABF-418F-94E2-63496C17CF01}" dt="2021-04-15T18:42:00.653" v="112"/>
        <pc:sldMkLst>
          <pc:docMk/>
          <pc:sldMk cId="1934246183" sldId="2146848031"/>
        </pc:sldMkLst>
      </pc:sldChg>
      <pc:sldChg chg="modNotes">
        <pc:chgData name="Andres, Cathleen E." userId="cee938a1-9172-4267-bb46-c9d267464a72" providerId="ADAL" clId="{F07C5CD0-6ABF-418F-94E2-63496C17CF01}" dt="2021-04-15T18:51:51.383" v="260"/>
        <pc:sldMkLst>
          <pc:docMk/>
          <pc:sldMk cId="3285247271" sldId="2146848031"/>
        </pc:sldMkLst>
      </pc:sldChg>
      <pc:sldChg chg="add">
        <pc:chgData name="Andres, Cathleen E." userId="cee938a1-9172-4267-bb46-c9d267464a72" providerId="ADAL" clId="{F07C5CD0-6ABF-418F-94E2-63496C17CF01}" dt="2021-04-15T18:42:02.794" v="114"/>
        <pc:sldMkLst>
          <pc:docMk/>
          <pc:sldMk cId="1777660021" sldId="2146848032"/>
        </pc:sldMkLst>
      </pc:sldChg>
      <pc:sldChg chg="modNotes">
        <pc:chgData name="Andres, Cathleen E." userId="cee938a1-9172-4267-bb46-c9d267464a72" providerId="ADAL" clId="{F07C5CD0-6ABF-418F-94E2-63496C17CF01}" dt="2021-04-15T18:51:51.383" v="260"/>
        <pc:sldMkLst>
          <pc:docMk/>
          <pc:sldMk cId="3111798080" sldId="2146848033"/>
        </pc:sldMkLst>
      </pc:sldChg>
      <pc:sldChg chg="add">
        <pc:chgData name="Andres, Cathleen E." userId="cee938a1-9172-4267-bb46-c9d267464a72" providerId="ADAL" clId="{F07C5CD0-6ABF-418F-94E2-63496C17CF01}" dt="2021-04-15T18:42:09.971" v="116"/>
        <pc:sldMkLst>
          <pc:docMk/>
          <pc:sldMk cId="4268051218" sldId="2146848033"/>
        </pc:sldMkLst>
      </pc:sldChg>
      <pc:sldChg chg="modNotes">
        <pc:chgData name="Andres, Cathleen E." userId="cee938a1-9172-4267-bb46-c9d267464a72" providerId="ADAL" clId="{F07C5CD0-6ABF-418F-94E2-63496C17CF01}" dt="2021-04-15T18:51:51.383" v="260"/>
        <pc:sldMkLst>
          <pc:docMk/>
          <pc:sldMk cId="2079872314" sldId="2146848034"/>
        </pc:sldMkLst>
      </pc:sldChg>
      <pc:sldChg chg="add">
        <pc:chgData name="Andres, Cathleen E." userId="cee938a1-9172-4267-bb46-c9d267464a72" providerId="ADAL" clId="{F07C5CD0-6ABF-418F-94E2-63496C17CF01}" dt="2021-04-15T18:42:11.314" v="118"/>
        <pc:sldMkLst>
          <pc:docMk/>
          <pc:sldMk cId="3107310230" sldId="2146848034"/>
        </pc:sldMkLst>
      </pc:sldChg>
      <pc:sldChg chg="add">
        <pc:chgData name="Andres, Cathleen E." userId="cee938a1-9172-4267-bb46-c9d267464a72" providerId="ADAL" clId="{F07C5CD0-6ABF-418F-94E2-63496C17CF01}" dt="2021-04-15T18:42:13.588" v="120"/>
        <pc:sldMkLst>
          <pc:docMk/>
          <pc:sldMk cId="997845639" sldId="2146848035"/>
        </pc:sldMkLst>
      </pc:sldChg>
      <pc:sldChg chg="modNotes">
        <pc:chgData name="Andres, Cathleen E." userId="cee938a1-9172-4267-bb46-c9d267464a72" providerId="ADAL" clId="{F07C5CD0-6ABF-418F-94E2-63496C17CF01}" dt="2021-04-15T18:51:51.383" v="260"/>
        <pc:sldMkLst>
          <pc:docMk/>
          <pc:sldMk cId="1712865840" sldId="2146848035"/>
        </pc:sldMkLst>
      </pc:sldChg>
      <pc:sldChg chg="modNotes">
        <pc:chgData name="Andres, Cathleen E." userId="cee938a1-9172-4267-bb46-c9d267464a72" providerId="ADAL" clId="{F07C5CD0-6ABF-418F-94E2-63496C17CF01}" dt="2021-04-15T18:51:51.383" v="260"/>
        <pc:sldMkLst>
          <pc:docMk/>
          <pc:sldMk cId="242159625" sldId="2146848036"/>
        </pc:sldMkLst>
      </pc:sldChg>
      <pc:sldChg chg="add">
        <pc:chgData name="Andres, Cathleen E." userId="cee938a1-9172-4267-bb46-c9d267464a72" providerId="ADAL" clId="{F07C5CD0-6ABF-418F-94E2-63496C17CF01}" dt="2021-04-15T18:43:10.455" v="122"/>
        <pc:sldMkLst>
          <pc:docMk/>
          <pc:sldMk cId="2141603944" sldId="2146848036"/>
        </pc:sldMkLst>
      </pc:sldChg>
      <pc:sldChg chg="add">
        <pc:chgData name="Andres, Cathleen E." userId="cee938a1-9172-4267-bb46-c9d267464a72" providerId="ADAL" clId="{F07C5CD0-6ABF-418F-94E2-63496C17CF01}" dt="2021-04-15T18:43:11.268" v="124"/>
        <pc:sldMkLst>
          <pc:docMk/>
          <pc:sldMk cId="3472101874" sldId="2146848037"/>
        </pc:sldMkLst>
      </pc:sldChg>
      <pc:sldChg chg="add">
        <pc:chgData name="Andres, Cathleen E." userId="cee938a1-9172-4267-bb46-c9d267464a72" providerId="ADAL" clId="{F07C5CD0-6ABF-418F-94E2-63496C17CF01}" dt="2021-04-15T18:43:13.619" v="126"/>
        <pc:sldMkLst>
          <pc:docMk/>
          <pc:sldMk cId="3071186724" sldId="2146848038"/>
        </pc:sldMkLst>
      </pc:sldChg>
      <pc:sldChg chg="add">
        <pc:chgData name="Andres, Cathleen E." userId="cee938a1-9172-4267-bb46-c9d267464a72" providerId="ADAL" clId="{F07C5CD0-6ABF-418F-94E2-63496C17CF01}" dt="2021-04-15T18:43:14.965" v="128"/>
        <pc:sldMkLst>
          <pc:docMk/>
          <pc:sldMk cId="1382408786" sldId="2146848039"/>
        </pc:sldMkLst>
      </pc:sldChg>
      <pc:sldChg chg="add">
        <pc:chgData name="Andres, Cathleen E." userId="cee938a1-9172-4267-bb46-c9d267464a72" providerId="ADAL" clId="{F07C5CD0-6ABF-418F-94E2-63496C17CF01}" dt="2021-04-15T18:43:17.101" v="130"/>
        <pc:sldMkLst>
          <pc:docMk/>
          <pc:sldMk cId="1005543773" sldId="2146848040"/>
        </pc:sldMkLst>
      </pc:sldChg>
      <pc:sldChg chg="modNotes">
        <pc:chgData name="Andres, Cathleen E." userId="cee938a1-9172-4267-bb46-c9d267464a72" providerId="ADAL" clId="{F07C5CD0-6ABF-418F-94E2-63496C17CF01}" dt="2021-04-15T18:51:51.383" v="260"/>
        <pc:sldMkLst>
          <pc:docMk/>
          <pc:sldMk cId="1098756425" sldId="2146848040"/>
        </pc:sldMkLst>
      </pc:sldChg>
      <pc:sldChg chg="add">
        <pc:chgData name="Andres, Cathleen E." userId="cee938a1-9172-4267-bb46-c9d267464a72" providerId="ADAL" clId="{F07C5CD0-6ABF-418F-94E2-63496C17CF01}" dt="2021-04-15T18:43:23.611" v="132"/>
        <pc:sldMkLst>
          <pc:docMk/>
          <pc:sldMk cId="1090710943" sldId="2146848041"/>
        </pc:sldMkLst>
      </pc:sldChg>
      <pc:sldChg chg="add ord">
        <pc:chgData name="Andres, Cathleen E." userId="cee938a1-9172-4267-bb46-c9d267464a72" providerId="ADAL" clId="{F07C5CD0-6ABF-418F-94E2-63496C17CF01}" dt="2021-04-15T18:46:11.046" v="195"/>
        <pc:sldMkLst>
          <pc:docMk/>
          <pc:sldMk cId="173810927" sldId="2146848042"/>
        </pc:sldMkLst>
      </pc:sldChg>
      <pc:sldChg chg="add ord">
        <pc:chgData name="Andres, Cathleen E." userId="cee938a1-9172-4267-bb46-c9d267464a72" providerId="ADAL" clId="{F07C5CD0-6ABF-418F-94E2-63496C17CF01}" dt="2021-04-15T18:43:32.786" v="138"/>
        <pc:sldMkLst>
          <pc:docMk/>
          <pc:sldMk cId="2240667680" sldId="2146848043"/>
        </pc:sldMkLst>
      </pc:sldChg>
      <pc:sldChg chg="add">
        <pc:chgData name="Andres, Cathleen E." userId="cee938a1-9172-4267-bb46-c9d267464a72" providerId="ADAL" clId="{F07C5CD0-6ABF-418F-94E2-63496C17CF01}" dt="2021-04-15T18:43:36.791" v="140"/>
        <pc:sldMkLst>
          <pc:docMk/>
          <pc:sldMk cId="2661023269" sldId="2146848044"/>
        </pc:sldMkLst>
      </pc:sldChg>
      <pc:sldChg chg="add">
        <pc:chgData name="Andres, Cathleen E." userId="cee938a1-9172-4267-bb46-c9d267464a72" providerId="ADAL" clId="{F07C5CD0-6ABF-418F-94E2-63496C17CF01}" dt="2021-04-15T18:43:37.972" v="142"/>
        <pc:sldMkLst>
          <pc:docMk/>
          <pc:sldMk cId="2271176017" sldId="2146848045"/>
        </pc:sldMkLst>
      </pc:sldChg>
      <pc:sldChg chg="add">
        <pc:chgData name="Andres, Cathleen E." userId="cee938a1-9172-4267-bb46-c9d267464a72" providerId="ADAL" clId="{F07C5CD0-6ABF-418F-94E2-63496C17CF01}" dt="2021-04-15T18:43:41.301" v="144"/>
        <pc:sldMkLst>
          <pc:docMk/>
          <pc:sldMk cId="524338292" sldId="2146848046"/>
        </pc:sldMkLst>
      </pc:sldChg>
      <pc:sldChg chg="modNotes">
        <pc:chgData name="Andres, Cathleen E." userId="cee938a1-9172-4267-bb46-c9d267464a72" providerId="ADAL" clId="{F07C5CD0-6ABF-418F-94E2-63496C17CF01}" dt="2021-04-15T18:51:51.383" v="260"/>
        <pc:sldMkLst>
          <pc:docMk/>
          <pc:sldMk cId="2209777483" sldId="2146848046"/>
        </pc:sldMkLst>
      </pc:sldChg>
      <pc:sldChg chg="modNotes">
        <pc:chgData name="Andres, Cathleen E." userId="cee938a1-9172-4267-bb46-c9d267464a72" providerId="ADAL" clId="{F07C5CD0-6ABF-418F-94E2-63496C17CF01}" dt="2021-04-15T18:51:51.383" v="260"/>
        <pc:sldMkLst>
          <pc:docMk/>
          <pc:sldMk cId="2200917223" sldId="2146848047"/>
        </pc:sldMkLst>
      </pc:sldChg>
      <pc:sldChg chg="add">
        <pc:chgData name="Andres, Cathleen E." userId="cee938a1-9172-4267-bb46-c9d267464a72" providerId="ADAL" clId="{F07C5CD0-6ABF-418F-94E2-63496C17CF01}" dt="2021-04-15T18:43:43.012" v="146"/>
        <pc:sldMkLst>
          <pc:docMk/>
          <pc:sldMk cId="3861947396" sldId="2146848047"/>
        </pc:sldMkLst>
      </pc:sldChg>
      <pc:sldChg chg="add">
        <pc:chgData name="Andres, Cathleen E." userId="cee938a1-9172-4267-bb46-c9d267464a72" providerId="ADAL" clId="{F07C5CD0-6ABF-418F-94E2-63496C17CF01}" dt="2021-04-15T18:43:44.477" v="148"/>
        <pc:sldMkLst>
          <pc:docMk/>
          <pc:sldMk cId="76454619" sldId="2146848048"/>
        </pc:sldMkLst>
      </pc:sldChg>
      <pc:sldChg chg="modNotes">
        <pc:chgData name="Andres, Cathleen E." userId="cee938a1-9172-4267-bb46-c9d267464a72" providerId="ADAL" clId="{F07C5CD0-6ABF-418F-94E2-63496C17CF01}" dt="2021-04-15T18:51:51.383" v="260"/>
        <pc:sldMkLst>
          <pc:docMk/>
          <pc:sldMk cId="2958666214" sldId="2146848048"/>
        </pc:sldMkLst>
      </pc:sldChg>
      <pc:sldChg chg="add">
        <pc:chgData name="Andres, Cathleen E." userId="cee938a1-9172-4267-bb46-c9d267464a72" providerId="ADAL" clId="{F07C5CD0-6ABF-418F-94E2-63496C17CF01}" dt="2021-04-15T18:43:45.893" v="150"/>
        <pc:sldMkLst>
          <pc:docMk/>
          <pc:sldMk cId="2442135242" sldId="2146848049"/>
        </pc:sldMkLst>
      </pc:sldChg>
      <pc:sldChg chg="modNotes">
        <pc:chgData name="Andres, Cathleen E." userId="cee938a1-9172-4267-bb46-c9d267464a72" providerId="ADAL" clId="{F07C5CD0-6ABF-418F-94E2-63496C17CF01}" dt="2021-04-15T18:51:51.383" v="260"/>
        <pc:sldMkLst>
          <pc:docMk/>
          <pc:sldMk cId="2820513527" sldId="2146848049"/>
        </pc:sldMkLst>
      </pc:sldChg>
      <pc:sldChg chg="add">
        <pc:chgData name="Andres, Cathleen E." userId="cee938a1-9172-4267-bb46-c9d267464a72" providerId="ADAL" clId="{F07C5CD0-6ABF-418F-94E2-63496C17CF01}" dt="2021-04-15T18:43:47.208" v="152"/>
        <pc:sldMkLst>
          <pc:docMk/>
          <pc:sldMk cId="2911062948" sldId="2146848050"/>
        </pc:sldMkLst>
      </pc:sldChg>
      <pc:sldChg chg="modNotes">
        <pc:chgData name="Andres, Cathleen E." userId="cee938a1-9172-4267-bb46-c9d267464a72" providerId="ADAL" clId="{F07C5CD0-6ABF-418F-94E2-63496C17CF01}" dt="2021-04-15T18:51:51.383" v="260"/>
        <pc:sldMkLst>
          <pc:docMk/>
          <pc:sldMk cId="2142221616" sldId="2146848051"/>
        </pc:sldMkLst>
      </pc:sldChg>
      <pc:sldChg chg="add">
        <pc:chgData name="Andres, Cathleen E." userId="cee938a1-9172-4267-bb46-c9d267464a72" providerId="ADAL" clId="{F07C5CD0-6ABF-418F-94E2-63496C17CF01}" dt="2021-04-15T18:43:48.704" v="154"/>
        <pc:sldMkLst>
          <pc:docMk/>
          <pc:sldMk cId="3854983785" sldId="2146848051"/>
        </pc:sldMkLst>
      </pc:sldChg>
      <pc:sldChg chg="add">
        <pc:chgData name="Andres, Cathleen E." userId="cee938a1-9172-4267-bb46-c9d267464a72" providerId="ADAL" clId="{F07C5CD0-6ABF-418F-94E2-63496C17CF01}" dt="2021-04-15T18:43:50.308" v="156"/>
        <pc:sldMkLst>
          <pc:docMk/>
          <pc:sldMk cId="2270402301" sldId="2146848052"/>
        </pc:sldMkLst>
      </pc:sldChg>
      <pc:sldChg chg="add">
        <pc:chgData name="Andres, Cathleen E." userId="cee938a1-9172-4267-bb46-c9d267464a72" providerId="ADAL" clId="{F07C5CD0-6ABF-418F-94E2-63496C17CF01}" dt="2021-04-15T18:43:51.461" v="158"/>
        <pc:sldMkLst>
          <pc:docMk/>
          <pc:sldMk cId="916088593" sldId="2146848053"/>
        </pc:sldMkLst>
      </pc:sldChg>
      <pc:sldChg chg="modNotesTx">
        <pc:chgData name="Andres, Cathleen E." userId="cee938a1-9172-4267-bb46-c9d267464a72" providerId="ADAL" clId="{F07C5CD0-6ABF-418F-94E2-63496C17CF01}" dt="2021-04-15T18:52:21.791" v="269" actId="2711"/>
        <pc:sldMkLst>
          <pc:docMk/>
          <pc:sldMk cId="3043877070" sldId="2146848053"/>
        </pc:sldMkLst>
      </pc:sldChg>
      <pc:sldChg chg="add">
        <pc:chgData name="Andres, Cathleen E." userId="cee938a1-9172-4267-bb46-c9d267464a72" providerId="ADAL" clId="{F07C5CD0-6ABF-418F-94E2-63496C17CF01}" dt="2021-04-15T18:43:53.075" v="160"/>
        <pc:sldMkLst>
          <pc:docMk/>
          <pc:sldMk cId="2050516337" sldId="2146848054"/>
        </pc:sldMkLst>
      </pc:sldChg>
      <pc:sldChg chg="modNotesTx">
        <pc:chgData name="Andres, Cathleen E." userId="cee938a1-9172-4267-bb46-c9d267464a72" providerId="ADAL" clId="{F07C5CD0-6ABF-418F-94E2-63496C17CF01}" dt="2021-04-15T18:52:37.284" v="270" actId="2711"/>
        <pc:sldMkLst>
          <pc:docMk/>
          <pc:sldMk cId="2898466066" sldId="2146848054"/>
        </pc:sldMkLst>
      </pc:sldChg>
      <pc:sldChg chg="add del">
        <pc:chgData name="Andres, Cathleen E." userId="cee938a1-9172-4267-bb46-c9d267464a72" providerId="ADAL" clId="{F07C5CD0-6ABF-418F-94E2-63496C17CF01}" dt="2021-04-15T18:45:48.682" v="193" actId="47"/>
        <pc:sldMkLst>
          <pc:docMk/>
          <pc:sldMk cId="2291288221" sldId="2146848055"/>
        </pc:sldMkLst>
      </pc:sldChg>
      <pc:sldChg chg="add del">
        <pc:chgData name="Andres, Cathleen E." userId="cee938a1-9172-4267-bb46-c9d267464a72" providerId="ADAL" clId="{F07C5CD0-6ABF-418F-94E2-63496C17CF01}" dt="2021-04-15T18:46:57.951" v="202" actId="2696"/>
        <pc:sldMkLst>
          <pc:docMk/>
          <pc:sldMk cId="2122147425" sldId="2146848056"/>
        </pc:sldMkLst>
      </pc:sldChg>
      <pc:sldChg chg="add">
        <pc:chgData name="Andres, Cathleen E." userId="cee938a1-9172-4267-bb46-c9d267464a72" providerId="ADAL" clId="{F07C5CD0-6ABF-418F-94E2-63496C17CF01}" dt="2021-04-15T18:44:06.654" v="166"/>
        <pc:sldMkLst>
          <pc:docMk/>
          <pc:sldMk cId="3153294439" sldId="2146848057"/>
        </pc:sldMkLst>
      </pc:sldChg>
      <pc:sldChg chg="add">
        <pc:chgData name="Andres, Cathleen E." userId="cee938a1-9172-4267-bb46-c9d267464a72" providerId="ADAL" clId="{F07C5CD0-6ABF-418F-94E2-63496C17CF01}" dt="2021-04-15T18:44:08.130" v="168"/>
        <pc:sldMkLst>
          <pc:docMk/>
          <pc:sldMk cId="2312357341" sldId="2146848058"/>
        </pc:sldMkLst>
      </pc:sldChg>
      <pc:sldChg chg="add">
        <pc:chgData name="Andres, Cathleen E." userId="cee938a1-9172-4267-bb46-c9d267464a72" providerId="ADAL" clId="{F07C5CD0-6ABF-418F-94E2-63496C17CF01}" dt="2021-04-15T18:44:10.113" v="170"/>
        <pc:sldMkLst>
          <pc:docMk/>
          <pc:sldMk cId="2833552387" sldId="2146848059"/>
        </pc:sldMkLst>
      </pc:sldChg>
      <pc:sldChg chg="add">
        <pc:chgData name="Andres, Cathleen E." userId="cee938a1-9172-4267-bb46-c9d267464a72" providerId="ADAL" clId="{F07C5CD0-6ABF-418F-94E2-63496C17CF01}" dt="2021-04-15T18:44:12.648" v="172"/>
        <pc:sldMkLst>
          <pc:docMk/>
          <pc:sldMk cId="2203137780" sldId="2146848060"/>
        </pc:sldMkLst>
      </pc:sldChg>
      <pc:sldChg chg="add">
        <pc:chgData name="Andres, Cathleen E." userId="cee938a1-9172-4267-bb46-c9d267464a72" providerId="ADAL" clId="{F07C5CD0-6ABF-418F-94E2-63496C17CF01}" dt="2021-04-15T18:44:30.222" v="174"/>
        <pc:sldMkLst>
          <pc:docMk/>
          <pc:sldMk cId="4092349712" sldId="2146848061"/>
        </pc:sldMkLst>
      </pc:sldChg>
      <pc:sldChg chg="add">
        <pc:chgData name="Andres, Cathleen E." userId="cee938a1-9172-4267-bb46-c9d267464a72" providerId="ADAL" clId="{F07C5CD0-6ABF-418F-94E2-63496C17CF01}" dt="2021-04-15T18:44:34.183" v="176"/>
        <pc:sldMkLst>
          <pc:docMk/>
          <pc:sldMk cId="328354610" sldId="2146848062"/>
        </pc:sldMkLst>
      </pc:sldChg>
      <pc:sldChg chg="add">
        <pc:chgData name="Andres, Cathleen E." userId="cee938a1-9172-4267-bb46-c9d267464a72" providerId="ADAL" clId="{F07C5CD0-6ABF-418F-94E2-63496C17CF01}" dt="2021-04-15T18:44:35.792" v="178"/>
        <pc:sldMkLst>
          <pc:docMk/>
          <pc:sldMk cId="1599085730" sldId="2146848063"/>
        </pc:sldMkLst>
      </pc:sldChg>
      <pc:sldChg chg="add">
        <pc:chgData name="Andres, Cathleen E." userId="cee938a1-9172-4267-bb46-c9d267464a72" providerId="ADAL" clId="{F07C5CD0-6ABF-418F-94E2-63496C17CF01}" dt="2021-04-15T18:44:37.345" v="180"/>
        <pc:sldMkLst>
          <pc:docMk/>
          <pc:sldMk cId="766623171" sldId="2146848064"/>
        </pc:sldMkLst>
      </pc:sldChg>
      <pc:sldChg chg="add">
        <pc:chgData name="Andres, Cathleen E." userId="cee938a1-9172-4267-bb46-c9d267464a72" providerId="ADAL" clId="{F07C5CD0-6ABF-418F-94E2-63496C17CF01}" dt="2021-04-15T18:44:39.511" v="182"/>
        <pc:sldMkLst>
          <pc:docMk/>
          <pc:sldMk cId="3561521936" sldId="2146848065"/>
        </pc:sldMkLst>
      </pc:sldChg>
      <pc:sldChg chg="add">
        <pc:chgData name="Andres, Cathleen E." userId="cee938a1-9172-4267-bb46-c9d267464a72" providerId="ADAL" clId="{F07C5CD0-6ABF-418F-94E2-63496C17CF01}" dt="2021-04-15T18:44:42.750" v="184"/>
        <pc:sldMkLst>
          <pc:docMk/>
          <pc:sldMk cId="1197919154" sldId="2146848066"/>
        </pc:sldMkLst>
      </pc:sldChg>
      <pc:sldChg chg="add">
        <pc:chgData name="Andres, Cathleen E." userId="cee938a1-9172-4267-bb46-c9d267464a72" providerId="ADAL" clId="{F07C5CD0-6ABF-418F-94E2-63496C17CF01}" dt="2021-04-15T18:45:02.666" v="186"/>
        <pc:sldMkLst>
          <pc:docMk/>
          <pc:sldMk cId="2375665536" sldId="2146848067"/>
        </pc:sldMkLst>
      </pc:sldChg>
      <pc:sldChg chg="add">
        <pc:chgData name="Andres, Cathleen E." userId="cee938a1-9172-4267-bb46-c9d267464a72" providerId="ADAL" clId="{F07C5CD0-6ABF-418F-94E2-63496C17CF01}" dt="2021-04-15T18:45:04.395" v="188"/>
        <pc:sldMkLst>
          <pc:docMk/>
          <pc:sldMk cId="1775623668" sldId="2146848068"/>
        </pc:sldMkLst>
      </pc:sldChg>
      <pc:sldChg chg="add">
        <pc:chgData name="Andres, Cathleen E." userId="cee938a1-9172-4267-bb46-c9d267464a72" providerId="ADAL" clId="{F07C5CD0-6ABF-418F-94E2-63496C17CF01}" dt="2021-04-15T18:45:05.979" v="190"/>
        <pc:sldMkLst>
          <pc:docMk/>
          <pc:sldMk cId="2023408038" sldId="2146848069"/>
        </pc:sldMkLst>
      </pc:sldChg>
      <pc:sldChg chg="modNotes">
        <pc:chgData name="Andres, Cathleen E." userId="cee938a1-9172-4267-bb46-c9d267464a72" providerId="ADAL" clId="{F07C5CD0-6ABF-418F-94E2-63496C17CF01}" dt="2021-04-15T18:51:51.383" v="260"/>
        <pc:sldMkLst>
          <pc:docMk/>
          <pc:sldMk cId="3005820643" sldId="2146848069"/>
        </pc:sldMkLst>
      </pc:sldChg>
      <pc:sldChg chg="add">
        <pc:chgData name="Andres, Cathleen E." userId="cee938a1-9172-4267-bb46-c9d267464a72" providerId="ADAL" clId="{F07C5CD0-6ABF-418F-94E2-63496C17CF01}" dt="2021-04-15T18:46:26.354" v="197"/>
        <pc:sldMkLst>
          <pc:docMk/>
          <pc:sldMk cId="2291288221" sldId="2146848070"/>
        </pc:sldMkLst>
      </pc:sldChg>
      <pc:sldChg chg="modNotes">
        <pc:chgData name="Andres, Cathleen E." userId="cee938a1-9172-4267-bb46-c9d267464a72" providerId="ADAL" clId="{F07C5CD0-6ABF-418F-94E2-63496C17CF01}" dt="2021-04-15T18:51:51.383" v="260"/>
        <pc:sldMkLst>
          <pc:docMk/>
          <pc:sldMk cId="2629256357" sldId="2146848070"/>
        </pc:sldMkLst>
      </pc:sldChg>
      <pc:sldChg chg="add">
        <pc:chgData name="Andres, Cathleen E." userId="cee938a1-9172-4267-bb46-c9d267464a72" providerId="ADAL" clId="{F07C5CD0-6ABF-418F-94E2-63496C17CF01}" dt="2021-04-15T18:46:33.578" v="199"/>
        <pc:sldMkLst>
          <pc:docMk/>
          <pc:sldMk cId="3908392350" sldId="2146848071"/>
        </pc:sldMkLst>
      </pc:sldChg>
      <pc:sldChg chg="modNotes">
        <pc:chgData name="Andres, Cathleen E." userId="cee938a1-9172-4267-bb46-c9d267464a72" providerId="ADAL" clId="{F07C5CD0-6ABF-418F-94E2-63496C17CF01}" dt="2021-04-15T18:51:51.383" v="260"/>
        <pc:sldMkLst>
          <pc:docMk/>
          <pc:sldMk cId="4021274010" sldId="2146848071"/>
        </pc:sldMkLst>
      </pc:sldChg>
      <pc:sldChg chg="add">
        <pc:chgData name="Andres, Cathleen E." userId="cee938a1-9172-4267-bb46-c9d267464a72" providerId="ADAL" clId="{F07C5CD0-6ABF-418F-94E2-63496C17CF01}" dt="2021-04-15T18:46:53.692" v="201"/>
        <pc:sldMkLst>
          <pc:docMk/>
          <pc:sldMk cId="3552369753" sldId="2146848072"/>
        </pc:sldMkLst>
      </pc:sldChg>
      <pc:sldChg chg="modNotes">
        <pc:chgData name="Andres, Cathleen E." userId="cee938a1-9172-4267-bb46-c9d267464a72" providerId="ADAL" clId="{F07C5CD0-6ABF-418F-94E2-63496C17CF01}" dt="2021-04-15T18:51:51.383" v="260"/>
        <pc:sldMkLst>
          <pc:docMk/>
          <pc:sldMk cId="4268051218" sldId="2146848072"/>
        </pc:sldMkLst>
      </pc:sldChg>
      <pc:sldChg chg="modNotes">
        <pc:chgData name="Andres, Cathleen E." userId="cee938a1-9172-4267-bb46-c9d267464a72" providerId="ADAL" clId="{F07C5CD0-6ABF-418F-94E2-63496C17CF01}" dt="2021-04-15T18:51:51.383" v="260"/>
        <pc:sldMkLst>
          <pc:docMk/>
          <pc:sldMk cId="78995880" sldId="2146848073"/>
        </pc:sldMkLst>
      </pc:sldChg>
      <pc:sldChg chg="modNotes">
        <pc:chgData name="Andres, Cathleen E." userId="cee938a1-9172-4267-bb46-c9d267464a72" providerId="ADAL" clId="{F07C5CD0-6ABF-418F-94E2-63496C17CF01}" dt="2021-04-15T18:51:51.383" v="260"/>
        <pc:sldMkLst>
          <pc:docMk/>
          <pc:sldMk cId="3486319734" sldId="2146848074"/>
        </pc:sldMkLst>
      </pc:sldChg>
      <pc:sldChg chg="modNotes">
        <pc:chgData name="Andres, Cathleen E." userId="cee938a1-9172-4267-bb46-c9d267464a72" providerId="ADAL" clId="{F07C5CD0-6ABF-418F-94E2-63496C17CF01}" dt="2021-04-15T18:51:51.383" v="260"/>
        <pc:sldMkLst>
          <pc:docMk/>
          <pc:sldMk cId="1813497949" sldId="2146848113"/>
        </pc:sldMkLst>
      </pc:sldChg>
      <pc:sldChg chg="modNotes">
        <pc:chgData name="Andres, Cathleen E." userId="cee938a1-9172-4267-bb46-c9d267464a72" providerId="ADAL" clId="{F07C5CD0-6ABF-418F-94E2-63496C17CF01}" dt="2021-04-15T18:51:51.383" v="260"/>
        <pc:sldMkLst>
          <pc:docMk/>
          <pc:sldMk cId="1934246183" sldId="2146848114"/>
        </pc:sldMkLst>
      </pc:sldChg>
      <pc:sldChg chg="modNotes">
        <pc:chgData name="Andres, Cathleen E." userId="cee938a1-9172-4267-bb46-c9d267464a72" providerId="ADAL" clId="{F07C5CD0-6ABF-418F-94E2-63496C17CF01}" dt="2021-04-15T18:51:51.383" v="260"/>
        <pc:sldMkLst>
          <pc:docMk/>
          <pc:sldMk cId="1777660021" sldId="2146848115"/>
        </pc:sldMkLst>
      </pc:sldChg>
      <pc:sldChg chg="modNotes">
        <pc:chgData name="Andres, Cathleen E." userId="cee938a1-9172-4267-bb46-c9d267464a72" providerId="ADAL" clId="{F07C5CD0-6ABF-418F-94E2-63496C17CF01}" dt="2021-04-15T18:51:51.383" v="260"/>
        <pc:sldMkLst>
          <pc:docMk/>
          <pc:sldMk cId="4268051218" sldId="2146848116"/>
        </pc:sldMkLst>
      </pc:sldChg>
      <pc:sldChg chg="modNotes">
        <pc:chgData name="Andres, Cathleen E." userId="cee938a1-9172-4267-bb46-c9d267464a72" providerId="ADAL" clId="{F07C5CD0-6ABF-418F-94E2-63496C17CF01}" dt="2021-04-15T18:51:51.383" v="260"/>
        <pc:sldMkLst>
          <pc:docMk/>
          <pc:sldMk cId="3107310230" sldId="2146848117"/>
        </pc:sldMkLst>
      </pc:sldChg>
      <pc:sldChg chg="modNotes">
        <pc:chgData name="Andres, Cathleen E." userId="cee938a1-9172-4267-bb46-c9d267464a72" providerId="ADAL" clId="{F07C5CD0-6ABF-418F-94E2-63496C17CF01}" dt="2021-04-15T18:51:51.383" v="260"/>
        <pc:sldMkLst>
          <pc:docMk/>
          <pc:sldMk cId="997845639" sldId="2146848118"/>
        </pc:sldMkLst>
      </pc:sldChg>
      <pc:sldChg chg="add del">
        <pc:chgData name="Andres, Cathleen E." userId="cee938a1-9172-4267-bb46-c9d267464a72" providerId="ADAL" clId="{F07C5CD0-6ABF-418F-94E2-63496C17CF01}" dt="2021-04-15T18:49:21.421" v="209" actId="2696"/>
        <pc:sldMkLst>
          <pc:docMk/>
          <pc:sldMk cId="3349932098" sldId="2146848154"/>
        </pc:sldMkLst>
      </pc:sldChg>
      <pc:sldChg chg="add">
        <pc:chgData name="Andres, Cathleen E." userId="cee938a1-9172-4267-bb46-c9d267464a72" providerId="ADAL" clId="{F07C5CD0-6ABF-418F-94E2-63496C17CF01}" dt="2021-04-15T18:49:12.883" v="206"/>
        <pc:sldMkLst>
          <pc:docMk/>
          <pc:sldMk cId="2728697256" sldId="2146848155"/>
        </pc:sldMkLst>
      </pc:sldChg>
      <pc:sldChg chg="add">
        <pc:chgData name="Andres, Cathleen E." userId="cee938a1-9172-4267-bb46-c9d267464a72" providerId="ADAL" clId="{F07C5CD0-6ABF-418F-94E2-63496C17CF01}" dt="2021-04-15T18:49:14.308" v="208"/>
        <pc:sldMkLst>
          <pc:docMk/>
          <pc:sldMk cId="3616319325" sldId="2146848156"/>
        </pc:sldMkLst>
      </pc:sldChg>
      <pc:sldChg chg="add">
        <pc:chgData name="Andres, Cathleen E." userId="cee938a1-9172-4267-bb46-c9d267464a72" providerId="ADAL" clId="{F07C5CD0-6ABF-418F-94E2-63496C17CF01}" dt="2021-04-15T18:49:26.100" v="211"/>
        <pc:sldMkLst>
          <pc:docMk/>
          <pc:sldMk cId="1057911213" sldId="2146848157"/>
        </pc:sldMkLst>
      </pc:sldChg>
      <pc:sldChg chg="add">
        <pc:chgData name="Andres, Cathleen E." userId="cee938a1-9172-4267-bb46-c9d267464a72" providerId="ADAL" clId="{F07C5CD0-6ABF-418F-94E2-63496C17CF01}" dt="2021-04-15T18:49:37.751" v="213"/>
        <pc:sldMkLst>
          <pc:docMk/>
          <pc:sldMk cId="2293172983" sldId="2146848158"/>
        </pc:sldMkLst>
      </pc:sldChg>
      <pc:sldChg chg="add">
        <pc:chgData name="Andres, Cathleen E." userId="cee938a1-9172-4267-bb46-c9d267464a72" providerId="ADAL" clId="{F07C5CD0-6ABF-418F-94E2-63496C17CF01}" dt="2021-04-15T18:49:55.003" v="215"/>
        <pc:sldMkLst>
          <pc:docMk/>
          <pc:sldMk cId="3632673753" sldId="2146848159"/>
        </pc:sldMkLst>
      </pc:sldChg>
      <pc:sldChg chg="add">
        <pc:chgData name="Andres, Cathleen E." userId="cee938a1-9172-4267-bb46-c9d267464a72" providerId="ADAL" clId="{F07C5CD0-6ABF-418F-94E2-63496C17CF01}" dt="2021-04-15T18:49:56.890" v="217"/>
        <pc:sldMkLst>
          <pc:docMk/>
          <pc:sldMk cId="3590094847" sldId="2146848160"/>
        </pc:sldMkLst>
      </pc:sldChg>
      <pc:sldChg chg="add modNotes">
        <pc:chgData name="Andres, Cathleen E." userId="cee938a1-9172-4267-bb46-c9d267464a72" providerId="ADAL" clId="{F07C5CD0-6ABF-418F-94E2-63496C17CF01}" dt="2021-04-15T18:51:51.383" v="260"/>
        <pc:sldMkLst>
          <pc:docMk/>
          <pc:sldMk cId="684596515" sldId="2146848161"/>
        </pc:sldMkLst>
      </pc:sldChg>
      <pc:sldChg chg="add modNotesTx">
        <pc:chgData name="Andres, Cathleen E." userId="cee938a1-9172-4267-bb46-c9d267464a72" providerId="ADAL" clId="{F07C5CD0-6ABF-418F-94E2-63496C17CF01}" dt="2021-04-15T18:51:42.026" v="244" actId="313"/>
        <pc:sldMkLst>
          <pc:docMk/>
          <pc:sldMk cId="404566663" sldId="2146848162"/>
        </pc:sldMkLst>
      </pc:sldChg>
      <pc:sldChg chg="add modNotesTx">
        <pc:chgData name="Andres, Cathleen E." userId="cee938a1-9172-4267-bb46-c9d267464a72" providerId="ADAL" clId="{F07C5CD0-6ABF-418F-94E2-63496C17CF01}" dt="2021-04-15T18:51:06.381" v="243" actId="20577"/>
        <pc:sldMkLst>
          <pc:docMk/>
          <pc:sldMk cId="149671667" sldId="2146848163"/>
        </pc:sldMkLst>
      </pc:sldChg>
      <pc:sldChg chg="add">
        <pc:chgData name="Andres, Cathleen E." userId="cee938a1-9172-4267-bb46-c9d267464a72" providerId="ADAL" clId="{F07C5CD0-6ABF-418F-94E2-63496C17CF01}" dt="2021-04-15T18:50:31.325" v="225"/>
        <pc:sldMkLst>
          <pc:docMk/>
          <pc:sldMk cId="2938973073" sldId="2146848164"/>
        </pc:sldMkLst>
      </pc:sldChg>
      <pc:sldChg chg="add modNotesTx">
        <pc:chgData name="Andres, Cathleen E." userId="cee938a1-9172-4267-bb46-c9d267464a72" providerId="ADAL" clId="{F07C5CD0-6ABF-418F-94E2-63496C17CF01}" dt="2021-04-15T18:51:43.190" v="245" actId="313"/>
        <pc:sldMkLst>
          <pc:docMk/>
          <pc:sldMk cId="2435091846" sldId="2146848165"/>
        </pc:sldMkLst>
      </pc:sldChg>
      <pc:sldChg chg="add modNotesTx">
        <pc:chgData name="Andres, Cathleen E." userId="cee938a1-9172-4267-bb46-c9d267464a72" providerId="ADAL" clId="{F07C5CD0-6ABF-418F-94E2-63496C17CF01}" dt="2021-04-15T18:51:43.795" v="246" actId="313"/>
        <pc:sldMkLst>
          <pc:docMk/>
          <pc:sldMk cId="3381832834" sldId="2146848166"/>
        </pc:sldMkLst>
      </pc:sldChg>
      <pc:sldChg chg="add modNotesTx">
        <pc:chgData name="Andres, Cathleen E." userId="cee938a1-9172-4267-bb46-c9d267464a72" providerId="ADAL" clId="{F07C5CD0-6ABF-418F-94E2-63496C17CF01}" dt="2021-04-15T18:51:44.299" v="247" actId="313"/>
        <pc:sldMkLst>
          <pc:docMk/>
          <pc:sldMk cId="2625109520" sldId="2146848167"/>
        </pc:sldMkLst>
      </pc:sldChg>
      <pc:sldChg chg="add modNotesTx">
        <pc:chgData name="Andres, Cathleen E." userId="cee938a1-9172-4267-bb46-c9d267464a72" providerId="ADAL" clId="{F07C5CD0-6ABF-418F-94E2-63496C17CF01}" dt="2021-04-15T18:51:44.753" v="248" actId="313"/>
        <pc:sldMkLst>
          <pc:docMk/>
          <pc:sldMk cId="3864222451" sldId="2146848168"/>
        </pc:sldMkLst>
      </pc:sldChg>
      <pc:sldChg chg="add modNotesTx">
        <pc:chgData name="Andres, Cathleen E." userId="cee938a1-9172-4267-bb46-c9d267464a72" providerId="ADAL" clId="{F07C5CD0-6ABF-418F-94E2-63496C17CF01}" dt="2021-04-15T18:51:45.287" v="249" actId="313"/>
        <pc:sldMkLst>
          <pc:docMk/>
          <pc:sldMk cId="2927012397" sldId="2146848169"/>
        </pc:sldMkLst>
      </pc:sldChg>
      <pc:sldChg chg="add">
        <pc:chgData name="Andres, Cathleen E." userId="cee938a1-9172-4267-bb46-c9d267464a72" providerId="ADAL" clId="{F07C5CD0-6ABF-418F-94E2-63496C17CF01}" dt="2021-04-15T20:58:22.209" v="272"/>
        <pc:sldMkLst>
          <pc:docMk/>
          <pc:sldMk cId="1491447734" sldId="2146848195"/>
        </pc:sldMkLst>
      </pc:sldChg>
      <pc:sldChg chg="add del">
        <pc:chgData name="Andres, Cathleen E." userId="cee938a1-9172-4267-bb46-c9d267464a72" providerId="ADAL" clId="{F07C5CD0-6ABF-418F-94E2-63496C17CF01}" dt="2021-04-15T20:59:24.086" v="277" actId="2696"/>
        <pc:sldMkLst>
          <pc:docMk/>
          <pc:sldMk cId="1947422798" sldId="2146848196"/>
        </pc:sldMkLst>
      </pc:sldChg>
      <pc:sldChg chg="add">
        <pc:chgData name="Andres, Cathleen E." userId="cee938a1-9172-4267-bb46-c9d267464a72" providerId="ADAL" clId="{F07C5CD0-6ABF-418F-94E2-63496C17CF01}" dt="2021-04-15T20:59:09.977" v="276"/>
        <pc:sldMkLst>
          <pc:docMk/>
          <pc:sldMk cId="579649232" sldId="2146848197"/>
        </pc:sldMkLst>
      </pc:sldChg>
      <pc:sldChg chg="add">
        <pc:chgData name="Andres, Cathleen E." userId="cee938a1-9172-4267-bb46-c9d267464a72" providerId="ADAL" clId="{F07C5CD0-6ABF-418F-94E2-63496C17CF01}" dt="2021-04-15T21:10:52.891" v="279"/>
        <pc:sldMkLst>
          <pc:docMk/>
          <pc:sldMk cId="4285398184" sldId="2146848198"/>
        </pc:sldMkLst>
      </pc:sldChg>
      <pc:sldChg chg="add">
        <pc:chgData name="Andres, Cathleen E." userId="cee938a1-9172-4267-bb46-c9d267464a72" providerId="ADAL" clId="{F07C5CD0-6ABF-418F-94E2-63496C17CF01}" dt="2021-04-15T21:10:57.388" v="281"/>
        <pc:sldMkLst>
          <pc:docMk/>
          <pc:sldMk cId="1837584375" sldId="2146848199"/>
        </pc:sldMkLst>
      </pc:sldChg>
      <pc:sldChg chg="add">
        <pc:chgData name="Andres, Cathleen E." userId="cee938a1-9172-4267-bb46-c9d267464a72" providerId="ADAL" clId="{F07C5CD0-6ABF-418F-94E2-63496C17CF01}" dt="2021-04-15T21:10:59.872" v="283"/>
        <pc:sldMkLst>
          <pc:docMk/>
          <pc:sldMk cId="1544105958" sldId="2146848200"/>
        </pc:sldMkLst>
      </pc:sldChg>
      <pc:sldChg chg="add">
        <pc:chgData name="Andres, Cathleen E." userId="cee938a1-9172-4267-bb46-c9d267464a72" providerId="ADAL" clId="{F07C5CD0-6ABF-418F-94E2-63496C17CF01}" dt="2021-04-15T21:11:03.347" v="285"/>
        <pc:sldMkLst>
          <pc:docMk/>
          <pc:sldMk cId="853261575" sldId="2146848201"/>
        </pc:sldMkLst>
      </pc:sldChg>
      <pc:sldChg chg="add">
        <pc:chgData name="Andres, Cathleen E." userId="cee938a1-9172-4267-bb46-c9d267464a72" providerId="ADAL" clId="{F07C5CD0-6ABF-418F-94E2-63496C17CF01}" dt="2021-04-15T21:11:06.664" v="287"/>
        <pc:sldMkLst>
          <pc:docMk/>
          <pc:sldMk cId="1727188040" sldId="2146848202"/>
        </pc:sldMkLst>
      </pc:sldChg>
      <pc:sldChg chg="add">
        <pc:chgData name="Andres, Cathleen E." userId="cee938a1-9172-4267-bb46-c9d267464a72" providerId="ADAL" clId="{F07C5CD0-6ABF-418F-94E2-63496C17CF01}" dt="2021-04-15T21:11:12.125" v="289"/>
        <pc:sldMkLst>
          <pc:docMk/>
          <pc:sldMk cId="1651013028" sldId="2146848203"/>
        </pc:sldMkLst>
      </pc:sldChg>
      <pc:sldChg chg="add">
        <pc:chgData name="Andres, Cathleen E." userId="cee938a1-9172-4267-bb46-c9d267464a72" providerId="ADAL" clId="{F07C5CD0-6ABF-418F-94E2-63496C17CF01}" dt="2021-04-15T21:11:16.895" v="291"/>
        <pc:sldMkLst>
          <pc:docMk/>
          <pc:sldMk cId="776757515" sldId="2146848204"/>
        </pc:sldMkLst>
      </pc:sldChg>
      <pc:sldChg chg="add">
        <pc:chgData name="Andres, Cathleen E." userId="cee938a1-9172-4267-bb46-c9d267464a72" providerId="ADAL" clId="{F07C5CD0-6ABF-418F-94E2-63496C17CF01}" dt="2021-04-15T21:11:25.298" v="293"/>
        <pc:sldMkLst>
          <pc:docMk/>
          <pc:sldMk cId="1992568505" sldId="2146848205"/>
        </pc:sldMkLst>
      </pc:sldChg>
      <pc:sldChg chg="add">
        <pc:chgData name="Andres, Cathleen E." userId="cee938a1-9172-4267-bb46-c9d267464a72" providerId="ADAL" clId="{F07C5CD0-6ABF-418F-94E2-63496C17CF01}" dt="2021-04-15T21:11:30.241" v="295"/>
        <pc:sldMkLst>
          <pc:docMk/>
          <pc:sldMk cId="1785851980" sldId="2146848206"/>
        </pc:sldMkLst>
      </pc:sldChg>
      <pc:sldChg chg="add">
        <pc:chgData name="Andres, Cathleen E." userId="cee938a1-9172-4267-bb46-c9d267464a72" providerId="ADAL" clId="{F07C5CD0-6ABF-418F-94E2-63496C17CF01}" dt="2021-04-15T21:11:40.010" v="297"/>
        <pc:sldMkLst>
          <pc:docMk/>
          <pc:sldMk cId="3414127003" sldId="2146848207"/>
        </pc:sldMkLst>
      </pc:sldChg>
      <pc:sldChg chg="add">
        <pc:chgData name="Andres, Cathleen E." userId="cee938a1-9172-4267-bb46-c9d267464a72" providerId="ADAL" clId="{F07C5CD0-6ABF-418F-94E2-63496C17CF01}" dt="2021-04-15T21:11:41.484" v="299"/>
        <pc:sldMkLst>
          <pc:docMk/>
          <pc:sldMk cId="1506541194" sldId="2146848208"/>
        </pc:sldMkLst>
      </pc:sldChg>
      <pc:sldChg chg="add">
        <pc:chgData name="Andres, Cathleen E." userId="cee938a1-9172-4267-bb46-c9d267464a72" providerId="ADAL" clId="{F07C5CD0-6ABF-418F-94E2-63496C17CF01}" dt="2021-04-15T21:11:46.663" v="301"/>
        <pc:sldMkLst>
          <pc:docMk/>
          <pc:sldMk cId="989706471" sldId="2146848209"/>
        </pc:sldMkLst>
      </pc:sldChg>
      <pc:sldMasterChg chg="modSldLayout">
        <pc:chgData name="Andres, Cathleen E." userId="cee938a1-9172-4267-bb46-c9d267464a72" providerId="ADAL" clId="{F07C5CD0-6ABF-418F-94E2-63496C17CF01}" dt="2021-04-15T18:43:23.549" v="131" actId="27028"/>
        <pc:sldMasterMkLst>
          <pc:docMk/>
          <pc:sldMasterMk cId="1195103446" sldId="2147483648"/>
        </pc:sldMasterMkLst>
        <pc:sldLayoutChg chg="replId">
          <pc:chgData name="Andres, Cathleen E." userId="cee938a1-9172-4267-bb46-c9d267464a72" providerId="ADAL" clId="{F07C5CD0-6ABF-418F-94E2-63496C17CF01}" dt="2021-04-15T18:42:00.618" v="111" actId="27028"/>
          <pc:sldLayoutMkLst>
            <pc:docMk/>
            <pc:sldMasterMk cId="1195103446" sldId="2147483648"/>
            <pc:sldLayoutMk cId="1449580170" sldId="2147483938"/>
          </pc:sldLayoutMkLst>
        </pc:sldLayoutChg>
        <pc:sldLayoutChg chg="replId">
          <pc:chgData name="Andres, Cathleen E." userId="cee938a1-9172-4267-bb46-c9d267464a72" providerId="ADAL" clId="{F07C5CD0-6ABF-418F-94E2-63496C17CF01}" dt="2021-04-15T18:42:09.940" v="115" actId="27028"/>
          <pc:sldLayoutMkLst>
            <pc:docMk/>
            <pc:sldMasterMk cId="1195103446" sldId="2147483648"/>
            <pc:sldLayoutMk cId="1356885712" sldId="2147483939"/>
          </pc:sldLayoutMkLst>
        </pc:sldLayoutChg>
        <pc:sldLayoutChg chg="replId">
          <pc:chgData name="Andres, Cathleen E." userId="cee938a1-9172-4267-bb46-c9d267464a72" providerId="ADAL" clId="{F07C5CD0-6ABF-418F-94E2-63496C17CF01}" dt="2021-04-15T18:43:14.934" v="127" actId="27028"/>
          <pc:sldLayoutMkLst>
            <pc:docMk/>
            <pc:sldMasterMk cId="1195103446" sldId="2147483648"/>
            <pc:sldLayoutMk cId="3988537635" sldId="2147483941"/>
          </pc:sldLayoutMkLst>
        </pc:sldLayoutChg>
        <pc:sldLayoutChg chg="replId">
          <pc:chgData name="Andres, Cathleen E." userId="cee938a1-9172-4267-bb46-c9d267464a72" providerId="ADAL" clId="{F07C5CD0-6ABF-418F-94E2-63496C17CF01}" dt="2021-04-15T18:43:23.549" v="131" actId="27028"/>
          <pc:sldLayoutMkLst>
            <pc:docMk/>
            <pc:sldMasterMk cId="1195103446" sldId="2147483648"/>
            <pc:sldLayoutMk cId="1249449199" sldId="2147483942"/>
          </pc:sldLayoutMkLst>
        </pc:sldLayoutChg>
      </pc:sldMasterChg>
      <pc:sldMasterChg chg="add addSldLayout delSldLayout">
        <pc:chgData name="Andres, Cathleen E." userId="cee938a1-9172-4267-bb46-c9d267464a72" providerId="ADAL" clId="{F07C5CD0-6ABF-418F-94E2-63496C17CF01}" dt="2021-04-15T17:07:58.494" v="45" actId="27028"/>
        <pc:sldMasterMkLst>
          <pc:docMk/>
          <pc:sldMasterMk cId="2651900722" sldId="2147483658"/>
        </pc:sldMasterMkLst>
        <pc:sldLayoutChg chg="add">
          <pc:chgData name="Andres, Cathleen E." userId="cee938a1-9172-4267-bb46-c9d267464a72" providerId="ADAL" clId="{F07C5CD0-6ABF-418F-94E2-63496C17CF01}" dt="2021-04-15T17:07:58.494" v="45" actId="27028"/>
          <pc:sldLayoutMkLst>
            <pc:docMk/>
            <pc:sldMasterMk cId="2651900722" sldId="2147483658"/>
            <pc:sldLayoutMk cId="1561452422" sldId="2147483784"/>
          </pc:sldLayoutMkLst>
        </pc:sldLayoutChg>
        <pc:sldLayoutChg chg="add">
          <pc:chgData name="Andres, Cathleen E." userId="cee938a1-9172-4267-bb46-c9d267464a72" providerId="ADAL" clId="{F07C5CD0-6ABF-418F-94E2-63496C17CF01}" dt="2021-04-15T17:06:44.733" v="6" actId="27028"/>
          <pc:sldLayoutMkLst>
            <pc:docMk/>
            <pc:sldMasterMk cId="2651900722" sldId="2147483658"/>
            <pc:sldLayoutMk cId="4054925528" sldId="2147483787"/>
          </pc:sldLayoutMkLst>
        </pc:sldLayoutChg>
        <pc:sldLayoutChg chg="add del">
          <pc:chgData name="Andres, Cathleen E." userId="cee938a1-9172-4267-bb46-c9d267464a72" providerId="ADAL" clId="{F07C5CD0-6ABF-418F-94E2-63496C17CF01}" dt="2021-04-15T17:07:02.076" v="13" actId="27028"/>
          <pc:sldLayoutMkLst>
            <pc:docMk/>
            <pc:sldMasterMk cId="2651900722" sldId="2147483658"/>
            <pc:sldLayoutMk cId="2820612933" sldId="2147483791"/>
          </pc:sldLayoutMkLst>
        </pc:sldLayoutChg>
      </pc:sldMasterChg>
      <pc:sldMasterChg chg="addSldLayout">
        <pc:chgData name="Andres, Cathleen E." userId="cee938a1-9172-4267-bb46-c9d267464a72" providerId="ADAL" clId="{F07C5CD0-6ABF-418F-94E2-63496C17CF01}" dt="2021-04-15T21:10:52.889" v="278" actId="27028"/>
        <pc:sldMasterMkLst>
          <pc:docMk/>
          <pc:sldMasterMk cId="2700314035" sldId="2147483800"/>
        </pc:sldMasterMkLst>
        <pc:sldLayoutChg chg="add">
          <pc:chgData name="Andres, Cathleen E." userId="cee938a1-9172-4267-bb46-c9d267464a72" providerId="ADAL" clId="{F07C5CD0-6ABF-418F-94E2-63496C17CF01}" dt="2021-04-15T18:50:36.953" v="230" actId="27028"/>
          <pc:sldLayoutMkLst>
            <pc:docMk/>
            <pc:sldMasterMk cId="2700314035" sldId="2147483800"/>
            <pc:sldLayoutMk cId="1436512422" sldId="2147483801"/>
          </pc:sldLayoutMkLst>
        </pc:sldLayoutChg>
        <pc:sldLayoutChg chg="add">
          <pc:chgData name="Andres, Cathleen E." userId="cee938a1-9172-4267-bb46-c9d267464a72" providerId="ADAL" clId="{F07C5CD0-6ABF-418F-94E2-63496C17CF01}" dt="2021-04-15T18:50:43.064" v="234" actId="27028"/>
          <pc:sldLayoutMkLst>
            <pc:docMk/>
            <pc:sldMasterMk cId="2700314035" sldId="2147483800"/>
            <pc:sldLayoutMk cId="22108388" sldId="2147483804"/>
          </pc:sldLayoutMkLst>
        </pc:sldLayoutChg>
        <pc:sldLayoutChg chg="add">
          <pc:chgData name="Andres, Cathleen E." userId="cee938a1-9172-4267-bb46-c9d267464a72" providerId="ADAL" clId="{F07C5CD0-6ABF-418F-94E2-63496C17CF01}" dt="2021-04-15T21:10:52.889" v="278" actId="27028"/>
          <pc:sldLayoutMkLst>
            <pc:docMk/>
            <pc:sldMasterMk cId="2700314035" sldId="2147483800"/>
            <pc:sldLayoutMk cId="3346080221" sldId="2147483927"/>
          </pc:sldLayoutMkLst>
        </pc:sldLayoutChg>
        <pc:sldLayoutChg chg="add">
          <pc:chgData name="Andres, Cathleen E." userId="cee938a1-9172-4267-bb46-c9d267464a72" providerId="ADAL" clId="{F07C5CD0-6ABF-418F-94E2-63496C17CF01}" dt="2021-04-15T18:49:37.676" v="212" actId="27028"/>
          <pc:sldLayoutMkLst>
            <pc:docMk/>
            <pc:sldMasterMk cId="2700314035" sldId="2147483800"/>
            <pc:sldLayoutMk cId="2551161569" sldId="2147483973"/>
          </pc:sldLayoutMkLst>
        </pc:sldLayoutChg>
      </pc:sldMasterChg>
      <pc:sldMasterChg chg="add addSldLayout">
        <pc:chgData name="Andres, Cathleen E." userId="cee938a1-9172-4267-bb46-c9d267464a72" providerId="ADAL" clId="{F07C5CD0-6ABF-418F-94E2-63496C17CF01}" dt="2021-04-15T18:44:37.310" v="179" actId="27028"/>
        <pc:sldMasterMkLst>
          <pc:docMk/>
          <pc:sldMasterMk cId="834760862" sldId="2147483831"/>
        </pc:sldMasterMkLst>
        <pc:sldLayoutChg chg="add">
          <pc:chgData name="Andres, Cathleen E." userId="cee938a1-9172-4267-bb46-c9d267464a72" providerId="ADAL" clId="{F07C5CD0-6ABF-418F-94E2-63496C17CF01}" dt="2021-04-15T17:07:39.028" v="27" actId="27028"/>
          <pc:sldLayoutMkLst>
            <pc:docMk/>
            <pc:sldMasterMk cId="834760862" sldId="2147483831"/>
            <pc:sldLayoutMk cId="2974032242" sldId="2147483833"/>
          </pc:sldLayoutMkLst>
        </pc:sldLayoutChg>
        <pc:sldLayoutChg chg="add">
          <pc:chgData name="Andres, Cathleen E." userId="cee938a1-9172-4267-bb46-c9d267464a72" providerId="ADAL" clId="{F07C5CD0-6ABF-418F-94E2-63496C17CF01}" dt="2021-04-15T17:07:48.305" v="35" actId="27028"/>
          <pc:sldLayoutMkLst>
            <pc:docMk/>
            <pc:sldMasterMk cId="834760862" sldId="2147483831"/>
            <pc:sldLayoutMk cId="2202520843" sldId="2147483834"/>
          </pc:sldLayoutMkLst>
        </pc:sldLayoutChg>
        <pc:sldLayoutChg chg="add">
          <pc:chgData name="Andres, Cathleen E." userId="cee938a1-9172-4267-bb46-c9d267464a72" providerId="ADAL" clId="{F07C5CD0-6ABF-418F-94E2-63496C17CF01}" dt="2021-04-15T17:08:29.638" v="65" actId="27028"/>
          <pc:sldLayoutMkLst>
            <pc:docMk/>
            <pc:sldMasterMk cId="834760862" sldId="2147483831"/>
            <pc:sldLayoutMk cId="1870724548" sldId="2147483838"/>
          </pc:sldLayoutMkLst>
        </pc:sldLayoutChg>
        <pc:sldLayoutChg chg="add">
          <pc:chgData name="Andres, Cathleen E." userId="cee938a1-9172-4267-bb46-c9d267464a72" providerId="ADAL" clId="{F07C5CD0-6ABF-418F-94E2-63496C17CF01}" dt="2021-04-15T17:07:44.747" v="31" actId="27028"/>
          <pc:sldLayoutMkLst>
            <pc:docMk/>
            <pc:sldMasterMk cId="834760862" sldId="2147483831"/>
            <pc:sldLayoutMk cId="2150731719" sldId="2147483840"/>
          </pc:sldLayoutMkLst>
        </pc:sldLayoutChg>
        <pc:sldLayoutChg chg="add">
          <pc:chgData name="Andres, Cathleen E." userId="cee938a1-9172-4267-bb46-c9d267464a72" providerId="ADAL" clId="{F07C5CD0-6ABF-418F-94E2-63496C17CF01}" dt="2021-04-15T17:08:22.370" v="61" actId="27028"/>
          <pc:sldLayoutMkLst>
            <pc:docMk/>
            <pc:sldMasterMk cId="834760862" sldId="2147483831"/>
            <pc:sldLayoutMk cId="2452972949" sldId="2147483841"/>
          </pc:sldLayoutMkLst>
        </pc:sldLayoutChg>
        <pc:sldLayoutChg chg="add">
          <pc:chgData name="Andres, Cathleen E." userId="cee938a1-9172-4267-bb46-c9d267464a72" providerId="ADAL" clId="{F07C5CD0-6ABF-418F-94E2-63496C17CF01}" dt="2021-04-15T17:07:04.927" v="15" actId="27028"/>
          <pc:sldLayoutMkLst>
            <pc:docMk/>
            <pc:sldMasterMk cId="834760862" sldId="2147483831"/>
            <pc:sldLayoutMk cId="3563132368" sldId="2147483843"/>
          </pc:sldLayoutMkLst>
        </pc:sldLayoutChg>
        <pc:sldLayoutChg chg="add">
          <pc:chgData name="Andres, Cathleen E." userId="cee938a1-9172-4267-bb46-c9d267464a72" providerId="ADAL" clId="{F07C5CD0-6ABF-418F-94E2-63496C17CF01}" dt="2021-04-15T17:07:52.722" v="39" actId="27028"/>
          <pc:sldLayoutMkLst>
            <pc:docMk/>
            <pc:sldMasterMk cId="834760862" sldId="2147483831"/>
            <pc:sldLayoutMk cId="2036957092" sldId="2147483844"/>
          </pc:sldLayoutMkLst>
        </pc:sldLayoutChg>
        <pc:sldLayoutChg chg="add">
          <pc:chgData name="Andres, Cathleen E." userId="cee938a1-9172-4267-bb46-c9d267464a72" providerId="ADAL" clId="{F07C5CD0-6ABF-418F-94E2-63496C17CF01}" dt="2021-04-15T18:41:55.889" v="105" actId="27028"/>
          <pc:sldLayoutMkLst>
            <pc:docMk/>
            <pc:sldMasterMk cId="834760862" sldId="2147483831"/>
            <pc:sldLayoutMk cId="3794917774" sldId="2147483845"/>
          </pc:sldLayoutMkLst>
        </pc:sldLayoutChg>
        <pc:sldLayoutChg chg="add">
          <pc:chgData name="Andres, Cathleen E." userId="cee938a1-9172-4267-bb46-c9d267464a72" providerId="ADAL" clId="{F07C5CD0-6ABF-418F-94E2-63496C17CF01}" dt="2021-04-15T17:07:46.562" v="33" actId="27028"/>
          <pc:sldLayoutMkLst>
            <pc:docMk/>
            <pc:sldMasterMk cId="834760862" sldId="2147483831"/>
            <pc:sldLayoutMk cId="1112997594" sldId="2147483853"/>
          </pc:sldLayoutMkLst>
        </pc:sldLayoutChg>
        <pc:sldLayoutChg chg="add">
          <pc:chgData name="Andres, Cathleen E." userId="cee938a1-9172-4267-bb46-c9d267464a72" providerId="ADAL" clId="{F07C5CD0-6ABF-418F-94E2-63496C17CF01}" dt="2021-04-15T18:42:09.940" v="115" actId="27028"/>
          <pc:sldLayoutMkLst>
            <pc:docMk/>
            <pc:sldMasterMk cId="834760862" sldId="2147483831"/>
            <pc:sldLayoutMk cId="147497488" sldId="2147483934"/>
          </pc:sldLayoutMkLst>
        </pc:sldLayoutChg>
        <pc:sldLayoutChg chg="add">
          <pc:chgData name="Andres, Cathleen E." userId="cee938a1-9172-4267-bb46-c9d267464a72" providerId="ADAL" clId="{F07C5CD0-6ABF-418F-94E2-63496C17CF01}" dt="2021-04-15T18:42:00.618" v="111" actId="27028"/>
          <pc:sldLayoutMkLst>
            <pc:docMk/>
            <pc:sldMasterMk cId="834760862" sldId="2147483831"/>
            <pc:sldLayoutMk cId="3662308587" sldId="2147483935"/>
          </pc:sldLayoutMkLst>
        </pc:sldLayoutChg>
        <pc:sldLayoutChg chg="add">
          <pc:chgData name="Andres, Cathleen E." userId="cee938a1-9172-4267-bb46-c9d267464a72" providerId="ADAL" clId="{F07C5CD0-6ABF-418F-94E2-63496C17CF01}" dt="2021-04-15T18:44:37.310" v="179" actId="27028"/>
          <pc:sldLayoutMkLst>
            <pc:docMk/>
            <pc:sldMasterMk cId="834760862" sldId="2147483831"/>
            <pc:sldLayoutMk cId="3927563389" sldId="2147483986"/>
          </pc:sldLayoutMkLst>
        </pc:sldLayoutChg>
      </pc:sldMasterChg>
      <pc:sldMasterChg chg="add replId addSldLayout">
        <pc:chgData name="Andres, Cathleen E." userId="cee938a1-9172-4267-bb46-c9d267464a72" providerId="ADAL" clId="{F07C5CD0-6ABF-418F-94E2-63496C17CF01}" dt="2021-04-15T18:44:12.630" v="171" actId="27028"/>
        <pc:sldMasterMkLst>
          <pc:docMk/>
          <pc:sldMasterMk cId="2944339859" sldId="2147483937"/>
        </pc:sldMasterMkLst>
        <pc:sldLayoutChg chg="add">
          <pc:chgData name="Andres, Cathleen E." userId="cee938a1-9172-4267-bb46-c9d267464a72" providerId="ADAL" clId="{F07C5CD0-6ABF-418F-94E2-63496C17CF01}" dt="2021-04-15T17:09:01.192" v="81" actId="27028"/>
          <pc:sldLayoutMkLst>
            <pc:docMk/>
            <pc:sldMasterMk cId="2944339859" sldId="2147483937"/>
            <pc:sldLayoutMk cId="1899845171" sldId="2147483847"/>
          </pc:sldLayoutMkLst>
        </pc:sldLayoutChg>
        <pc:sldLayoutChg chg="add">
          <pc:chgData name="Andres, Cathleen E." userId="cee938a1-9172-4267-bb46-c9d267464a72" providerId="ADAL" clId="{F07C5CD0-6ABF-418F-94E2-63496C17CF01}" dt="2021-04-15T18:43:14.934" v="127" actId="27028"/>
          <pc:sldLayoutMkLst>
            <pc:docMk/>
            <pc:sldMasterMk cId="2944339859" sldId="2147483937"/>
            <pc:sldLayoutMk cId="957543205" sldId="2147483927"/>
          </pc:sldLayoutMkLst>
        </pc:sldLayoutChg>
        <pc:sldLayoutChg chg="add">
          <pc:chgData name="Andres, Cathleen E." userId="cee938a1-9172-4267-bb46-c9d267464a72" providerId="ADAL" clId="{F07C5CD0-6ABF-418F-94E2-63496C17CF01}" dt="2021-04-15T18:43:23.549" v="131" actId="27028"/>
          <pc:sldLayoutMkLst>
            <pc:docMk/>
            <pc:sldMasterMk cId="2944339859" sldId="2147483937"/>
            <pc:sldLayoutMk cId="3254433810" sldId="2147483928"/>
          </pc:sldLayoutMkLst>
        </pc:sldLayoutChg>
        <pc:sldLayoutChg chg="add">
          <pc:chgData name="Andres, Cathleen E." userId="cee938a1-9172-4267-bb46-c9d267464a72" providerId="ADAL" clId="{F07C5CD0-6ABF-418F-94E2-63496C17CF01}" dt="2021-04-15T18:44:12.630" v="171" actId="27028"/>
          <pc:sldLayoutMkLst>
            <pc:docMk/>
            <pc:sldMasterMk cId="2944339859" sldId="2147483937"/>
            <pc:sldLayoutMk cId="2274783169" sldId="2147483929"/>
          </pc:sldLayoutMkLst>
        </pc:sldLayoutChg>
        <pc:sldLayoutChg chg="add">
          <pc:chgData name="Andres, Cathleen E." userId="cee938a1-9172-4267-bb46-c9d267464a72" providerId="ADAL" clId="{F07C5CD0-6ABF-418F-94E2-63496C17CF01}" dt="2021-04-15T18:43:10.446" v="121" actId="27028"/>
          <pc:sldLayoutMkLst>
            <pc:docMk/>
            <pc:sldMasterMk cId="2944339859" sldId="2147483937"/>
            <pc:sldLayoutMk cId="1561452422" sldId="2147483940"/>
          </pc:sldLayoutMkLst>
        </pc:sldLayoutChg>
      </pc:sldMasterChg>
      <pc:sldMasterChg chg="modSldLayout">
        <pc:chgData name="Andres, Cathleen E." userId="cee938a1-9172-4267-bb46-c9d267464a72" providerId="ADAL" clId="{F07C5CD0-6ABF-418F-94E2-63496C17CF01}" dt="2021-04-15T21:10:52.889" v="278" actId="27028"/>
        <pc:sldMasterMkLst>
          <pc:docMk/>
          <pc:sldMasterMk cId="2651900722" sldId="2147483941"/>
        </pc:sldMasterMkLst>
        <pc:sldLayoutChg chg="replId">
          <pc:chgData name="Andres, Cathleen E." userId="cee938a1-9172-4267-bb46-c9d267464a72" providerId="ADAL" clId="{F07C5CD0-6ABF-418F-94E2-63496C17CF01}" dt="2021-04-15T21:10:52.889" v="278" actId="27028"/>
          <pc:sldLayoutMkLst>
            <pc:docMk/>
            <pc:sldMasterMk cId="2651900722" sldId="2147483941"/>
            <pc:sldLayoutMk cId="957543205" sldId="2147484036"/>
          </pc:sldLayoutMkLst>
        </pc:sldLayoutChg>
      </pc:sldMasterChg>
      <pc:sldMasterChg chg="add addSldLayout">
        <pc:chgData name="Andres, Cathleen E." userId="cee938a1-9172-4267-bb46-c9d267464a72" providerId="ADAL" clId="{F07C5CD0-6ABF-418F-94E2-63496C17CF01}" dt="2021-04-15T18:43:41.293" v="143" actId="27028"/>
        <pc:sldMasterMkLst>
          <pc:docMk/>
          <pc:sldMasterMk cId="2177942871" sldId="2147483947"/>
        </pc:sldMasterMkLst>
        <pc:sldLayoutChg chg="add">
          <pc:chgData name="Andres, Cathleen E." userId="cee938a1-9172-4267-bb46-c9d267464a72" providerId="ADAL" clId="{F07C5CD0-6ABF-418F-94E2-63496C17CF01}" dt="2021-04-15T18:43:23.738" v="133" actId="27028"/>
          <pc:sldLayoutMkLst>
            <pc:docMk/>
            <pc:sldMasterMk cId="2177942871" sldId="2147483947"/>
            <pc:sldLayoutMk cId="2255365910" sldId="2147483950"/>
          </pc:sldLayoutMkLst>
        </pc:sldLayoutChg>
        <pc:sldLayoutChg chg="add">
          <pc:chgData name="Andres, Cathleen E." userId="cee938a1-9172-4267-bb46-c9d267464a72" providerId="ADAL" clId="{F07C5CD0-6ABF-418F-94E2-63496C17CF01}" dt="2021-04-15T18:43:36.785" v="139" actId="27028"/>
          <pc:sldLayoutMkLst>
            <pc:docMk/>
            <pc:sldMasterMk cId="2177942871" sldId="2147483947"/>
            <pc:sldLayoutMk cId="3395338672" sldId="2147483960"/>
          </pc:sldLayoutMkLst>
        </pc:sldLayoutChg>
        <pc:sldLayoutChg chg="add">
          <pc:chgData name="Andres, Cathleen E." userId="cee938a1-9172-4267-bb46-c9d267464a72" providerId="ADAL" clId="{F07C5CD0-6ABF-418F-94E2-63496C17CF01}" dt="2021-04-15T18:43:37.963" v="141" actId="27028"/>
          <pc:sldLayoutMkLst>
            <pc:docMk/>
            <pc:sldMasterMk cId="2177942871" sldId="2147483947"/>
            <pc:sldLayoutMk cId="3922489621" sldId="2147483975"/>
          </pc:sldLayoutMkLst>
        </pc:sldLayoutChg>
        <pc:sldLayoutChg chg="add">
          <pc:chgData name="Andres, Cathleen E." userId="cee938a1-9172-4267-bb46-c9d267464a72" providerId="ADAL" clId="{F07C5CD0-6ABF-418F-94E2-63496C17CF01}" dt="2021-04-15T18:43:41.293" v="143" actId="27028"/>
          <pc:sldLayoutMkLst>
            <pc:docMk/>
            <pc:sldMasterMk cId="2177942871" sldId="2147483947"/>
            <pc:sldLayoutMk cId="3689740824" sldId="2147483985"/>
          </pc:sldLayoutMkLst>
        </pc:sldLayoutChg>
      </pc:sldMasterChg>
    </pc:docChg>
  </pc:docChgLst>
  <pc:docChgLst>
    <pc:chgData name="Andres, Cathleen E." userId="S::cathleen.e.andres@accenture.com::cee938a1-9172-4267-bb46-c9d267464a72" providerId="AD" clId="Web-{814C94AB-3BEA-41F0-AC20-D67B6263B2B7}"/>
    <pc:docChg chg="modSld">
      <pc:chgData name="Andres, Cathleen E." userId="S::cathleen.e.andres@accenture.com::cee938a1-9172-4267-bb46-c9d267464a72" providerId="AD" clId="Web-{814C94AB-3BEA-41F0-AC20-D67B6263B2B7}" dt="2021-04-15T21:07:14.160" v="0"/>
      <pc:docMkLst>
        <pc:docMk/>
      </pc:docMkLst>
      <pc:sldChg chg="delSp">
        <pc:chgData name="Andres, Cathleen E." userId="S::cathleen.e.andres@accenture.com::cee938a1-9172-4267-bb46-c9d267464a72" providerId="AD" clId="Web-{814C94AB-3BEA-41F0-AC20-D67B6263B2B7}" dt="2021-04-15T21:07:14.160" v="0"/>
        <pc:sldMkLst>
          <pc:docMk/>
          <pc:sldMk cId="2723272357" sldId="2146847990"/>
        </pc:sldMkLst>
        <pc:spChg chg="del">
          <ac:chgData name="Andres, Cathleen E." userId="S::cathleen.e.andres@accenture.com::cee938a1-9172-4267-bb46-c9d267464a72" providerId="AD" clId="Web-{814C94AB-3BEA-41F0-AC20-D67B6263B2B7}" dt="2021-04-15T21:07:14.160" v="0"/>
          <ac:spMkLst>
            <pc:docMk/>
            <pc:sldMk cId="2723272357" sldId="2146847990"/>
            <ac:spMk id="3" creationId="{C6AF8040-474F-D948-BFBC-3CC30C548E8C}"/>
          </ac:spMkLst>
        </pc:spChg>
      </pc:sldChg>
    </pc:docChg>
  </pc:docChgLst>
  <pc:docChgLst>
    <pc:chgData name="Brown, Sally" userId="d1bd0039-b20c-458e-9f60-213009d0bb6b" providerId="ADAL" clId="{1051C801-5504-487A-B073-C2DF40139E1A}"/>
    <pc:docChg chg="custSel modSld modMainMaster">
      <pc:chgData name="Brown, Sally" userId="d1bd0039-b20c-458e-9f60-213009d0bb6b" providerId="ADAL" clId="{1051C801-5504-487A-B073-C2DF40139E1A}" dt="2022-04-07T16:47:32.060" v="165"/>
      <pc:docMkLst>
        <pc:docMk/>
      </pc:docMkLst>
      <pc:sldChg chg="modSp mod">
        <pc:chgData name="Brown, Sally" userId="d1bd0039-b20c-458e-9f60-213009d0bb6b" providerId="ADAL" clId="{1051C801-5504-487A-B073-C2DF40139E1A}" dt="2022-04-07T16:45:39.962" v="140" actId="1076"/>
        <pc:sldMkLst>
          <pc:docMk/>
          <pc:sldMk cId="1064298444" sldId="2146848250"/>
        </pc:sldMkLst>
        <pc:spChg chg="mod">
          <ac:chgData name="Brown, Sally" userId="d1bd0039-b20c-458e-9f60-213009d0bb6b" providerId="ADAL" clId="{1051C801-5504-487A-B073-C2DF40139E1A}" dt="2022-04-07T16:45:11.784" v="136" actId="14100"/>
          <ac:spMkLst>
            <pc:docMk/>
            <pc:sldMk cId="1064298444" sldId="2146848250"/>
            <ac:spMk id="14" creationId="{8297FA66-9BCF-41A7-821F-FD6FC2F29A36}"/>
          </ac:spMkLst>
        </pc:spChg>
        <pc:spChg chg="mod">
          <ac:chgData name="Brown, Sally" userId="d1bd0039-b20c-458e-9f60-213009d0bb6b" providerId="ADAL" clId="{1051C801-5504-487A-B073-C2DF40139E1A}" dt="2022-04-07T16:45:39.962" v="140" actId="1076"/>
          <ac:spMkLst>
            <pc:docMk/>
            <pc:sldMk cId="1064298444" sldId="2146848250"/>
            <ac:spMk id="20" creationId="{0A3040A6-76DA-44EC-9757-15D836B84B3F}"/>
          </ac:spMkLst>
        </pc:spChg>
        <pc:spChg chg="mod">
          <ac:chgData name="Brown, Sally" userId="d1bd0039-b20c-458e-9f60-213009d0bb6b" providerId="ADAL" clId="{1051C801-5504-487A-B073-C2DF40139E1A}" dt="2022-04-07T16:45:21.811" v="138" actId="14100"/>
          <ac:spMkLst>
            <pc:docMk/>
            <pc:sldMk cId="1064298444" sldId="2146848250"/>
            <ac:spMk id="21" creationId="{67ADD933-BA0B-43C3-A114-C38B543D0AE8}"/>
          </ac:spMkLst>
        </pc:spChg>
        <pc:picChg chg="mod modCrop">
          <ac:chgData name="Brown, Sally" userId="d1bd0039-b20c-458e-9f60-213009d0bb6b" providerId="ADAL" clId="{1051C801-5504-487A-B073-C2DF40139E1A}" dt="2022-04-07T16:44:58.925" v="133" actId="1076"/>
          <ac:picMkLst>
            <pc:docMk/>
            <pc:sldMk cId="1064298444" sldId="2146848250"/>
            <ac:picMk id="11" creationId="{F283038B-E826-40BB-B1EC-3CBFA974EB6F}"/>
          </ac:picMkLst>
        </pc:picChg>
      </pc:sldChg>
      <pc:sldChg chg="modSp mod">
        <pc:chgData name="Brown, Sally" userId="d1bd0039-b20c-458e-9f60-213009d0bb6b" providerId="ADAL" clId="{1051C801-5504-487A-B073-C2DF40139E1A}" dt="2022-04-07T16:47:13.380" v="163" actId="1076"/>
        <pc:sldMkLst>
          <pc:docMk/>
          <pc:sldMk cId="1938935888" sldId="2146848251"/>
        </pc:sldMkLst>
        <pc:spChg chg="mod">
          <ac:chgData name="Brown, Sally" userId="d1bd0039-b20c-458e-9f60-213009d0bb6b" providerId="ADAL" clId="{1051C801-5504-487A-B073-C2DF40139E1A}" dt="2022-04-07T16:47:01.091" v="161" actId="1037"/>
          <ac:spMkLst>
            <pc:docMk/>
            <pc:sldMk cId="1938935888" sldId="2146848251"/>
            <ac:spMk id="2" creationId="{18DB0432-9414-4CD8-9C5D-EF2E5C735A96}"/>
          </ac:spMkLst>
        </pc:spChg>
        <pc:spChg chg="mod">
          <ac:chgData name="Brown, Sally" userId="d1bd0039-b20c-458e-9f60-213009d0bb6b" providerId="ADAL" clId="{1051C801-5504-487A-B073-C2DF40139E1A}" dt="2022-04-07T16:47:13.380" v="163" actId="1076"/>
          <ac:spMkLst>
            <pc:docMk/>
            <pc:sldMk cId="1938935888" sldId="2146848251"/>
            <ac:spMk id="3" creationId="{8A1FEDC3-F822-4FBF-8352-2CB52873CDF0}"/>
          </ac:spMkLst>
        </pc:spChg>
        <pc:spChg chg="mod">
          <ac:chgData name="Brown, Sally" userId="d1bd0039-b20c-458e-9f60-213009d0bb6b" providerId="ADAL" clId="{1051C801-5504-487A-B073-C2DF40139E1A}" dt="2022-04-07T16:47:09.566" v="162" actId="1076"/>
          <ac:spMkLst>
            <pc:docMk/>
            <pc:sldMk cId="1938935888" sldId="2146848251"/>
            <ac:spMk id="4" creationId="{AC5B3880-4700-481E-ABA3-87BE36CC9185}"/>
          </ac:spMkLst>
        </pc:spChg>
        <pc:spChg chg="mod">
          <ac:chgData name="Brown, Sally" userId="d1bd0039-b20c-458e-9f60-213009d0bb6b" providerId="ADAL" clId="{1051C801-5504-487A-B073-C2DF40139E1A}" dt="2022-04-07T16:47:01.091" v="161" actId="1037"/>
          <ac:spMkLst>
            <pc:docMk/>
            <pc:sldMk cId="1938935888" sldId="2146848251"/>
            <ac:spMk id="7" creationId="{862B2210-13BE-4B7E-A02C-8BE5E71EB4E7}"/>
          </ac:spMkLst>
        </pc:spChg>
        <pc:spChg chg="mod">
          <ac:chgData name="Brown, Sally" userId="d1bd0039-b20c-458e-9f60-213009d0bb6b" providerId="ADAL" clId="{1051C801-5504-487A-B073-C2DF40139E1A}" dt="2022-04-07T16:47:01.091" v="161" actId="1037"/>
          <ac:spMkLst>
            <pc:docMk/>
            <pc:sldMk cId="1938935888" sldId="2146848251"/>
            <ac:spMk id="14" creationId="{8297FA66-9BCF-41A7-821F-FD6FC2F29A36}"/>
          </ac:spMkLst>
        </pc:spChg>
        <pc:picChg chg="mod modCrop">
          <ac:chgData name="Brown, Sally" userId="d1bd0039-b20c-458e-9f60-213009d0bb6b" providerId="ADAL" clId="{1051C801-5504-487A-B073-C2DF40139E1A}" dt="2022-04-07T16:47:01.091" v="161" actId="1037"/>
          <ac:picMkLst>
            <pc:docMk/>
            <pc:sldMk cId="1938935888" sldId="2146848251"/>
            <ac:picMk id="17" creationId="{32FBB312-BB37-4EAF-9858-A0B0E3FBCC08}"/>
          </ac:picMkLst>
        </pc:picChg>
      </pc:sldChg>
      <pc:sldMasterChg chg="addSp modSp mod modSldLayout">
        <pc:chgData name="Brown, Sally" userId="d1bd0039-b20c-458e-9f60-213009d0bb6b" providerId="ADAL" clId="{1051C801-5504-487A-B073-C2DF40139E1A}" dt="2022-04-07T16:46:04.014" v="142"/>
        <pc:sldMasterMkLst>
          <pc:docMk/>
          <pc:sldMasterMk cId="2700314035" sldId="2147483800"/>
        </pc:sldMasterMkLst>
        <pc:spChg chg="add mod ord modVis">
          <ac:chgData name="Brown, Sally" userId="d1bd0039-b20c-458e-9f60-213009d0bb6b" providerId="ADAL" clId="{1051C801-5504-487A-B073-C2DF40139E1A}" dt="2022-04-07T16:44:38.231" v="37"/>
          <ac:spMkLst>
            <pc:docMk/>
            <pc:sldMasterMk cId="2700314035" sldId="2147483800"/>
            <ac:spMk id="4" creationId="{30609F79-4D2E-4D5C-9A40-6773022B225E}"/>
          </ac:spMkLst>
        </pc:spChg>
        <pc:spChg chg="mod">
          <ac:chgData name="Brown, Sally" userId="d1bd0039-b20c-458e-9f60-213009d0bb6b" providerId="ADAL" clId="{1051C801-5504-487A-B073-C2DF40139E1A}" dt="2022-01-25T20:53:03.855" v="0"/>
          <ac:spMkLst>
            <pc:docMk/>
            <pc:sldMasterMk cId="2700314035" sldId="2147483800"/>
            <ac:spMk id="25" creationId="{8DEAF7F0-ADBE-DA4B-80DE-727BD0E615AA}"/>
          </ac:spMkLst>
        </pc:spChg>
        <pc:sldLayoutChg chg="modSp">
          <pc:chgData name="Brown, Sally" userId="d1bd0039-b20c-458e-9f60-213009d0bb6b" providerId="ADAL" clId="{1051C801-5504-487A-B073-C2DF40139E1A}" dt="2022-01-25T20:53:03.855" v="0"/>
          <pc:sldLayoutMkLst>
            <pc:docMk/>
            <pc:sldMasterMk cId="2700314035" sldId="2147483800"/>
            <pc:sldLayoutMk cId="1436512422" sldId="2147483801"/>
          </pc:sldLayoutMkLst>
          <pc:spChg chg="mod">
            <ac:chgData name="Brown, Sally" userId="d1bd0039-b20c-458e-9f60-213009d0bb6b" providerId="ADAL" clId="{1051C801-5504-487A-B073-C2DF40139E1A}" dt="2022-01-25T20:53:03.855" v="0"/>
            <ac:spMkLst>
              <pc:docMk/>
              <pc:sldMasterMk cId="2700314035" sldId="2147483800"/>
              <pc:sldLayoutMk cId="1436512422" sldId="2147483801"/>
              <ac:spMk id="9" creationId="{74A75009-F578-4751-B719-6D9F30142BCA}"/>
            </ac:spMkLst>
          </pc:spChg>
        </pc:sldLayoutChg>
        <pc:sldLayoutChg chg="addSp modSp">
          <pc:chgData name="Brown, Sally" userId="d1bd0039-b20c-458e-9f60-213009d0bb6b" providerId="ADAL" clId="{1051C801-5504-487A-B073-C2DF40139E1A}" dt="2022-04-07T16:46:04.014" v="142"/>
          <pc:sldLayoutMkLst>
            <pc:docMk/>
            <pc:sldMasterMk cId="2700314035" sldId="2147483800"/>
            <pc:sldLayoutMk cId="3941116250" sldId="2147483807"/>
          </pc:sldLayoutMkLst>
          <pc:spChg chg="mod">
            <ac:chgData name="Brown, Sally" userId="d1bd0039-b20c-458e-9f60-213009d0bb6b" providerId="ADAL" clId="{1051C801-5504-487A-B073-C2DF40139E1A}" dt="2022-01-25T20:53:03.855" v="0"/>
            <ac:spMkLst>
              <pc:docMk/>
              <pc:sldMasterMk cId="2700314035" sldId="2147483800"/>
              <pc:sldLayoutMk cId="3941116250" sldId="2147483807"/>
              <ac:spMk id="9" creationId="{74A75009-F578-4751-B719-6D9F30142BCA}"/>
            </ac:spMkLst>
          </pc:spChg>
          <pc:spChg chg="add mod">
            <ac:chgData name="Brown, Sally" userId="d1bd0039-b20c-458e-9f60-213009d0bb6b" providerId="ADAL" clId="{1051C801-5504-487A-B073-C2DF40139E1A}" dt="2022-04-07T16:46:04.014" v="142"/>
            <ac:spMkLst>
              <pc:docMk/>
              <pc:sldMasterMk cId="2700314035" sldId="2147483800"/>
              <pc:sldLayoutMk cId="3941116250" sldId="2147483807"/>
              <ac:spMk id="10" creationId="{894CD584-E15D-4AB2-9295-C17F068D560B}"/>
            </ac:spMkLst>
          </pc:spChg>
        </pc:sldLayoutChg>
        <pc:sldLayoutChg chg="modSp">
          <pc:chgData name="Brown, Sally" userId="d1bd0039-b20c-458e-9f60-213009d0bb6b" providerId="ADAL" clId="{1051C801-5504-487A-B073-C2DF40139E1A}" dt="2022-01-25T20:53:03.855" v="0"/>
          <pc:sldLayoutMkLst>
            <pc:docMk/>
            <pc:sldMasterMk cId="2700314035" sldId="2147483800"/>
            <pc:sldLayoutMk cId="1323630033" sldId="2147483810"/>
          </pc:sldLayoutMkLst>
          <pc:spChg chg="mod">
            <ac:chgData name="Brown, Sally" userId="d1bd0039-b20c-458e-9f60-213009d0bb6b" providerId="ADAL" clId="{1051C801-5504-487A-B073-C2DF40139E1A}" dt="2022-01-25T20:53:03.855" v="0"/>
            <ac:spMkLst>
              <pc:docMk/>
              <pc:sldMasterMk cId="2700314035" sldId="2147483800"/>
              <pc:sldLayoutMk cId="1323630033" sldId="2147483810"/>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700314035" sldId="2147483800"/>
            <pc:sldLayoutMk cId="3794917774" sldId="2147483845"/>
          </pc:sldLayoutMkLst>
          <pc:spChg chg="mod">
            <ac:chgData name="Brown, Sally" userId="d1bd0039-b20c-458e-9f60-213009d0bb6b" providerId="ADAL" clId="{1051C801-5504-487A-B073-C2DF40139E1A}" dt="2022-01-25T20:53:03.855" v="0"/>
            <ac:spMkLst>
              <pc:docMk/>
              <pc:sldMasterMk cId="2700314035" sldId="2147483800"/>
              <pc:sldLayoutMk cId="3794917774" sldId="2147483845"/>
              <ac:spMk id="5" creationId="{EA97BC18-949B-4A9A-B05F-CA4F3F80FEC9}"/>
            </ac:spMkLst>
          </pc:spChg>
        </pc:sldLayoutChg>
        <pc:sldLayoutChg chg="modSp">
          <pc:chgData name="Brown, Sally" userId="d1bd0039-b20c-458e-9f60-213009d0bb6b" providerId="ADAL" clId="{1051C801-5504-487A-B073-C2DF40139E1A}" dt="2022-01-25T20:53:03.855" v="0"/>
          <pc:sldLayoutMkLst>
            <pc:docMk/>
            <pc:sldMasterMk cId="2700314035" sldId="2147483800"/>
            <pc:sldLayoutMk cId="3172662648" sldId="2147483940"/>
          </pc:sldLayoutMkLst>
          <pc:spChg chg="mod">
            <ac:chgData name="Brown, Sally" userId="d1bd0039-b20c-458e-9f60-213009d0bb6b" providerId="ADAL" clId="{1051C801-5504-487A-B073-C2DF40139E1A}" dt="2022-01-25T20:53:03.855" v="0"/>
            <ac:spMkLst>
              <pc:docMk/>
              <pc:sldMasterMk cId="2700314035" sldId="2147483800"/>
              <pc:sldLayoutMk cId="3172662648" sldId="2147483940"/>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700314035" sldId="2147483800"/>
            <pc:sldLayoutMk cId="147497488" sldId="2147483990"/>
          </pc:sldLayoutMkLst>
          <pc:spChg chg="mod">
            <ac:chgData name="Brown, Sally" userId="d1bd0039-b20c-458e-9f60-213009d0bb6b" providerId="ADAL" clId="{1051C801-5504-487A-B073-C2DF40139E1A}" dt="2022-01-25T20:53:03.855" v="0"/>
            <ac:spMkLst>
              <pc:docMk/>
              <pc:sldMasterMk cId="2700314035" sldId="2147483800"/>
              <pc:sldLayoutMk cId="147497488" sldId="2147483990"/>
              <ac:spMk id="7" creationId="{A69E046A-D630-48D4-9245-EEA4268166DB}"/>
            </ac:spMkLst>
          </pc:spChg>
        </pc:sldLayoutChg>
        <pc:sldLayoutChg chg="modSp">
          <pc:chgData name="Brown, Sally" userId="d1bd0039-b20c-458e-9f60-213009d0bb6b" providerId="ADAL" clId="{1051C801-5504-487A-B073-C2DF40139E1A}" dt="2022-01-25T20:53:03.855" v="0"/>
          <pc:sldLayoutMkLst>
            <pc:docMk/>
            <pc:sldMasterMk cId="2700314035" sldId="2147483800"/>
            <pc:sldLayoutMk cId="3662308587" sldId="2147484006"/>
          </pc:sldLayoutMkLst>
          <pc:spChg chg="mod">
            <ac:chgData name="Brown, Sally" userId="d1bd0039-b20c-458e-9f60-213009d0bb6b" providerId="ADAL" clId="{1051C801-5504-487A-B073-C2DF40139E1A}" dt="2022-01-25T20:53:03.855" v="0"/>
            <ac:spMkLst>
              <pc:docMk/>
              <pc:sldMasterMk cId="2700314035" sldId="2147483800"/>
              <pc:sldLayoutMk cId="3662308587" sldId="2147484006"/>
              <ac:spMk id="7" creationId="{9DE018DE-8A90-C842-A7BE-D441C9648D56}"/>
            </ac:spMkLst>
          </pc:spChg>
        </pc:sldLayoutChg>
        <pc:sldLayoutChg chg="addSp modSp">
          <pc:chgData name="Brown, Sally" userId="d1bd0039-b20c-458e-9f60-213009d0bb6b" providerId="ADAL" clId="{1051C801-5504-487A-B073-C2DF40139E1A}" dt="2022-04-07T16:45:52.235" v="141"/>
          <pc:sldLayoutMkLst>
            <pc:docMk/>
            <pc:sldMasterMk cId="2700314035" sldId="2147483800"/>
            <pc:sldLayoutMk cId="1374886696" sldId="2147484036"/>
          </pc:sldLayoutMkLst>
          <pc:spChg chg="add mod">
            <ac:chgData name="Brown, Sally" userId="d1bd0039-b20c-458e-9f60-213009d0bb6b" providerId="ADAL" clId="{1051C801-5504-487A-B073-C2DF40139E1A}" dt="2022-04-07T16:45:52.235" v="141"/>
            <ac:spMkLst>
              <pc:docMk/>
              <pc:sldMasterMk cId="2700314035" sldId="2147483800"/>
              <pc:sldLayoutMk cId="1374886696" sldId="2147484036"/>
              <ac:spMk id="7" creationId="{BFFAB7E7-07FE-4C57-986E-B3CE0CAD2961}"/>
            </ac:spMkLst>
          </pc:spChg>
          <pc:spChg chg="mod">
            <ac:chgData name="Brown, Sally" userId="d1bd0039-b20c-458e-9f60-213009d0bb6b" providerId="ADAL" clId="{1051C801-5504-487A-B073-C2DF40139E1A}" dt="2022-01-25T20:53:03.855" v="0"/>
            <ac:spMkLst>
              <pc:docMk/>
              <pc:sldMasterMk cId="2700314035" sldId="2147483800"/>
              <pc:sldLayoutMk cId="1374886696" sldId="2147484036"/>
              <ac:spMk id="13" creationId="{C5A17E02-A31F-4B3C-922A-197462C89A0D}"/>
            </ac:spMkLst>
          </pc:spChg>
        </pc:sldLayoutChg>
      </pc:sldMasterChg>
      <pc:sldMasterChg chg="addSp modSp mod modSldLayout">
        <pc:chgData name="Brown, Sally" userId="d1bd0039-b20c-458e-9f60-213009d0bb6b" providerId="ADAL" clId="{1051C801-5504-487A-B073-C2DF40139E1A}" dt="2022-04-07T16:47:32.060" v="165"/>
        <pc:sldMasterMkLst>
          <pc:docMk/>
          <pc:sldMasterMk cId="3505860578" sldId="2147484037"/>
        </pc:sldMasterMkLst>
        <pc:spChg chg="add mod ord modVis">
          <ac:chgData name="Brown, Sally" userId="d1bd0039-b20c-458e-9f60-213009d0bb6b" providerId="ADAL" clId="{1051C801-5504-487A-B073-C2DF40139E1A}" dt="2022-04-07T16:44:38.247" v="68"/>
          <ac:spMkLst>
            <pc:docMk/>
            <pc:sldMasterMk cId="3505860578" sldId="2147484037"/>
            <ac:spMk id="4" creationId="{811CB362-73E4-4AD2-93A9-0FEA04F32AD2}"/>
          </ac:spMkLst>
        </pc:spChg>
        <pc:spChg chg="mod">
          <ac:chgData name="Brown, Sally" userId="d1bd0039-b20c-458e-9f60-213009d0bb6b" providerId="ADAL" clId="{1051C801-5504-487A-B073-C2DF40139E1A}" dt="2022-01-25T20:53:03.855" v="0"/>
          <ac:spMkLst>
            <pc:docMk/>
            <pc:sldMasterMk cId="3505860578" sldId="2147484037"/>
            <ac:spMk id="25" creationId="{8DEAF7F0-ADBE-DA4B-80DE-727BD0E615AA}"/>
          </ac:spMkLst>
        </pc:spChg>
        <pc:sldLayoutChg chg="modSp">
          <pc:chgData name="Brown, Sally" userId="d1bd0039-b20c-458e-9f60-213009d0bb6b" providerId="ADAL" clId="{1051C801-5504-487A-B073-C2DF40139E1A}" dt="2022-01-25T20:53:03.855" v="0"/>
          <pc:sldLayoutMkLst>
            <pc:docMk/>
            <pc:sldMasterMk cId="3505860578" sldId="2147484037"/>
            <pc:sldLayoutMk cId="2843631474" sldId="2147484038"/>
          </pc:sldLayoutMkLst>
          <pc:spChg chg="mod">
            <ac:chgData name="Brown, Sally" userId="d1bd0039-b20c-458e-9f60-213009d0bb6b" providerId="ADAL" clId="{1051C801-5504-487A-B073-C2DF40139E1A}" dt="2022-01-25T20:53:03.855" v="0"/>
            <ac:spMkLst>
              <pc:docMk/>
              <pc:sldMasterMk cId="3505860578" sldId="2147484037"/>
              <pc:sldLayoutMk cId="2843631474" sldId="2147484038"/>
              <ac:spMk id="13" creationId="{C5A17E02-A31F-4B3C-922A-197462C89A0D}"/>
            </ac:spMkLst>
          </pc:spChg>
        </pc:sldLayoutChg>
        <pc:sldLayoutChg chg="modSp">
          <pc:chgData name="Brown, Sally" userId="d1bd0039-b20c-458e-9f60-213009d0bb6b" providerId="ADAL" clId="{1051C801-5504-487A-B073-C2DF40139E1A}" dt="2022-01-25T20:53:03.855" v="0"/>
          <pc:sldLayoutMkLst>
            <pc:docMk/>
            <pc:sldMasterMk cId="3505860578" sldId="2147484037"/>
            <pc:sldLayoutMk cId="2731479633" sldId="2147484039"/>
          </pc:sldLayoutMkLst>
          <pc:spChg chg="mod">
            <ac:chgData name="Brown, Sally" userId="d1bd0039-b20c-458e-9f60-213009d0bb6b" providerId="ADAL" clId="{1051C801-5504-487A-B073-C2DF40139E1A}" dt="2022-01-25T20:53:03.855" v="0"/>
            <ac:spMkLst>
              <pc:docMk/>
              <pc:sldMasterMk cId="3505860578" sldId="2147484037"/>
              <pc:sldLayoutMk cId="2731479633" sldId="2147484039"/>
              <ac:spMk id="13" creationId="{C5A17E02-A31F-4B3C-922A-197462C89A0D}"/>
            </ac:spMkLst>
          </pc:spChg>
        </pc:sldLayoutChg>
        <pc:sldLayoutChg chg="modSp">
          <pc:chgData name="Brown, Sally" userId="d1bd0039-b20c-458e-9f60-213009d0bb6b" providerId="ADAL" clId="{1051C801-5504-487A-B073-C2DF40139E1A}" dt="2022-01-25T20:53:03.855" v="0"/>
          <pc:sldLayoutMkLst>
            <pc:docMk/>
            <pc:sldMasterMk cId="3505860578" sldId="2147484037"/>
            <pc:sldLayoutMk cId="2825042264" sldId="2147484040"/>
          </pc:sldLayoutMkLst>
          <pc:spChg chg="mod">
            <ac:chgData name="Brown, Sally" userId="d1bd0039-b20c-458e-9f60-213009d0bb6b" providerId="ADAL" clId="{1051C801-5504-487A-B073-C2DF40139E1A}" dt="2022-01-25T20:53:03.855" v="0"/>
            <ac:spMkLst>
              <pc:docMk/>
              <pc:sldMasterMk cId="3505860578" sldId="2147484037"/>
              <pc:sldLayoutMk cId="2825042264" sldId="2147484040"/>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3505860578" sldId="2147484037"/>
            <pc:sldLayoutMk cId="1297377292" sldId="2147484042"/>
          </pc:sldLayoutMkLst>
          <pc:spChg chg="mod">
            <ac:chgData name="Brown, Sally" userId="d1bd0039-b20c-458e-9f60-213009d0bb6b" providerId="ADAL" clId="{1051C801-5504-487A-B073-C2DF40139E1A}" dt="2022-01-25T20:53:03.855" v="0"/>
            <ac:spMkLst>
              <pc:docMk/>
              <pc:sldMasterMk cId="3505860578" sldId="2147484037"/>
              <pc:sldLayoutMk cId="1297377292" sldId="2147484042"/>
              <ac:spMk id="12" creationId="{2CC7CBB9-B424-BE46-8FBE-86CD0EE5C99F}"/>
            </ac:spMkLst>
          </pc:spChg>
        </pc:sldLayoutChg>
        <pc:sldLayoutChg chg="addSp modSp">
          <pc:chgData name="Brown, Sally" userId="d1bd0039-b20c-458e-9f60-213009d0bb6b" providerId="ADAL" clId="{1051C801-5504-487A-B073-C2DF40139E1A}" dt="2022-04-07T16:47:32.060" v="165"/>
          <pc:sldLayoutMkLst>
            <pc:docMk/>
            <pc:sldMasterMk cId="3505860578" sldId="2147484037"/>
            <pc:sldLayoutMk cId="2679185768" sldId="2147484043"/>
          </pc:sldLayoutMkLst>
          <pc:spChg chg="add mod">
            <ac:chgData name="Brown, Sally" userId="d1bd0039-b20c-458e-9f60-213009d0bb6b" providerId="ADAL" clId="{1051C801-5504-487A-B073-C2DF40139E1A}" dt="2022-04-07T16:47:32.060" v="165"/>
            <ac:spMkLst>
              <pc:docMk/>
              <pc:sldMasterMk cId="3505860578" sldId="2147484037"/>
              <pc:sldLayoutMk cId="2679185768" sldId="2147484043"/>
              <ac:spMk id="5" creationId="{12AD792B-D985-4565-BF66-AFAC5F106A1F}"/>
            </ac:spMkLst>
          </pc:spChg>
          <pc:spChg chg="mod">
            <ac:chgData name="Brown, Sally" userId="d1bd0039-b20c-458e-9f60-213009d0bb6b" providerId="ADAL" clId="{1051C801-5504-487A-B073-C2DF40139E1A}" dt="2022-01-25T20:53:03.855" v="0"/>
            <ac:spMkLst>
              <pc:docMk/>
              <pc:sldMasterMk cId="3505860578" sldId="2147484037"/>
              <pc:sldLayoutMk cId="2679185768" sldId="2147484043"/>
              <ac:spMk id="9" creationId="{74A75009-F578-4751-B719-6D9F30142BCA}"/>
            </ac:spMkLst>
          </pc:spChg>
        </pc:sldLayoutChg>
      </pc:sldMasterChg>
      <pc:sldMasterChg chg="addSp modSp mod modSldLayout">
        <pc:chgData name="Brown, Sally" userId="d1bd0039-b20c-458e-9f60-213009d0bb6b" providerId="ADAL" clId="{1051C801-5504-487A-B073-C2DF40139E1A}" dt="2022-04-07T16:44:38.266" v="99"/>
        <pc:sldMasterMkLst>
          <pc:docMk/>
          <pc:sldMasterMk cId="2826585667" sldId="2147484044"/>
        </pc:sldMasterMkLst>
        <pc:spChg chg="add mod ord modVis">
          <ac:chgData name="Brown, Sally" userId="d1bd0039-b20c-458e-9f60-213009d0bb6b" providerId="ADAL" clId="{1051C801-5504-487A-B073-C2DF40139E1A}" dt="2022-04-07T16:44:38.266" v="99"/>
          <ac:spMkLst>
            <pc:docMk/>
            <pc:sldMasterMk cId="2826585667" sldId="2147484044"/>
            <ac:spMk id="4" creationId="{B7284706-F6FC-431E-94BA-A0A662C74D9E}"/>
          </ac:spMkLst>
        </pc:spChg>
        <pc:spChg chg="mod">
          <ac:chgData name="Brown, Sally" userId="d1bd0039-b20c-458e-9f60-213009d0bb6b" providerId="ADAL" clId="{1051C801-5504-487A-B073-C2DF40139E1A}" dt="2022-01-25T20:53:03.855" v="0"/>
          <ac:spMkLst>
            <pc:docMk/>
            <pc:sldMasterMk cId="2826585667" sldId="2147484044"/>
            <ac:spMk id="25" creationId="{8DEAF7F0-ADBE-DA4B-80DE-727BD0E615AA}"/>
          </ac:spMkLst>
        </pc:spChg>
        <pc:sldLayoutChg chg="modSp">
          <pc:chgData name="Brown, Sally" userId="d1bd0039-b20c-458e-9f60-213009d0bb6b" providerId="ADAL" clId="{1051C801-5504-487A-B073-C2DF40139E1A}" dt="2022-01-25T20:53:03.855" v="0"/>
          <pc:sldLayoutMkLst>
            <pc:docMk/>
            <pc:sldMasterMk cId="2826585667" sldId="2147484044"/>
            <pc:sldLayoutMk cId="630521955" sldId="2147484049"/>
          </pc:sldLayoutMkLst>
          <pc:spChg chg="mod">
            <ac:chgData name="Brown, Sally" userId="d1bd0039-b20c-458e-9f60-213009d0bb6b" providerId="ADAL" clId="{1051C801-5504-487A-B073-C2DF40139E1A}" dt="2022-01-25T20:53:03.855" v="0"/>
            <ac:spMkLst>
              <pc:docMk/>
              <pc:sldMasterMk cId="2826585667" sldId="2147484044"/>
              <pc:sldLayoutMk cId="630521955" sldId="2147484049"/>
              <ac:spMk id="10" creationId="{479C00F1-6473-4289-836D-9ED06CFCEB71}"/>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1165409713" sldId="2147484050"/>
          </pc:sldLayoutMkLst>
          <pc:spChg chg="mod">
            <ac:chgData name="Brown, Sally" userId="d1bd0039-b20c-458e-9f60-213009d0bb6b" providerId="ADAL" clId="{1051C801-5504-487A-B073-C2DF40139E1A}" dt="2022-01-25T20:53:03.855" v="0"/>
            <ac:spMkLst>
              <pc:docMk/>
              <pc:sldMasterMk cId="2826585667" sldId="2147484044"/>
              <pc:sldLayoutMk cId="1165409713" sldId="2147484050"/>
              <ac:spMk id="6" creationId="{F6F76BCE-8678-4929-A312-356388E3C89F}"/>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56623231" sldId="2147484056"/>
          </pc:sldLayoutMkLst>
          <pc:spChg chg="mod">
            <ac:chgData name="Brown, Sally" userId="d1bd0039-b20c-458e-9f60-213009d0bb6b" providerId="ADAL" clId="{1051C801-5504-487A-B073-C2DF40139E1A}" dt="2022-01-25T20:53:03.855" v="0"/>
            <ac:spMkLst>
              <pc:docMk/>
              <pc:sldMasterMk cId="2826585667" sldId="2147484044"/>
              <pc:sldLayoutMk cId="56623231" sldId="2147484056"/>
              <ac:spMk id="8" creationId="{9A9931FF-9353-4A1D-A81F-8668A92AE45D}"/>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688405111" sldId="2147484060"/>
          </pc:sldLayoutMkLst>
          <pc:spChg chg="mod">
            <ac:chgData name="Brown, Sally" userId="d1bd0039-b20c-458e-9f60-213009d0bb6b" providerId="ADAL" clId="{1051C801-5504-487A-B073-C2DF40139E1A}" dt="2022-01-25T20:53:03.855" v="0"/>
            <ac:spMkLst>
              <pc:docMk/>
              <pc:sldMasterMk cId="2826585667" sldId="2147484044"/>
              <pc:sldLayoutMk cId="2688405111" sldId="2147484060"/>
              <ac:spMk id="7" creationId="{9DE018DE-8A90-C842-A7BE-D441C9648D56}"/>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160222196" sldId="2147484065"/>
          </pc:sldLayoutMkLst>
          <pc:spChg chg="mod">
            <ac:chgData name="Brown, Sally" userId="d1bd0039-b20c-458e-9f60-213009d0bb6b" providerId="ADAL" clId="{1051C801-5504-487A-B073-C2DF40139E1A}" dt="2022-01-25T20:53:03.855" v="0"/>
            <ac:spMkLst>
              <pc:docMk/>
              <pc:sldMasterMk cId="2826585667" sldId="2147484044"/>
              <pc:sldLayoutMk cId="2160222196" sldId="2147484065"/>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957756611" sldId="2147484067"/>
          </pc:sldLayoutMkLst>
          <pc:spChg chg="mod">
            <ac:chgData name="Brown, Sally" userId="d1bd0039-b20c-458e-9f60-213009d0bb6b" providerId="ADAL" clId="{1051C801-5504-487A-B073-C2DF40139E1A}" dt="2022-01-25T20:53:03.855" v="0"/>
            <ac:spMkLst>
              <pc:docMk/>
              <pc:sldMasterMk cId="2826585667" sldId="2147484044"/>
              <pc:sldLayoutMk cId="957756611" sldId="2147484067"/>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3004424792" sldId="2147484068"/>
          </pc:sldLayoutMkLst>
          <pc:spChg chg="mod">
            <ac:chgData name="Brown, Sally" userId="d1bd0039-b20c-458e-9f60-213009d0bb6b" providerId="ADAL" clId="{1051C801-5504-487A-B073-C2DF40139E1A}" dt="2022-01-25T20:53:03.855" v="0"/>
            <ac:spMkLst>
              <pc:docMk/>
              <pc:sldMasterMk cId="2826585667" sldId="2147484044"/>
              <pc:sldLayoutMk cId="3004424792" sldId="2147484068"/>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632187751" sldId="2147484069"/>
          </pc:sldLayoutMkLst>
          <pc:spChg chg="mod">
            <ac:chgData name="Brown, Sally" userId="d1bd0039-b20c-458e-9f60-213009d0bb6b" providerId="ADAL" clId="{1051C801-5504-487A-B073-C2DF40139E1A}" dt="2022-01-25T20:53:03.855" v="0"/>
            <ac:spMkLst>
              <pc:docMk/>
              <pc:sldMasterMk cId="2826585667" sldId="2147484044"/>
              <pc:sldLayoutMk cId="632187751" sldId="2147484069"/>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1978570560" sldId="2147484071"/>
          </pc:sldLayoutMkLst>
          <pc:spChg chg="mod">
            <ac:chgData name="Brown, Sally" userId="d1bd0039-b20c-458e-9f60-213009d0bb6b" providerId="ADAL" clId="{1051C801-5504-487A-B073-C2DF40139E1A}" dt="2022-01-25T20:53:03.855" v="0"/>
            <ac:spMkLst>
              <pc:docMk/>
              <pc:sldMasterMk cId="2826585667" sldId="2147484044"/>
              <pc:sldLayoutMk cId="1978570560" sldId="2147484071"/>
              <ac:spMk id="7" creationId="{858372A5-CE95-4957-B170-992430EBABBE}"/>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707674502" sldId="2147484072"/>
          </pc:sldLayoutMkLst>
          <pc:spChg chg="mod">
            <ac:chgData name="Brown, Sally" userId="d1bd0039-b20c-458e-9f60-213009d0bb6b" providerId="ADAL" clId="{1051C801-5504-487A-B073-C2DF40139E1A}" dt="2022-01-25T20:53:03.855" v="0"/>
            <ac:spMkLst>
              <pc:docMk/>
              <pc:sldMasterMk cId="2826585667" sldId="2147484044"/>
              <pc:sldLayoutMk cId="707674502" sldId="2147484072"/>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13621961" sldId="2147484073"/>
          </pc:sldLayoutMkLst>
          <pc:spChg chg="mod">
            <ac:chgData name="Brown, Sally" userId="d1bd0039-b20c-458e-9f60-213009d0bb6b" providerId="ADAL" clId="{1051C801-5504-487A-B073-C2DF40139E1A}" dt="2022-01-25T20:53:03.855" v="0"/>
            <ac:spMkLst>
              <pc:docMk/>
              <pc:sldMasterMk cId="2826585667" sldId="2147484044"/>
              <pc:sldLayoutMk cId="213621961" sldId="2147484073"/>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3852185655" sldId="2147484078"/>
          </pc:sldLayoutMkLst>
          <pc:spChg chg="mod">
            <ac:chgData name="Brown, Sally" userId="d1bd0039-b20c-458e-9f60-213009d0bb6b" providerId="ADAL" clId="{1051C801-5504-487A-B073-C2DF40139E1A}" dt="2022-01-25T20:53:03.855" v="0"/>
            <ac:spMkLst>
              <pc:docMk/>
              <pc:sldMasterMk cId="2826585667" sldId="2147484044"/>
              <pc:sldLayoutMk cId="3852185655" sldId="2147484078"/>
              <ac:spMk id="13" creationId="{C5A17E02-A31F-4B3C-922A-197462C89A0D}"/>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625183320" sldId="2147484079"/>
          </pc:sldLayoutMkLst>
          <pc:spChg chg="mod">
            <ac:chgData name="Brown, Sally" userId="d1bd0039-b20c-458e-9f60-213009d0bb6b" providerId="ADAL" clId="{1051C801-5504-487A-B073-C2DF40139E1A}" dt="2022-01-25T20:53:03.855" v="0"/>
            <ac:spMkLst>
              <pc:docMk/>
              <pc:sldMasterMk cId="2826585667" sldId="2147484044"/>
              <pc:sldLayoutMk cId="2625183320" sldId="2147484079"/>
              <ac:spMk id="7" creationId="{A69E046A-D630-48D4-9245-EEA4268166DB}"/>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415138002" sldId="2147484080"/>
          </pc:sldLayoutMkLst>
          <pc:spChg chg="mod">
            <ac:chgData name="Brown, Sally" userId="d1bd0039-b20c-458e-9f60-213009d0bb6b" providerId="ADAL" clId="{1051C801-5504-487A-B073-C2DF40139E1A}" dt="2022-01-25T20:53:03.855" v="0"/>
            <ac:spMkLst>
              <pc:docMk/>
              <pc:sldMasterMk cId="2826585667" sldId="2147484044"/>
              <pc:sldLayoutMk cId="2415138002" sldId="2147484080"/>
              <ac:spMk id="5" creationId="{05837F0C-7D54-8247-B8C4-09C3B2AFAAD6}"/>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2712884608" sldId="2147484083"/>
          </pc:sldLayoutMkLst>
          <pc:spChg chg="mod">
            <ac:chgData name="Brown, Sally" userId="d1bd0039-b20c-458e-9f60-213009d0bb6b" providerId="ADAL" clId="{1051C801-5504-487A-B073-C2DF40139E1A}" dt="2022-01-25T20:53:03.855" v="0"/>
            <ac:spMkLst>
              <pc:docMk/>
              <pc:sldMasterMk cId="2826585667" sldId="2147484044"/>
              <pc:sldLayoutMk cId="2712884608" sldId="2147484083"/>
              <ac:spMk id="13" creationId="{C5A17E02-A31F-4B3C-922A-197462C89A0D}"/>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1505722243" sldId="2147484084"/>
          </pc:sldLayoutMkLst>
          <pc:spChg chg="mod">
            <ac:chgData name="Brown, Sally" userId="d1bd0039-b20c-458e-9f60-213009d0bb6b" providerId="ADAL" clId="{1051C801-5504-487A-B073-C2DF40139E1A}" dt="2022-01-25T20:53:03.855" v="0"/>
            <ac:spMkLst>
              <pc:docMk/>
              <pc:sldMasterMk cId="2826585667" sldId="2147484044"/>
              <pc:sldLayoutMk cId="1505722243" sldId="2147484084"/>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3613802411" sldId="2147484086"/>
          </pc:sldLayoutMkLst>
          <pc:spChg chg="mod">
            <ac:chgData name="Brown, Sally" userId="d1bd0039-b20c-458e-9f60-213009d0bb6b" providerId="ADAL" clId="{1051C801-5504-487A-B073-C2DF40139E1A}" dt="2022-01-25T20:53:03.855" v="0"/>
            <ac:spMkLst>
              <pc:docMk/>
              <pc:sldMasterMk cId="2826585667" sldId="2147484044"/>
              <pc:sldLayoutMk cId="3613802411" sldId="2147484086"/>
              <ac:spMk id="5" creationId="{EA97BC18-949B-4A9A-B05F-CA4F3F80FEC9}"/>
            </ac:spMkLst>
          </pc:spChg>
        </pc:sldLayoutChg>
        <pc:sldLayoutChg chg="modSp">
          <pc:chgData name="Brown, Sally" userId="d1bd0039-b20c-458e-9f60-213009d0bb6b" providerId="ADAL" clId="{1051C801-5504-487A-B073-C2DF40139E1A}" dt="2022-01-25T20:53:03.855" v="0"/>
          <pc:sldLayoutMkLst>
            <pc:docMk/>
            <pc:sldMasterMk cId="2826585667" sldId="2147484044"/>
            <pc:sldLayoutMk cId="1713854174" sldId="2147484087"/>
          </pc:sldLayoutMkLst>
          <pc:spChg chg="mod">
            <ac:chgData name="Brown, Sally" userId="d1bd0039-b20c-458e-9f60-213009d0bb6b" providerId="ADAL" clId="{1051C801-5504-487A-B073-C2DF40139E1A}" dt="2022-01-25T20:53:03.855" v="0"/>
            <ac:spMkLst>
              <pc:docMk/>
              <pc:sldMasterMk cId="2826585667" sldId="2147484044"/>
              <pc:sldLayoutMk cId="1713854174" sldId="2147484087"/>
              <ac:spMk id="7" creationId="{BA021A01-CB7C-D44A-BBB5-CDC6EB4FDDBA}"/>
            </ac:spMkLst>
          </pc:spChg>
        </pc:sldLayoutChg>
      </pc:sldMasterChg>
      <pc:sldMasterChg chg="addSp modSp mod modSldLayout">
        <pc:chgData name="Brown, Sally" userId="d1bd0039-b20c-458e-9f60-213009d0bb6b" providerId="ADAL" clId="{1051C801-5504-487A-B073-C2DF40139E1A}" dt="2022-04-07T16:47:23.584" v="164"/>
        <pc:sldMasterMkLst>
          <pc:docMk/>
          <pc:sldMasterMk cId="2041184394" sldId="2147484088"/>
        </pc:sldMasterMkLst>
        <pc:spChg chg="add mod ord modVis">
          <ac:chgData name="Brown, Sally" userId="d1bd0039-b20c-458e-9f60-213009d0bb6b" providerId="ADAL" clId="{1051C801-5504-487A-B073-C2DF40139E1A}" dt="2022-04-07T16:44:38.283" v="130"/>
          <ac:spMkLst>
            <pc:docMk/>
            <pc:sldMasterMk cId="2041184394" sldId="2147484088"/>
            <ac:spMk id="4" creationId="{2641E773-42EB-432F-B1A8-D72C0EA016AE}"/>
          </ac:spMkLst>
        </pc:spChg>
        <pc:spChg chg="mod">
          <ac:chgData name="Brown, Sally" userId="d1bd0039-b20c-458e-9f60-213009d0bb6b" providerId="ADAL" clId="{1051C801-5504-487A-B073-C2DF40139E1A}" dt="2022-01-25T20:53:03.855" v="0"/>
          <ac:spMkLst>
            <pc:docMk/>
            <pc:sldMasterMk cId="2041184394" sldId="2147484088"/>
            <ac:spMk id="25" creationId="{8DEAF7F0-ADBE-DA4B-80DE-727BD0E615AA}"/>
          </ac:spMkLst>
        </pc:spChg>
        <pc:sldLayoutChg chg="modSp">
          <pc:chgData name="Brown, Sally" userId="d1bd0039-b20c-458e-9f60-213009d0bb6b" providerId="ADAL" clId="{1051C801-5504-487A-B073-C2DF40139E1A}" dt="2022-01-25T20:53:03.855" v="0"/>
          <pc:sldLayoutMkLst>
            <pc:docMk/>
            <pc:sldMasterMk cId="2041184394" sldId="2147484088"/>
            <pc:sldLayoutMk cId="1759558810" sldId="2147484089"/>
          </pc:sldLayoutMkLst>
          <pc:spChg chg="mod">
            <ac:chgData name="Brown, Sally" userId="d1bd0039-b20c-458e-9f60-213009d0bb6b" providerId="ADAL" clId="{1051C801-5504-487A-B073-C2DF40139E1A}" dt="2022-01-25T20:53:03.855" v="0"/>
            <ac:spMkLst>
              <pc:docMk/>
              <pc:sldMasterMk cId="2041184394" sldId="2147484088"/>
              <pc:sldLayoutMk cId="1759558810" sldId="2147484089"/>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3242900986" sldId="2147484090"/>
          </pc:sldLayoutMkLst>
          <pc:spChg chg="mod">
            <ac:chgData name="Brown, Sally" userId="d1bd0039-b20c-458e-9f60-213009d0bb6b" providerId="ADAL" clId="{1051C801-5504-487A-B073-C2DF40139E1A}" dt="2022-01-25T20:53:03.855" v="0"/>
            <ac:spMkLst>
              <pc:docMk/>
              <pc:sldMasterMk cId="2041184394" sldId="2147484088"/>
              <pc:sldLayoutMk cId="3242900986" sldId="2147484090"/>
              <ac:spMk id="9" creationId="{D2A956D2-C093-48CE-96FE-4B254FAEA7BD}"/>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3520914137" sldId="2147484091"/>
          </pc:sldLayoutMkLst>
          <pc:spChg chg="mod">
            <ac:chgData name="Brown, Sally" userId="d1bd0039-b20c-458e-9f60-213009d0bb6b" providerId="ADAL" clId="{1051C801-5504-487A-B073-C2DF40139E1A}" dt="2022-01-25T20:53:03.855" v="0"/>
            <ac:spMkLst>
              <pc:docMk/>
              <pc:sldMasterMk cId="2041184394" sldId="2147484088"/>
              <pc:sldLayoutMk cId="3520914137" sldId="2147484091"/>
              <ac:spMk id="9" creationId="{D2A956D2-C093-48CE-96FE-4B254FAEA7BD}"/>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4144185310" sldId="2147484095"/>
          </pc:sldLayoutMkLst>
          <pc:spChg chg="mod">
            <ac:chgData name="Brown, Sally" userId="d1bd0039-b20c-458e-9f60-213009d0bb6b" providerId="ADAL" clId="{1051C801-5504-487A-B073-C2DF40139E1A}" dt="2022-01-25T20:53:03.855" v="0"/>
            <ac:spMkLst>
              <pc:docMk/>
              <pc:sldMasterMk cId="2041184394" sldId="2147484088"/>
              <pc:sldLayoutMk cId="4144185310" sldId="2147484095"/>
              <ac:spMk id="10" creationId="{479C00F1-6473-4289-836D-9ED06CFCEB71}"/>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111576430" sldId="2147484096"/>
          </pc:sldLayoutMkLst>
          <pc:spChg chg="mod">
            <ac:chgData name="Brown, Sally" userId="d1bd0039-b20c-458e-9f60-213009d0bb6b" providerId="ADAL" clId="{1051C801-5504-487A-B073-C2DF40139E1A}" dt="2022-01-25T20:53:03.855" v="0"/>
            <ac:spMkLst>
              <pc:docMk/>
              <pc:sldMasterMk cId="2041184394" sldId="2147484088"/>
              <pc:sldLayoutMk cId="111576430" sldId="2147484096"/>
              <ac:spMk id="6" creationId="{BD6798F0-EDFD-4642-8598-83DA29D686BE}"/>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462450098" sldId="2147484106"/>
          </pc:sldLayoutMkLst>
          <pc:spChg chg="mod">
            <ac:chgData name="Brown, Sally" userId="d1bd0039-b20c-458e-9f60-213009d0bb6b" providerId="ADAL" clId="{1051C801-5504-487A-B073-C2DF40139E1A}" dt="2022-01-25T20:53:03.855" v="0"/>
            <ac:spMkLst>
              <pc:docMk/>
              <pc:sldMasterMk cId="2041184394" sldId="2147484088"/>
              <pc:sldLayoutMk cId="462450098" sldId="2147484106"/>
              <ac:spMk id="5" creationId="{576D3AD0-C81D-4B6F-AF8C-3B3FD9443CEC}"/>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665016972" sldId="2147484107"/>
          </pc:sldLayoutMkLst>
          <pc:spChg chg="mod">
            <ac:chgData name="Brown, Sally" userId="d1bd0039-b20c-458e-9f60-213009d0bb6b" providerId="ADAL" clId="{1051C801-5504-487A-B073-C2DF40139E1A}" dt="2022-01-25T20:53:03.855" v="0"/>
            <ac:spMkLst>
              <pc:docMk/>
              <pc:sldMasterMk cId="2041184394" sldId="2147484088"/>
              <pc:sldLayoutMk cId="665016972" sldId="2147484107"/>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1669045700" sldId="2147484108"/>
          </pc:sldLayoutMkLst>
          <pc:spChg chg="mod">
            <ac:chgData name="Brown, Sally" userId="d1bd0039-b20c-458e-9f60-213009d0bb6b" providerId="ADAL" clId="{1051C801-5504-487A-B073-C2DF40139E1A}" dt="2022-01-25T20:53:03.855" v="0"/>
            <ac:spMkLst>
              <pc:docMk/>
              <pc:sldMasterMk cId="2041184394" sldId="2147484088"/>
              <pc:sldLayoutMk cId="1669045700" sldId="2147484108"/>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3768710089" sldId="2147484109"/>
          </pc:sldLayoutMkLst>
          <pc:spChg chg="mod">
            <ac:chgData name="Brown, Sally" userId="d1bd0039-b20c-458e-9f60-213009d0bb6b" providerId="ADAL" clId="{1051C801-5504-487A-B073-C2DF40139E1A}" dt="2022-01-25T20:53:03.855" v="0"/>
            <ac:spMkLst>
              <pc:docMk/>
              <pc:sldMasterMk cId="2041184394" sldId="2147484088"/>
              <pc:sldLayoutMk cId="3768710089" sldId="2147484109"/>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1000287783" sldId="2147484112"/>
          </pc:sldLayoutMkLst>
          <pc:spChg chg="mod">
            <ac:chgData name="Brown, Sally" userId="d1bd0039-b20c-458e-9f60-213009d0bb6b" providerId="ADAL" clId="{1051C801-5504-487A-B073-C2DF40139E1A}" dt="2022-01-25T20:53:03.855" v="0"/>
            <ac:spMkLst>
              <pc:docMk/>
              <pc:sldMasterMk cId="2041184394" sldId="2147484088"/>
              <pc:sldLayoutMk cId="1000287783" sldId="2147484112"/>
              <ac:spMk id="9" creationId="{74A75009-F578-4751-B719-6D9F30142BCA}"/>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1503216198" sldId="2147484113"/>
          </pc:sldLayoutMkLst>
          <pc:spChg chg="mod">
            <ac:chgData name="Brown, Sally" userId="d1bd0039-b20c-458e-9f60-213009d0bb6b" providerId="ADAL" clId="{1051C801-5504-487A-B073-C2DF40139E1A}" dt="2022-01-25T20:53:03.855" v="0"/>
            <ac:spMkLst>
              <pc:docMk/>
              <pc:sldMasterMk cId="2041184394" sldId="2147484088"/>
              <pc:sldLayoutMk cId="1503216198" sldId="2147484113"/>
              <ac:spMk id="7" creationId="{A69E046A-D630-48D4-9245-EEA4268166DB}"/>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528724266" sldId="2147484114"/>
          </pc:sldLayoutMkLst>
          <pc:spChg chg="mod">
            <ac:chgData name="Brown, Sally" userId="d1bd0039-b20c-458e-9f60-213009d0bb6b" providerId="ADAL" clId="{1051C801-5504-487A-B073-C2DF40139E1A}" dt="2022-01-25T20:53:03.855" v="0"/>
            <ac:spMkLst>
              <pc:docMk/>
              <pc:sldMasterMk cId="2041184394" sldId="2147484088"/>
              <pc:sldLayoutMk cId="528724266" sldId="2147484114"/>
              <ac:spMk id="5" creationId="{EA97BC18-949B-4A9A-B05F-CA4F3F80FEC9}"/>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3054064777" sldId="2147484115"/>
          </pc:sldLayoutMkLst>
          <pc:spChg chg="mod">
            <ac:chgData name="Brown, Sally" userId="d1bd0039-b20c-458e-9f60-213009d0bb6b" providerId="ADAL" clId="{1051C801-5504-487A-B073-C2DF40139E1A}" dt="2022-01-25T20:53:03.855" v="0"/>
            <ac:spMkLst>
              <pc:docMk/>
              <pc:sldMasterMk cId="2041184394" sldId="2147484088"/>
              <pc:sldLayoutMk cId="3054064777" sldId="2147484115"/>
              <ac:spMk id="14" creationId="{FFE4E52B-775C-47D9-9B7D-D8A17D14E007}"/>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3912457663" sldId="2147484119"/>
          </pc:sldLayoutMkLst>
          <pc:spChg chg="mod">
            <ac:chgData name="Brown, Sally" userId="d1bd0039-b20c-458e-9f60-213009d0bb6b" providerId="ADAL" clId="{1051C801-5504-487A-B073-C2DF40139E1A}" dt="2022-01-25T20:53:03.855" v="0"/>
            <ac:spMkLst>
              <pc:docMk/>
              <pc:sldMasterMk cId="2041184394" sldId="2147484088"/>
              <pc:sldLayoutMk cId="3912457663" sldId="2147484119"/>
              <ac:spMk id="7" creationId="{9DE018DE-8A90-C842-A7BE-D441C9648D56}"/>
            </ac:spMkLst>
          </pc:spChg>
        </pc:sldLayoutChg>
        <pc:sldLayoutChg chg="modSp">
          <pc:chgData name="Brown, Sally" userId="d1bd0039-b20c-458e-9f60-213009d0bb6b" providerId="ADAL" clId="{1051C801-5504-487A-B073-C2DF40139E1A}" dt="2022-01-25T20:53:03.855" v="0"/>
          <pc:sldLayoutMkLst>
            <pc:docMk/>
            <pc:sldMasterMk cId="2041184394" sldId="2147484088"/>
            <pc:sldLayoutMk cId="2288790581" sldId="2147484120"/>
          </pc:sldLayoutMkLst>
          <pc:spChg chg="mod">
            <ac:chgData name="Brown, Sally" userId="d1bd0039-b20c-458e-9f60-213009d0bb6b" providerId="ADAL" clId="{1051C801-5504-487A-B073-C2DF40139E1A}" dt="2022-01-25T20:53:03.855" v="0"/>
            <ac:spMkLst>
              <pc:docMk/>
              <pc:sldMasterMk cId="2041184394" sldId="2147484088"/>
              <pc:sldLayoutMk cId="2288790581" sldId="2147484120"/>
              <ac:spMk id="7" creationId="{A69E046A-D630-48D4-9245-EEA4268166DB}"/>
            </ac:spMkLst>
          </pc:spChg>
        </pc:sldLayoutChg>
        <pc:sldLayoutChg chg="addSp modSp">
          <pc:chgData name="Brown, Sally" userId="d1bd0039-b20c-458e-9f60-213009d0bb6b" providerId="ADAL" clId="{1051C801-5504-487A-B073-C2DF40139E1A}" dt="2022-04-07T16:47:23.584" v="164"/>
          <pc:sldLayoutMkLst>
            <pc:docMk/>
            <pc:sldMasterMk cId="2041184394" sldId="2147484088"/>
            <pc:sldLayoutMk cId="2119694833" sldId="2147484127"/>
          </pc:sldLayoutMkLst>
          <pc:spChg chg="add mod">
            <ac:chgData name="Brown, Sally" userId="d1bd0039-b20c-458e-9f60-213009d0bb6b" providerId="ADAL" clId="{1051C801-5504-487A-B073-C2DF40139E1A}" dt="2022-04-07T16:47:23.584" v="164"/>
            <ac:spMkLst>
              <pc:docMk/>
              <pc:sldMasterMk cId="2041184394" sldId="2147484088"/>
              <pc:sldLayoutMk cId="2119694833" sldId="2147484127"/>
              <ac:spMk id="7" creationId="{558F9A87-5283-463B-8C48-C61B64D0EF6E}"/>
            </ac:spMkLst>
          </pc:spChg>
          <pc:spChg chg="mod">
            <ac:chgData name="Brown, Sally" userId="d1bd0039-b20c-458e-9f60-213009d0bb6b" providerId="ADAL" clId="{1051C801-5504-487A-B073-C2DF40139E1A}" dt="2022-01-25T20:53:03.855" v="0"/>
            <ac:spMkLst>
              <pc:docMk/>
              <pc:sldMasterMk cId="2041184394" sldId="2147484088"/>
              <pc:sldLayoutMk cId="2119694833" sldId="2147484127"/>
              <ac:spMk id="13" creationId="{C5A17E02-A31F-4B3C-922A-197462C89A0D}"/>
            </ac:spMkLst>
          </pc:spChg>
        </pc:sldLayoutChg>
      </pc:sldMasterChg>
    </pc:docChg>
  </pc:docChgLst>
  <pc:docChgLst>
    <pc:chgData name="Brown, Sally" userId="d1bd0039-b20c-458e-9f60-213009d0bb6b" providerId="ADAL" clId="{2397307B-5C01-4C89-BEB3-EA026C90E902}"/>
    <pc:docChg chg="addSld delSld modSld">
      <pc:chgData name="Brown, Sally" userId="d1bd0039-b20c-458e-9f60-213009d0bb6b" providerId="ADAL" clId="{2397307B-5C01-4C89-BEB3-EA026C90E902}" dt="2021-05-20T18:03:22.677" v="1"/>
      <pc:docMkLst>
        <pc:docMk/>
      </pc:docMkLst>
      <pc:sldChg chg="add del">
        <pc:chgData name="Brown, Sally" userId="d1bd0039-b20c-458e-9f60-213009d0bb6b" providerId="ADAL" clId="{2397307B-5C01-4C89-BEB3-EA026C90E902}" dt="2021-05-20T18:03:22.677" v="1"/>
        <pc:sldMkLst>
          <pc:docMk/>
          <pc:sldMk cId="3561521936" sldId="2146848104"/>
        </pc:sldMkLst>
      </pc:sldChg>
    </pc:docChg>
  </pc:docChgLst>
  <pc:docChgLst>
    <pc:chgData name="Brown, Sally" userId="d1bd0039-b20c-458e-9f60-213009d0bb6b" providerId="ADAL" clId="{A11BE318-6510-499A-920E-BEB0C6C73F75}"/>
    <pc:docChg chg="modSld">
      <pc:chgData name="Brown, Sally" userId="d1bd0039-b20c-458e-9f60-213009d0bb6b" providerId="ADAL" clId="{A11BE318-6510-499A-920E-BEB0C6C73F75}" dt="2021-08-25T22:54:00.077" v="1" actId="20577"/>
      <pc:docMkLst>
        <pc:docMk/>
      </pc:docMkLst>
      <pc:sldChg chg="modSp mod">
        <pc:chgData name="Brown, Sally" userId="d1bd0039-b20c-458e-9f60-213009d0bb6b" providerId="ADAL" clId="{A11BE318-6510-499A-920E-BEB0C6C73F75}" dt="2021-08-25T22:54:00.077" v="1" actId="20577"/>
        <pc:sldMkLst>
          <pc:docMk/>
          <pc:sldMk cId="1064298444" sldId="2146848250"/>
        </pc:sldMkLst>
        <pc:spChg chg="mod">
          <ac:chgData name="Brown, Sally" userId="d1bd0039-b20c-458e-9f60-213009d0bb6b" providerId="ADAL" clId="{A11BE318-6510-499A-920E-BEB0C6C73F75}" dt="2021-08-25T22:54:00.077" v="1" actId="20577"/>
          <ac:spMkLst>
            <pc:docMk/>
            <pc:sldMk cId="1064298444" sldId="2146848250"/>
            <ac:spMk id="20" creationId="{0A3040A6-76DA-44EC-9757-15D836B84B3F}"/>
          </ac:spMkLst>
        </pc:spChg>
      </pc:sldChg>
    </pc:docChg>
  </pc:docChgLst>
  <pc:docChgLst>
    <pc:chgData name="Vencil, Stephana L." userId="fdbc939f-1d90-42c4-a1c1-c780f22bdea4" providerId="ADAL" clId="{A0562A8D-2453-456C-B186-12DC0E999BFD}"/>
    <pc:docChg chg="undo custSel addSld delSld modSld sldOrd modSection">
      <pc:chgData name="Vencil, Stephana L." userId="fdbc939f-1d90-42c4-a1c1-c780f22bdea4" providerId="ADAL" clId="{A0562A8D-2453-456C-B186-12DC0E999BFD}" dt="2021-04-15T23:07:16.467" v="875" actId="1076"/>
      <pc:docMkLst>
        <pc:docMk/>
      </pc:docMkLst>
      <pc:sldChg chg="addSp delSp modSp mod addCm">
        <pc:chgData name="Vencil, Stephana L." userId="fdbc939f-1d90-42c4-a1c1-c780f22bdea4" providerId="ADAL" clId="{A0562A8D-2453-456C-B186-12DC0E999BFD}" dt="2021-04-15T21:41:05.657" v="810" actId="1589"/>
        <pc:sldMkLst>
          <pc:docMk/>
          <pc:sldMk cId="129644429" sldId="2146848001"/>
        </pc:sldMkLst>
        <pc:spChg chg="del">
          <ac:chgData name="Vencil, Stephana L." userId="fdbc939f-1d90-42c4-a1c1-c780f22bdea4" providerId="ADAL" clId="{A0562A8D-2453-456C-B186-12DC0E999BFD}" dt="2021-04-15T21:35:27.803" v="755" actId="931"/>
          <ac:spMkLst>
            <pc:docMk/>
            <pc:sldMk cId="129644429" sldId="2146848001"/>
            <ac:spMk id="12" creationId="{50EC8482-B712-ED46-83C4-BBF42F2B232C}"/>
          </ac:spMkLst>
        </pc:spChg>
        <pc:spChg chg="del">
          <ac:chgData name="Vencil, Stephana L." userId="fdbc939f-1d90-42c4-a1c1-c780f22bdea4" providerId="ADAL" clId="{A0562A8D-2453-456C-B186-12DC0E999BFD}" dt="2021-04-15T21:35:38.648" v="758" actId="931"/>
          <ac:spMkLst>
            <pc:docMk/>
            <pc:sldMk cId="129644429" sldId="2146848001"/>
            <ac:spMk id="13" creationId="{495B333A-D3D8-5044-8ED8-D210314D6074}"/>
          </ac:spMkLst>
        </pc:spChg>
        <pc:spChg chg="add del">
          <ac:chgData name="Vencil, Stephana L." userId="fdbc939f-1d90-42c4-a1c1-c780f22bdea4" providerId="ADAL" clId="{A0562A8D-2453-456C-B186-12DC0E999BFD}" dt="2021-04-15T21:37:22.476" v="792" actId="931"/>
          <ac:spMkLst>
            <pc:docMk/>
            <pc:sldMk cId="129644429" sldId="2146848001"/>
            <ac:spMk id="14" creationId="{A4D7DC68-A38C-D141-9C2D-BDEBF56C9E8F}"/>
          </ac:spMkLst>
        </pc:spChg>
        <pc:spChg chg="add del">
          <ac:chgData name="Vencil, Stephana L." userId="fdbc939f-1d90-42c4-a1c1-c780f22bdea4" providerId="ADAL" clId="{A0562A8D-2453-456C-B186-12DC0E999BFD}" dt="2021-04-15T21:37:05.140" v="785" actId="931"/>
          <ac:spMkLst>
            <pc:docMk/>
            <pc:sldMk cId="129644429" sldId="2146848001"/>
            <ac:spMk id="15" creationId="{7A7D5E1B-6A61-CD42-A580-33F9F8AFDA5D}"/>
          </ac:spMkLst>
        </pc:spChg>
        <pc:spChg chg="del">
          <ac:chgData name="Vencil, Stephana L." userId="fdbc939f-1d90-42c4-a1c1-c780f22bdea4" providerId="ADAL" clId="{A0562A8D-2453-456C-B186-12DC0E999BFD}" dt="2021-04-15T21:36:02.408" v="761" actId="931"/>
          <ac:spMkLst>
            <pc:docMk/>
            <pc:sldMk cId="129644429" sldId="2146848001"/>
            <ac:spMk id="16" creationId="{002DEFDC-9E02-3A46-8FB2-7B9E86615641}"/>
          </ac:spMkLst>
        </pc:spChg>
        <pc:spChg chg="add del">
          <ac:chgData name="Vencil, Stephana L." userId="fdbc939f-1d90-42c4-a1c1-c780f22bdea4" providerId="ADAL" clId="{A0562A8D-2453-456C-B186-12DC0E999BFD}" dt="2021-04-15T21:37:09.840" v="788" actId="931"/>
          <ac:spMkLst>
            <pc:docMk/>
            <pc:sldMk cId="129644429" sldId="2146848001"/>
            <ac:spMk id="19" creationId="{F83C091D-B31B-9F45-B092-231D8B89C10F}"/>
          </ac:spMkLst>
        </pc:spChg>
        <pc:picChg chg="add mod">
          <ac:chgData name="Vencil, Stephana L." userId="fdbc939f-1d90-42c4-a1c1-c780f22bdea4" providerId="ADAL" clId="{A0562A8D-2453-456C-B186-12DC0E999BFD}" dt="2021-04-15T21:35:29.604" v="757" actId="962"/>
          <ac:picMkLst>
            <pc:docMk/>
            <pc:sldMk cId="129644429" sldId="2146848001"/>
            <ac:picMk id="4" creationId="{165A5C7B-520E-424C-BD86-63E0672CA851}"/>
          </ac:picMkLst>
        </pc:picChg>
        <pc:picChg chg="add mod">
          <ac:chgData name="Vencil, Stephana L." userId="fdbc939f-1d90-42c4-a1c1-c780f22bdea4" providerId="ADAL" clId="{A0562A8D-2453-456C-B186-12DC0E999BFD}" dt="2021-04-15T21:35:38.648" v="758" actId="931"/>
          <ac:picMkLst>
            <pc:docMk/>
            <pc:sldMk cId="129644429" sldId="2146848001"/>
            <ac:picMk id="6" creationId="{71BEF244-C6AC-495F-8C3E-F29FA2569475}"/>
          </ac:picMkLst>
        </pc:picChg>
        <pc:picChg chg="add del mod">
          <ac:chgData name="Vencil, Stephana L." userId="fdbc939f-1d90-42c4-a1c1-c780f22bdea4" providerId="ADAL" clId="{A0562A8D-2453-456C-B186-12DC0E999BFD}" dt="2021-04-15T21:35:57.731" v="760" actId="931"/>
          <ac:picMkLst>
            <pc:docMk/>
            <pc:sldMk cId="129644429" sldId="2146848001"/>
            <ac:picMk id="8" creationId="{FA295C35-5EB0-4D4B-8ACB-A654DB3B1D21}"/>
          </ac:picMkLst>
        </pc:picChg>
        <pc:picChg chg="add mod modCrop">
          <ac:chgData name="Vencil, Stephana L." userId="fdbc939f-1d90-42c4-a1c1-c780f22bdea4" providerId="ADAL" clId="{A0562A8D-2453-456C-B186-12DC0E999BFD}" dt="2021-04-15T21:36:07.215" v="762" actId="18131"/>
          <ac:picMkLst>
            <pc:docMk/>
            <pc:sldMk cId="129644429" sldId="2146848001"/>
            <ac:picMk id="10" creationId="{5C35D42A-AF1A-400B-BF95-3144805FB4D7}"/>
          </ac:picMkLst>
        </pc:picChg>
        <pc:picChg chg="add del mod">
          <ac:chgData name="Vencil, Stephana L." userId="fdbc939f-1d90-42c4-a1c1-c780f22bdea4" providerId="ADAL" clId="{A0562A8D-2453-456C-B186-12DC0E999BFD}" dt="2021-04-15T21:36:45.138" v="774" actId="931"/>
          <ac:picMkLst>
            <pc:docMk/>
            <pc:sldMk cId="129644429" sldId="2146848001"/>
            <ac:picMk id="26" creationId="{7CF7B68B-3F9A-4057-BAE5-B1A272619132}"/>
          </ac:picMkLst>
        </pc:picChg>
        <pc:picChg chg="add del mod">
          <ac:chgData name="Vencil, Stephana L." userId="fdbc939f-1d90-42c4-a1c1-c780f22bdea4" providerId="ADAL" clId="{A0562A8D-2453-456C-B186-12DC0E999BFD}" dt="2021-04-15T21:36:43.649" v="772" actId="931"/>
          <ac:picMkLst>
            <pc:docMk/>
            <pc:sldMk cId="129644429" sldId="2146848001"/>
            <ac:picMk id="28" creationId="{A099D849-D991-41A8-9664-A0387E437338}"/>
          </ac:picMkLst>
        </pc:picChg>
        <pc:picChg chg="add del mod">
          <ac:chgData name="Vencil, Stephana L." userId="fdbc939f-1d90-42c4-a1c1-c780f22bdea4" providerId="ADAL" clId="{A0562A8D-2453-456C-B186-12DC0E999BFD}" dt="2021-04-15T21:37:01.121" v="784" actId="931"/>
          <ac:picMkLst>
            <pc:docMk/>
            <pc:sldMk cId="129644429" sldId="2146848001"/>
            <ac:picMk id="30" creationId="{D43B6075-D551-4BF8-97AA-A0747A48AF91}"/>
          </ac:picMkLst>
        </pc:picChg>
        <pc:picChg chg="add del mod">
          <ac:chgData name="Vencil, Stephana L." userId="fdbc939f-1d90-42c4-a1c1-c780f22bdea4" providerId="ADAL" clId="{A0562A8D-2453-456C-B186-12DC0E999BFD}" dt="2021-04-15T21:36:59.304" v="782" actId="931"/>
          <ac:picMkLst>
            <pc:docMk/>
            <pc:sldMk cId="129644429" sldId="2146848001"/>
            <ac:picMk id="32" creationId="{7C576E72-4167-4B76-9EC1-A890AEF49332}"/>
          </ac:picMkLst>
        </pc:picChg>
        <pc:picChg chg="add mod">
          <ac:chgData name="Vencil, Stephana L." userId="fdbc939f-1d90-42c4-a1c1-c780f22bdea4" providerId="ADAL" clId="{A0562A8D-2453-456C-B186-12DC0E999BFD}" dt="2021-04-15T21:37:06.839" v="787" actId="962"/>
          <ac:picMkLst>
            <pc:docMk/>
            <pc:sldMk cId="129644429" sldId="2146848001"/>
            <ac:picMk id="34" creationId="{3C178E2B-2771-4BFE-A781-B61822E65FDF}"/>
          </ac:picMkLst>
        </pc:picChg>
        <pc:picChg chg="add mod modCrop">
          <ac:chgData name="Vencil, Stephana L." userId="fdbc939f-1d90-42c4-a1c1-c780f22bdea4" providerId="ADAL" clId="{A0562A8D-2453-456C-B186-12DC0E999BFD}" dt="2021-04-15T21:37:17.038" v="791" actId="18131"/>
          <ac:picMkLst>
            <pc:docMk/>
            <pc:sldMk cId="129644429" sldId="2146848001"/>
            <ac:picMk id="36" creationId="{D2527BF7-C8C0-4368-A5E6-EEAB78AAFE69}"/>
          </ac:picMkLst>
        </pc:picChg>
        <pc:picChg chg="add mod modCrop">
          <ac:chgData name="Vencil, Stephana L." userId="fdbc939f-1d90-42c4-a1c1-c780f22bdea4" providerId="ADAL" clId="{A0562A8D-2453-456C-B186-12DC0E999BFD}" dt="2021-04-15T21:37:29.284" v="796" actId="18131"/>
          <ac:picMkLst>
            <pc:docMk/>
            <pc:sldMk cId="129644429" sldId="2146848001"/>
            <ac:picMk id="38" creationId="{FAFD186F-C09C-4121-9626-42738BFB5135}"/>
          </ac:picMkLst>
        </pc:picChg>
      </pc:sldChg>
      <pc:sldChg chg="addSp delSp modSp mod addCm">
        <pc:chgData name="Vencil, Stephana L." userId="fdbc939f-1d90-42c4-a1c1-c780f22bdea4" providerId="ADAL" clId="{A0562A8D-2453-456C-B186-12DC0E999BFD}" dt="2021-04-15T21:40:00.037" v="809" actId="1589"/>
        <pc:sldMkLst>
          <pc:docMk/>
          <pc:sldMk cId="900908429" sldId="2146848020"/>
        </pc:sldMkLst>
        <pc:picChg chg="add mod ord modCrop">
          <ac:chgData name="Vencil, Stephana L." userId="fdbc939f-1d90-42c4-a1c1-c780f22bdea4" providerId="ADAL" clId="{A0562A8D-2453-456C-B186-12DC0E999BFD}" dt="2021-04-15T21:39:52.717" v="807" actId="167"/>
          <ac:picMkLst>
            <pc:docMk/>
            <pc:sldMk cId="900908429" sldId="2146848020"/>
            <ac:picMk id="5" creationId="{01505CF6-33A5-4B94-93A6-BE7891B9034C}"/>
          </ac:picMkLst>
        </pc:picChg>
        <pc:picChg chg="del">
          <ac:chgData name="Vencil, Stephana L." userId="fdbc939f-1d90-42c4-a1c1-c780f22bdea4" providerId="ADAL" clId="{A0562A8D-2453-456C-B186-12DC0E999BFD}" dt="2021-04-15T21:39:54.382" v="808" actId="478"/>
          <ac:picMkLst>
            <pc:docMk/>
            <pc:sldMk cId="900908429" sldId="2146848020"/>
            <ac:picMk id="9" creationId="{FDE68700-CB65-4C35-BE25-C43E21F7F70D}"/>
          </ac:picMkLst>
        </pc:picChg>
      </pc:sldChg>
      <pc:sldChg chg="addSp modSp mod">
        <pc:chgData name="Vencil, Stephana L." userId="fdbc939f-1d90-42c4-a1c1-c780f22bdea4" providerId="ADAL" clId="{A0562A8D-2453-456C-B186-12DC0E999BFD}" dt="2021-04-15T20:30:13.364" v="493" actId="1076"/>
        <pc:sldMkLst>
          <pc:docMk/>
          <pc:sldMk cId="2154895255" sldId="2146848041"/>
        </pc:sldMkLst>
        <pc:spChg chg="add mod">
          <ac:chgData name="Vencil, Stephana L." userId="fdbc939f-1d90-42c4-a1c1-c780f22bdea4" providerId="ADAL" clId="{A0562A8D-2453-456C-B186-12DC0E999BFD}" dt="2021-04-15T20:10:26.413" v="122" actId="14100"/>
          <ac:spMkLst>
            <pc:docMk/>
            <pc:sldMk cId="2154895255" sldId="2146848041"/>
            <ac:spMk id="2" creationId="{854B93BA-47B7-4C84-AC43-7EFDBDED2AB4}"/>
          </ac:spMkLst>
        </pc:spChg>
        <pc:spChg chg="mod">
          <ac:chgData name="Vencil, Stephana L." userId="fdbc939f-1d90-42c4-a1c1-c780f22bdea4" providerId="ADAL" clId="{A0562A8D-2453-456C-B186-12DC0E999BFD}" dt="2021-04-15T20:11:24.049" v="127"/>
          <ac:spMkLst>
            <pc:docMk/>
            <pc:sldMk cId="2154895255" sldId="2146848041"/>
            <ac:spMk id="5" creationId="{DA89D436-4622-4AE5-929A-BF9B8E71AFB5}"/>
          </ac:spMkLst>
        </pc:spChg>
        <pc:spChg chg="mod ord">
          <ac:chgData name="Vencil, Stephana L." userId="fdbc939f-1d90-42c4-a1c1-c780f22bdea4" providerId="ADAL" clId="{A0562A8D-2453-456C-B186-12DC0E999BFD}" dt="2021-04-15T20:30:13.364" v="493" actId="1076"/>
          <ac:spMkLst>
            <pc:docMk/>
            <pc:sldMk cId="2154895255" sldId="2146848041"/>
            <ac:spMk id="7" creationId="{2050CE09-0F6D-4DDD-BBA4-3F9B39C44E0C}"/>
          </ac:spMkLst>
        </pc:spChg>
        <pc:picChg chg="mod modCrop">
          <ac:chgData name="Vencil, Stephana L." userId="fdbc939f-1d90-42c4-a1c1-c780f22bdea4" providerId="ADAL" clId="{A0562A8D-2453-456C-B186-12DC0E999BFD}" dt="2021-04-15T20:13:33.974" v="128"/>
          <ac:picMkLst>
            <pc:docMk/>
            <pc:sldMk cId="2154895255" sldId="2146848041"/>
            <ac:picMk id="15" creationId="{B3FE2F92-C88C-4EF9-AFC9-E929819A79DD}"/>
          </ac:picMkLst>
        </pc:picChg>
      </pc:sldChg>
      <pc:sldChg chg="del">
        <pc:chgData name="Vencil, Stephana L." userId="fdbc939f-1d90-42c4-a1c1-c780f22bdea4" providerId="ADAL" clId="{A0562A8D-2453-456C-B186-12DC0E999BFD}" dt="2021-04-15T20:14:37.343" v="137" actId="2696"/>
        <pc:sldMkLst>
          <pc:docMk/>
          <pc:sldMk cId="1804003260" sldId="2146848042"/>
        </pc:sldMkLst>
      </pc:sldChg>
      <pc:sldChg chg="modSp del mod">
        <pc:chgData name="Vencil, Stephana L." userId="fdbc939f-1d90-42c4-a1c1-c780f22bdea4" providerId="ADAL" clId="{A0562A8D-2453-456C-B186-12DC0E999BFD}" dt="2021-04-15T20:21:25.928" v="183" actId="2696"/>
        <pc:sldMkLst>
          <pc:docMk/>
          <pc:sldMk cId="3359793025" sldId="2146848043"/>
        </pc:sldMkLst>
        <pc:spChg chg="mod">
          <ac:chgData name="Vencil, Stephana L." userId="fdbc939f-1d90-42c4-a1c1-c780f22bdea4" providerId="ADAL" clId="{A0562A8D-2453-456C-B186-12DC0E999BFD}" dt="2021-04-15T20:16:12.142" v="150" actId="1076"/>
          <ac:spMkLst>
            <pc:docMk/>
            <pc:sldMk cId="3359793025" sldId="2146848043"/>
            <ac:spMk id="22" creationId="{C5701393-9BD7-4BDE-AD2F-0C7BD26B0086}"/>
          </ac:spMkLst>
        </pc:spChg>
      </pc:sldChg>
      <pc:sldChg chg="del">
        <pc:chgData name="Vencil, Stephana L." userId="fdbc939f-1d90-42c4-a1c1-c780f22bdea4" providerId="ADAL" clId="{A0562A8D-2453-456C-B186-12DC0E999BFD}" dt="2021-04-15T20:28:06.972" v="475" actId="2696"/>
        <pc:sldMkLst>
          <pc:docMk/>
          <pc:sldMk cId="1688539217" sldId="2146848044"/>
        </pc:sldMkLst>
      </pc:sldChg>
      <pc:sldChg chg="del">
        <pc:chgData name="Vencil, Stephana L." userId="fdbc939f-1d90-42c4-a1c1-c780f22bdea4" providerId="ADAL" clId="{A0562A8D-2453-456C-B186-12DC0E999BFD}" dt="2021-04-15T20:25:51.212" v="451" actId="2696"/>
        <pc:sldMkLst>
          <pc:docMk/>
          <pc:sldMk cId="3900046975" sldId="2146848045"/>
        </pc:sldMkLst>
      </pc:sldChg>
      <pc:sldChg chg="addSp delSp modSp del mod">
        <pc:chgData name="Vencil, Stephana L." userId="fdbc939f-1d90-42c4-a1c1-c780f22bdea4" providerId="ADAL" clId="{A0562A8D-2453-456C-B186-12DC0E999BFD}" dt="2021-04-15T20:47:02.367" v="674" actId="2696"/>
        <pc:sldMkLst>
          <pc:docMk/>
          <pc:sldMk cId="2209777483" sldId="2146848046"/>
        </pc:sldMkLst>
        <pc:spChg chg="mod">
          <ac:chgData name="Vencil, Stephana L." userId="fdbc939f-1d90-42c4-a1c1-c780f22bdea4" providerId="ADAL" clId="{A0562A8D-2453-456C-B186-12DC0E999BFD}" dt="2021-04-15T20:43:03.652" v="592"/>
          <ac:spMkLst>
            <pc:docMk/>
            <pc:sldMk cId="2209777483" sldId="2146848046"/>
            <ac:spMk id="2" creationId="{6920A2A6-A1E9-4FF3-95A3-279807D4541E}"/>
          </ac:spMkLst>
        </pc:spChg>
        <pc:spChg chg="mod">
          <ac:chgData name="Vencil, Stephana L." userId="fdbc939f-1d90-42c4-a1c1-c780f22bdea4" providerId="ADAL" clId="{A0562A8D-2453-456C-B186-12DC0E999BFD}" dt="2021-04-15T20:43:03.652" v="592"/>
          <ac:spMkLst>
            <pc:docMk/>
            <pc:sldMk cId="2209777483" sldId="2146848046"/>
            <ac:spMk id="3" creationId="{49961837-263B-4B8B-B3E3-3166547FEA4E}"/>
          </ac:spMkLst>
        </pc:spChg>
        <pc:spChg chg="mod">
          <ac:chgData name="Vencil, Stephana L." userId="fdbc939f-1d90-42c4-a1c1-c780f22bdea4" providerId="ADAL" clId="{A0562A8D-2453-456C-B186-12DC0E999BFD}" dt="2021-04-15T20:43:03.652" v="592"/>
          <ac:spMkLst>
            <pc:docMk/>
            <pc:sldMk cId="2209777483" sldId="2146848046"/>
            <ac:spMk id="4" creationId="{8263C0BF-D146-4709-A2EE-EBACF4711129}"/>
          </ac:spMkLst>
        </pc:spChg>
        <pc:spChg chg="add del mod">
          <ac:chgData name="Vencil, Stephana L." userId="fdbc939f-1d90-42c4-a1c1-c780f22bdea4" providerId="ADAL" clId="{A0562A8D-2453-456C-B186-12DC0E999BFD}" dt="2021-04-15T20:43:45.683" v="629" actId="14100"/>
          <ac:spMkLst>
            <pc:docMk/>
            <pc:sldMk cId="2209777483" sldId="2146848046"/>
            <ac:spMk id="7" creationId="{199B3797-BE96-4F59-8724-E0900B809768}"/>
          </ac:spMkLst>
        </pc:spChg>
        <pc:spChg chg="add mod">
          <ac:chgData name="Vencil, Stephana L." userId="fdbc939f-1d90-42c4-a1c1-c780f22bdea4" providerId="ADAL" clId="{A0562A8D-2453-456C-B186-12DC0E999BFD}" dt="2021-04-15T20:43:49.337" v="630" actId="1076"/>
          <ac:spMkLst>
            <pc:docMk/>
            <pc:sldMk cId="2209777483" sldId="2146848046"/>
            <ac:spMk id="8" creationId="{8B51F8A7-51E5-4212-B647-1E4C90A6AF18}"/>
          </ac:spMkLst>
        </pc:spChg>
        <pc:picChg chg="add mod modCrop">
          <ac:chgData name="Vencil, Stephana L." userId="fdbc939f-1d90-42c4-a1c1-c780f22bdea4" providerId="ADAL" clId="{A0562A8D-2453-456C-B186-12DC0E999BFD}" dt="2021-04-15T20:42:35.504" v="591" actId="732"/>
          <ac:picMkLst>
            <pc:docMk/>
            <pc:sldMk cId="2209777483" sldId="2146848046"/>
            <ac:picMk id="6" creationId="{0A042175-CC4F-453B-A7E6-ADEE773C56B7}"/>
          </ac:picMkLst>
        </pc:picChg>
      </pc:sldChg>
      <pc:sldChg chg="modTransition">
        <pc:chgData name="Vencil, Stephana L." userId="fdbc939f-1d90-42c4-a1c1-c780f22bdea4" providerId="ADAL" clId="{A0562A8D-2453-456C-B186-12DC0E999BFD}" dt="2021-04-15T20:52:32.713" v="713"/>
        <pc:sldMkLst>
          <pc:docMk/>
          <pc:sldMk cId="2820513527" sldId="2146848049"/>
        </pc:sldMkLst>
      </pc:sldChg>
      <pc:sldChg chg="addSp delSp modSp mod addCm">
        <pc:chgData name="Vencil, Stephana L." userId="fdbc939f-1d90-42c4-a1c1-c780f22bdea4" providerId="ADAL" clId="{A0562A8D-2453-456C-B186-12DC0E999BFD}" dt="2021-04-15T21:01:12.746" v="725" actId="1589"/>
        <pc:sldMkLst>
          <pc:docMk/>
          <pc:sldMk cId="2898466066" sldId="2146848054"/>
        </pc:sldMkLst>
        <pc:spChg chg="mod">
          <ac:chgData name="Vencil, Stephana L." userId="fdbc939f-1d90-42c4-a1c1-c780f22bdea4" providerId="ADAL" clId="{A0562A8D-2453-456C-B186-12DC0E999BFD}" dt="2021-04-15T21:00:56.042" v="724" actId="1076"/>
          <ac:spMkLst>
            <pc:docMk/>
            <pc:sldMk cId="2898466066" sldId="2146848054"/>
            <ac:spMk id="4" creationId="{DDCAA484-6A49-4A16-B8FC-767D951334C9}"/>
          </ac:spMkLst>
        </pc:spChg>
        <pc:spChg chg="mod">
          <ac:chgData name="Vencil, Stephana L." userId="fdbc939f-1d90-42c4-a1c1-c780f22bdea4" providerId="ADAL" clId="{A0562A8D-2453-456C-B186-12DC0E999BFD}" dt="2021-04-15T21:00:54.182" v="723" actId="14100"/>
          <ac:spMkLst>
            <pc:docMk/>
            <pc:sldMk cId="2898466066" sldId="2146848054"/>
            <ac:spMk id="14" creationId="{69747310-2254-4943-8418-1C3B439B01DE}"/>
          </ac:spMkLst>
        </pc:spChg>
        <pc:picChg chg="add mod ord modCrop">
          <ac:chgData name="Vencil, Stephana L." userId="fdbc939f-1d90-42c4-a1c1-c780f22bdea4" providerId="ADAL" clId="{A0562A8D-2453-456C-B186-12DC0E999BFD}" dt="2021-04-15T21:00:43.910" v="721" actId="167"/>
          <ac:picMkLst>
            <pc:docMk/>
            <pc:sldMk cId="2898466066" sldId="2146848054"/>
            <ac:picMk id="5" creationId="{6E15C231-D9A4-4673-8D12-336AE0391C2A}"/>
          </ac:picMkLst>
        </pc:picChg>
        <pc:picChg chg="del">
          <ac:chgData name="Vencil, Stephana L." userId="fdbc939f-1d90-42c4-a1c1-c780f22bdea4" providerId="ADAL" clId="{A0562A8D-2453-456C-B186-12DC0E999BFD}" dt="2021-04-15T21:00:45.327" v="722" actId="478"/>
          <ac:picMkLst>
            <pc:docMk/>
            <pc:sldMk cId="2898466066" sldId="2146848054"/>
            <ac:picMk id="12" creationId="{F423494A-85D3-4A44-B098-E285DA23C5AD}"/>
          </ac:picMkLst>
        </pc:picChg>
      </pc:sldChg>
      <pc:sldChg chg="modSp mod">
        <pc:chgData name="Vencil, Stephana L." userId="fdbc939f-1d90-42c4-a1c1-c780f22bdea4" providerId="ADAL" clId="{A0562A8D-2453-456C-B186-12DC0E999BFD}" dt="2021-04-15T22:59:43.872" v="813" actId="1076"/>
        <pc:sldMkLst>
          <pc:docMk/>
          <pc:sldMk cId="2459848864" sldId="2146848080"/>
        </pc:sldMkLst>
        <pc:spChg chg="mod">
          <ac:chgData name="Vencil, Stephana L." userId="fdbc939f-1d90-42c4-a1c1-c780f22bdea4" providerId="ADAL" clId="{A0562A8D-2453-456C-B186-12DC0E999BFD}" dt="2021-04-15T22:59:43.872" v="813" actId="1076"/>
          <ac:spMkLst>
            <pc:docMk/>
            <pc:sldMk cId="2459848864" sldId="2146848080"/>
            <ac:spMk id="2" creationId="{B7F26449-81B9-48EC-A5A8-A278FD073C99}"/>
          </ac:spMkLst>
        </pc:spChg>
      </pc:sldChg>
      <pc:sldChg chg="modSp mod">
        <pc:chgData name="Vencil, Stephana L." userId="fdbc939f-1d90-42c4-a1c1-c780f22bdea4" providerId="ADAL" clId="{A0562A8D-2453-456C-B186-12DC0E999BFD}" dt="2021-04-15T21:04:58.849" v="754" actId="14100"/>
        <pc:sldMkLst>
          <pc:docMk/>
          <pc:sldMk cId="2271176017" sldId="2146848084"/>
        </pc:sldMkLst>
        <pc:spChg chg="mod">
          <ac:chgData name="Vencil, Stephana L." userId="fdbc939f-1d90-42c4-a1c1-c780f22bdea4" providerId="ADAL" clId="{A0562A8D-2453-456C-B186-12DC0E999BFD}" dt="2021-04-15T21:04:58.849" v="754" actId="14100"/>
          <ac:spMkLst>
            <pc:docMk/>
            <pc:sldMk cId="2271176017" sldId="2146848084"/>
            <ac:spMk id="3" creationId="{7A7F4E35-DE7D-4A07-B196-A9CEF0846655}"/>
          </ac:spMkLst>
        </pc:spChg>
      </pc:sldChg>
      <pc:sldChg chg="modSp mod">
        <pc:chgData name="Vencil, Stephana L." userId="fdbc939f-1d90-42c4-a1c1-c780f22bdea4" providerId="ADAL" clId="{A0562A8D-2453-456C-B186-12DC0E999BFD}" dt="2021-04-15T23:01:05.344" v="819" actId="14100"/>
        <pc:sldMkLst>
          <pc:docMk/>
          <pc:sldMk cId="524338292" sldId="2146848085"/>
        </pc:sldMkLst>
        <pc:spChg chg="mod">
          <ac:chgData name="Vencil, Stephana L." userId="fdbc939f-1d90-42c4-a1c1-c780f22bdea4" providerId="ADAL" clId="{A0562A8D-2453-456C-B186-12DC0E999BFD}" dt="2021-04-15T23:01:05.344" v="819" actId="14100"/>
          <ac:spMkLst>
            <pc:docMk/>
            <pc:sldMk cId="524338292" sldId="2146848085"/>
            <ac:spMk id="14" creationId="{14DD1387-A5FB-4931-81B3-849D748E59B1}"/>
          </ac:spMkLst>
        </pc:spChg>
      </pc:sldChg>
      <pc:sldChg chg="modSp mod">
        <pc:chgData name="Vencil, Stephana L." userId="fdbc939f-1d90-42c4-a1c1-c780f22bdea4" providerId="ADAL" clId="{A0562A8D-2453-456C-B186-12DC0E999BFD}" dt="2021-04-15T23:01:50.781" v="823" actId="1076"/>
        <pc:sldMkLst>
          <pc:docMk/>
          <pc:sldMk cId="3861947396" sldId="2146848086"/>
        </pc:sldMkLst>
        <pc:spChg chg="mod">
          <ac:chgData name="Vencil, Stephana L." userId="fdbc939f-1d90-42c4-a1c1-c780f22bdea4" providerId="ADAL" clId="{A0562A8D-2453-456C-B186-12DC0E999BFD}" dt="2021-04-15T23:01:14.325" v="820" actId="1076"/>
          <ac:spMkLst>
            <pc:docMk/>
            <pc:sldMk cId="3861947396" sldId="2146848086"/>
            <ac:spMk id="2" creationId="{55BC2B40-993C-40AA-AE6A-920136A03F77}"/>
          </ac:spMkLst>
        </pc:spChg>
        <pc:spChg chg="mod">
          <ac:chgData name="Vencil, Stephana L." userId="fdbc939f-1d90-42c4-a1c1-c780f22bdea4" providerId="ADAL" clId="{A0562A8D-2453-456C-B186-12DC0E999BFD}" dt="2021-04-15T23:01:50.781" v="823" actId="1076"/>
          <ac:spMkLst>
            <pc:docMk/>
            <pc:sldMk cId="3861947396" sldId="2146848086"/>
            <ac:spMk id="4" creationId="{751CEB61-64CE-4D28-A388-967F40053283}"/>
          </ac:spMkLst>
        </pc:spChg>
        <pc:grpChg chg="mod">
          <ac:chgData name="Vencil, Stephana L." userId="fdbc939f-1d90-42c4-a1c1-c780f22bdea4" providerId="ADAL" clId="{A0562A8D-2453-456C-B186-12DC0E999BFD}" dt="2021-04-15T23:01:50.781" v="823" actId="1076"/>
          <ac:grpSpMkLst>
            <pc:docMk/>
            <pc:sldMk cId="3861947396" sldId="2146848086"/>
            <ac:grpSpMk id="6" creationId="{C00ED589-5CE9-4000-81AA-179417DDBE70}"/>
          </ac:grpSpMkLst>
        </pc:grpChg>
        <pc:picChg chg="mod">
          <ac:chgData name="Vencil, Stephana L." userId="fdbc939f-1d90-42c4-a1c1-c780f22bdea4" providerId="ADAL" clId="{A0562A8D-2453-456C-B186-12DC0E999BFD}" dt="2021-04-15T23:01:50.781" v="823" actId="1076"/>
          <ac:picMkLst>
            <pc:docMk/>
            <pc:sldMk cId="3861947396" sldId="2146848086"/>
            <ac:picMk id="1026" creationId="{83DEC56B-5D24-4CF8-A6B4-6CCCAFC0F078}"/>
          </ac:picMkLst>
        </pc:picChg>
      </pc:sldChg>
      <pc:sldChg chg="modSp mod">
        <pc:chgData name="Vencil, Stephana L." userId="fdbc939f-1d90-42c4-a1c1-c780f22bdea4" providerId="ADAL" clId="{A0562A8D-2453-456C-B186-12DC0E999BFD}" dt="2021-04-15T23:01:28.055" v="821" actId="1076"/>
        <pc:sldMkLst>
          <pc:docMk/>
          <pc:sldMk cId="2911062948" sldId="2146848089"/>
        </pc:sldMkLst>
        <pc:spChg chg="mod">
          <ac:chgData name="Vencil, Stephana L." userId="fdbc939f-1d90-42c4-a1c1-c780f22bdea4" providerId="ADAL" clId="{A0562A8D-2453-456C-B186-12DC0E999BFD}" dt="2021-04-15T23:01:28.055" v="821" actId="1076"/>
          <ac:spMkLst>
            <pc:docMk/>
            <pc:sldMk cId="2911062948" sldId="2146848089"/>
            <ac:spMk id="2" creationId="{55BC2B40-993C-40AA-AE6A-920136A03F77}"/>
          </ac:spMkLst>
        </pc:spChg>
      </pc:sldChg>
      <pc:sldChg chg="delSp modSp mod">
        <pc:chgData name="Vencil, Stephana L." userId="fdbc939f-1d90-42c4-a1c1-c780f22bdea4" providerId="ADAL" clId="{A0562A8D-2453-456C-B186-12DC0E999BFD}" dt="2021-04-15T21:03:17.674" v="739" actId="1076"/>
        <pc:sldMkLst>
          <pc:docMk/>
          <pc:sldMk cId="2291288221" sldId="2146848094"/>
        </pc:sldMkLst>
        <pc:spChg chg="del">
          <ac:chgData name="Vencil, Stephana L." userId="fdbc939f-1d90-42c4-a1c1-c780f22bdea4" providerId="ADAL" clId="{A0562A8D-2453-456C-B186-12DC0E999BFD}" dt="2021-04-15T21:03:12.643" v="738" actId="478"/>
          <ac:spMkLst>
            <pc:docMk/>
            <pc:sldMk cId="2291288221" sldId="2146848094"/>
            <ac:spMk id="3" creationId="{8A1FEDC3-F822-4FBF-8352-2CB52873CDF0}"/>
          </ac:spMkLst>
        </pc:spChg>
        <pc:spChg chg="mod">
          <ac:chgData name="Vencil, Stephana L." userId="fdbc939f-1d90-42c4-a1c1-c780f22bdea4" providerId="ADAL" clId="{A0562A8D-2453-456C-B186-12DC0E999BFD}" dt="2021-04-15T21:03:17.674" v="739" actId="1076"/>
          <ac:spMkLst>
            <pc:docMk/>
            <pc:sldMk cId="2291288221" sldId="2146848094"/>
            <ac:spMk id="4" creationId="{11BD94AB-D321-480F-A100-37E7C0672A92}"/>
          </ac:spMkLst>
        </pc:spChg>
      </pc:sldChg>
      <pc:sldChg chg="modSp mod">
        <pc:chgData name="Vencil, Stephana L." userId="fdbc939f-1d90-42c4-a1c1-c780f22bdea4" providerId="ADAL" clId="{A0562A8D-2453-456C-B186-12DC0E999BFD}" dt="2021-04-15T21:04:00.409" v="750" actId="1036"/>
        <pc:sldMkLst>
          <pc:docMk/>
          <pc:sldMk cId="2122147425" sldId="2146848095"/>
        </pc:sldMkLst>
        <pc:spChg chg="mod">
          <ac:chgData name="Vencil, Stephana L." userId="fdbc939f-1d90-42c4-a1c1-c780f22bdea4" providerId="ADAL" clId="{A0562A8D-2453-456C-B186-12DC0E999BFD}" dt="2021-04-15T21:04:00.409" v="750" actId="1036"/>
          <ac:spMkLst>
            <pc:docMk/>
            <pc:sldMk cId="2122147425" sldId="2146848095"/>
            <ac:spMk id="4" creationId="{87C18DB5-39FE-46DB-8E77-11522E2C87DA}"/>
          </ac:spMkLst>
        </pc:spChg>
        <pc:spChg chg="mod">
          <ac:chgData name="Vencil, Stephana L." userId="fdbc939f-1d90-42c4-a1c1-c780f22bdea4" providerId="ADAL" clId="{A0562A8D-2453-456C-B186-12DC0E999BFD}" dt="2021-04-15T21:03:56.446" v="743" actId="403"/>
          <ac:spMkLst>
            <pc:docMk/>
            <pc:sldMk cId="2122147425" sldId="2146848095"/>
            <ac:spMk id="9" creationId="{E39D6919-FA66-44FF-8337-AF0055E044A2}"/>
          </ac:spMkLst>
        </pc:spChg>
      </pc:sldChg>
      <pc:sldChg chg="modSp mod">
        <pc:chgData name="Vencil, Stephana L." userId="fdbc939f-1d90-42c4-a1c1-c780f22bdea4" providerId="ADAL" clId="{A0562A8D-2453-456C-B186-12DC0E999BFD}" dt="2021-04-15T23:02:42.805" v="826" actId="3064"/>
        <pc:sldMkLst>
          <pc:docMk/>
          <pc:sldMk cId="3153294439" sldId="2146848096"/>
        </pc:sldMkLst>
        <pc:spChg chg="mod">
          <ac:chgData name="Vencil, Stephana L." userId="fdbc939f-1d90-42c4-a1c1-c780f22bdea4" providerId="ADAL" clId="{A0562A8D-2453-456C-B186-12DC0E999BFD}" dt="2021-04-15T23:02:22.519" v="825" actId="1076"/>
          <ac:spMkLst>
            <pc:docMk/>
            <pc:sldMk cId="3153294439" sldId="2146848096"/>
            <ac:spMk id="2" creationId="{CEBA6FF3-5876-4EBE-80A8-7EB44742B359}"/>
          </ac:spMkLst>
        </pc:spChg>
        <pc:spChg chg="mod">
          <ac:chgData name="Vencil, Stephana L." userId="fdbc939f-1d90-42c4-a1c1-c780f22bdea4" providerId="ADAL" clId="{A0562A8D-2453-456C-B186-12DC0E999BFD}" dt="2021-04-15T23:02:42.805" v="826" actId="3064"/>
          <ac:spMkLst>
            <pc:docMk/>
            <pc:sldMk cId="3153294439" sldId="2146848096"/>
            <ac:spMk id="22" creationId="{EB17A08F-A232-4404-9161-4AD9DE0F1794}"/>
          </ac:spMkLst>
        </pc:spChg>
      </pc:sldChg>
      <pc:sldChg chg="modSp mod">
        <pc:chgData name="Vencil, Stephana L." userId="fdbc939f-1d90-42c4-a1c1-c780f22bdea4" providerId="ADAL" clId="{A0562A8D-2453-456C-B186-12DC0E999BFD}" dt="2021-04-15T23:03:06.749" v="829" actId="1076"/>
        <pc:sldMkLst>
          <pc:docMk/>
          <pc:sldMk cId="1392373928" sldId="2146848097"/>
        </pc:sldMkLst>
        <pc:spChg chg="mod">
          <ac:chgData name="Vencil, Stephana L." userId="fdbc939f-1d90-42c4-a1c1-c780f22bdea4" providerId="ADAL" clId="{A0562A8D-2453-456C-B186-12DC0E999BFD}" dt="2021-04-15T23:03:06.749" v="829" actId="1076"/>
          <ac:spMkLst>
            <pc:docMk/>
            <pc:sldMk cId="1392373928" sldId="2146848097"/>
            <ac:spMk id="2" creationId="{B7F26449-81B9-48EC-A5A8-A278FD073C99}"/>
          </ac:spMkLst>
        </pc:spChg>
      </pc:sldChg>
      <pc:sldChg chg="delSp modSp mod">
        <pc:chgData name="Vencil, Stephana L." userId="fdbc939f-1d90-42c4-a1c1-c780f22bdea4" providerId="ADAL" clId="{A0562A8D-2453-456C-B186-12DC0E999BFD}" dt="2021-04-15T23:04:02.562" v="847" actId="1038"/>
        <pc:sldMkLst>
          <pc:docMk/>
          <pc:sldMk cId="2833552387" sldId="2146848098"/>
        </pc:sldMkLst>
        <pc:spChg chg="del mod">
          <ac:chgData name="Vencil, Stephana L." userId="fdbc939f-1d90-42c4-a1c1-c780f22bdea4" providerId="ADAL" clId="{A0562A8D-2453-456C-B186-12DC0E999BFD}" dt="2021-04-15T23:03:43.934" v="841" actId="478"/>
          <ac:spMkLst>
            <pc:docMk/>
            <pc:sldMk cId="2833552387" sldId="2146848098"/>
            <ac:spMk id="3" creationId="{8A1FEDC3-F822-4FBF-8352-2CB52873CDF0}"/>
          </ac:spMkLst>
        </pc:spChg>
        <pc:spChg chg="mod">
          <ac:chgData name="Vencil, Stephana L." userId="fdbc939f-1d90-42c4-a1c1-c780f22bdea4" providerId="ADAL" clId="{A0562A8D-2453-456C-B186-12DC0E999BFD}" dt="2021-04-15T23:03:52.016" v="844" actId="1076"/>
          <ac:spMkLst>
            <pc:docMk/>
            <pc:sldMk cId="2833552387" sldId="2146848098"/>
            <ac:spMk id="4" creationId="{11BD94AB-D321-480F-A100-37E7C0672A92}"/>
          </ac:spMkLst>
        </pc:spChg>
        <pc:grpChg chg="mod">
          <ac:chgData name="Vencil, Stephana L." userId="fdbc939f-1d90-42c4-a1c1-c780f22bdea4" providerId="ADAL" clId="{A0562A8D-2453-456C-B186-12DC0E999BFD}" dt="2021-04-15T23:04:02.562" v="847" actId="1038"/>
          <ac:grpSpMkLst>
            <pc:docMk/>
            <pc:sldMk cId="2833552387" sldId="2146848098"/>
            <ac:grpSpMk id="8" creationId="{331B3D1C-5F4F-4DFA-BFDE-FE7BF57CF587}"/>
          </ac:grpSpMkLst>
        </pc:grpChg>
      </pc:sldChg>
      <pc:sldChg chg="modSp mod">
        <pc:chgData name="Vencil, Stephana L." userId="fdbc939f-1d90-42c4-a1c1-c780f22bdea4" providerId="ADAL" clId="{A0562A8D-2453-456C-B186-12DC0E999BFD}" dt="2021-04-15T23:04:42.922" v="854" actId="1076"/>
        <pc:sldMkLst>
          <pc:docMk/>
          <pc:sldMk cId="766623171" sldId="2146848103"/>
        </pc:sldMkLst>
        <pc:spChg chg="mod">
          <ac:chgData name="Vencil, Stephana L." userId="fdbc939f-1d90-42c4-a1c1-c780f22bdea4" providerId="ADAL" clId="{A0562A8D-2453-456C-B186-12DC0E999BFD}" dt="2021-04-15T23:04:32.525" v="849" actId="1076"/>
          <ac:spMkLst>
            <pc:docMk/>
            <pc:sldMk cId="766623171" sldId="2146848103"/>
            <ac:spMk id="2" creationId="{CEBA6FF3-5876-4EBE-80A8-7EB44742B359}"/>
          </ac:spMkLst>
        </pc:spChg>
        <pc:spChg chg="mod">
          <ac:chgData name="Vencil, Stephana L." userId="fdbc939f-1d90-42c4-a1c1-c780f22bdea4" providerId="ADAL" clId="{A0562A8D-2453-456C-B186-12DC0E999BFD}" dt="2021-04-15T23:04:42.922" v="854" actId="1076"/>
          <ac:spMkLst>
            <pc:docMk/>
            <pc:sldMk cId="766623171" sldId="2146848103"/>
            <ac:spMk id="22" creationId="{EB17A08F-A232-4404-9161-4AD9DE0F1794}"/>
          </ac:spMkLst>
        </pc:spChg>
      </pc:sldChg>
      <pc:sldChg chg="modSp mod">
        <pc:chgData name="Vencil, Stephana L." userId="fdbc939f-1d90-42c4-a1c1-c780f22bdea4" providerId="ADAL" clId="{A0562A8D-2453-456C-B186-12DC0E999BFD}" dt="2021-04-15T23:04:57.819" v="857" actId="1076"/>
        <pc:sldMkLst>
          <pc:docMk/>
          <pc:sldMk cId="3561521936" sldId="2146848104"/>
        </pc:sldMkLst>
        <pc:spChg chg="mod">
          <ac:chgData name="Vencil, Stephana L." userId="fdbc939f-1d90-42c4-a1c1-c780f22bdea4" providerId="ADAL" clId="{A0562A8D-2453-456C-B186-12DC0E999BFD}" dt="2021-04-15T23:04:57.819" v="857" actId="1076"/>
          <ac:spMkLst>
            <pc:docMk/>
            <pc:sldMk cId="3561521936" sldId="2146848104"/>
            <ac:spMk id="2" creationId="{B7F26449-81B9-48EC-A5A8-A278FD073C99}"/>
          </ac:spMkLst>
        </pc:spChg>
      </pc:sldChg>
      <pc:sldChg chg="modSp mod">
        <pc:chgData name="Vencil, Stephana L." userId="fdbc939f-1d90-42c4-a1c1-c780f22bdea4" providerId="ADAL" clId="{A0562A8D-2453-456C-B186-12DC0E999BFD}" dt="2021-04-15T23:05:10.316" v="858" actId="3064"/>
        <pc:sldMkLst>
          <pc:docMk/>
          <pc:sldMk cId="2375665536" sldId="2146848106"/>
        </pc:sldMkLst>
        <pc:spChg chg="mod">
          <ac:chgData name="Vencil, Stephana L." userId="fdbc939f-1d90-42c4-a1c1-c780f22bdea4" providerId="ADAL" clId="{A0562A8D-2453-456C-B186-12DC0E999BFD}" dt="2021-04-15T23:05:10.316" v="858" actId="3064"/>
          <ac:spMkLst>
            <pc:docMk/>
            <pc:sldMk cId="2375665536" sldId="2146848106"/>
            <ac:spMk id="4" creationId="{49C8D649-3F37-4CCF-9413-D3F70056F555}"/>
          </ac:spMkLst>
        </pc:spChg>
      </pc:sldChg>
      <pc:sldChg chg="modSp mod">
        <pc:chgData name="Vencil, Stephana L." userId="fdbc939f-1d90-42c4-a1c1-c780f22bdea4" providerId="ADAL" clId="{A0562A8D-2453-456C-B186-12DC0E999BFD}" dt="2021-04-15T23:07:01.113" v="870" actId="1076"/>
        <pc:sldMkLst>
          <pc:docMk/>
          <pc:sldMk cId="1775623668" sldId="2146848107"/>
        </pc:sldMkLst>
        <pc:spChg chg="mod">
          <ac:chgData name="Vencil, Stephana L." userId="fdbc939f-1d90-42c4-a1c1-c780f22bdea4" providerId="ADAL" clId="{A0562A8D-2453-456C-B186-12DC0E999BFD}" dt="2021-04-15T23:05:33.383" v="861" actId="1076"/>
          <ac:spMkLst>
            <pc:docMk/>
            <pc:sldMk cId="1775623668" sldId="2146848107"/>
            <ac:spMk id="2" creationId="{CEBA6FF3-5876-4EBE-80A8-7EB44742B359}"/>
          </ac:spMkLst>
        </pc:spChg>
        <pc:spChg chg="mod">
          <ac:chgData name="Vencil, Stephana L." userId="fdbc939f-1d90-42c4-a1c1-c780f22bdea4" providerId="ADAL" clId="{A0562A8D-2453-456C-B186-12DC0E999BFD}" dt="2021-04-15T23:07:01.113" v="870" actId="1076"/>
          <ac:spMkLst>
            <pc:docMk/>
            <pc:sldMk cId="1775623668" sldId="2146848107"/>
            <ac:spMk id="22" creationId="{EB17A08F-A232-4404-9161-4AD9DE0F1794}"/>
          </ac:spMkLst>
        </pc:spChg>
      </pc:sldChg>
      <pc:sldChg chg="modSp mod">
        <pc:chgData name="Vencil, Stephana L." userId="fdbc939f-1d90-42c4-a1c1-c780f22bdea4" providerId="ADAL" clId="{A0562A8D-2453-456C-B186-12DC0E999BFD}" dt="2021-04-15T23:07:16.467" v="875" actId="1076"/>
        <pc:sldMkLst>
          <pc:docMk/>
          <pc:sldMk cId="2023408038" sldId="2146848108"/>
        </pc:sldMkLst>
        <pc:spChg chg="mod">
          <ac:chgData name="Vencil, Stephana L." userId="fdbc939f-1d90-42c4-a1c1-c780f22bdea4" providerId="ADAL" clId="{A0562A8D-2453-456C-B186-12DC0E999BFD}" dt="2021-04-15T23:06:37.118" v="865" actId="6549"/>
          <ac:spMkLst>
            <pc:docMk/>
            <pc:sldMk cId="2023408038" sldId="2146848108"/>
            <ac:spMk id="2" creationId="{CEBA6FF3-5876-4EBE-80A8-7EB44742B359}"/>
          </ac:spMkLst>
        </pc:spChg>
        <pc:spChg chg="mod">
          <ac:chgData name="Vencil, Stephana L." userId="fdbc939f-1d90-42c4-a1c1-c780f22bdea4" providerId="ADAL" clId="{A0562A8D-2453-456C-B186-12DC0E999BFD}" dt="2021-04-15T23:07:16.467" v="875" actId="1076"/>
          <ac:spMkLst>
            <pc:docMk/>
            <pc:sldMk cId="2023408038" sldId="2146848108"/>
            <ac:spMk id="22" creationId="{EB17A08F-A232-4404-9161-4AD9DE0F1794}"/>
          </ac:spMkLst>
        </pc:spChg>
      </pc:sldChg>
      <pc:sldChg chg="delSp modSp add mod">
        <pc:chgData name="Vencil, Stephana L." userId="fdbc939f-1d90-42c4-a1c1-c780f22bdea4" providerId="ADAL" clId="{A0562A8D-2453-456C-B186-12DC0E999BFD}" dt="2021-04-15T20:37:22.718" v="564" actId="1076"/>
        <pc:sldMkLst>
          <pc:docMk/>
          <pc:sldMk cId="655442238" sldId="2146848170"/>
        </pc:sldMkLst>
        <pc:spChg chg="mod">
          <ac:chgData name="Vencil, Stephana L." userId="fdbc939f-1d90-42c4-a1c1-c780f22bdea4" providerId="ADAL" clId="{A0562A8D-2453-456C-B186-12DC0E999BFD}" dt="2021-04-15T20:37:22.718" v="564" actId="1076"/>
          <ac:spMkLst>
            <pc:docMk/>
            <pc:sldMk cId="655442238" sldId="2146848170"/>
            <ac:spMk id="2" creationId="{FA80FEDC-E2FC-434F-B2B9-83FCDF374B86}"/>
          </ac:spMkLst>
        </pc:spChg>
        <pc:spChg chg="del mod">
          <ac:chgData name="Vencil, Stephana L." userId="fdbc939f-1d90-42c4-a1c1-c780f22bdea4" providerId="ADAL" clId="{A0562A8D-2453-456C-B186-12DC0E999BFD}" dt="2021-04-15T20:30:49.932" v="500" actId="478"/>
          <ac:spMkLst>
            <pc:docMk/>
            <pc:sldMk cId="655442238" sldId="2146848170"/>
            <ac:spMk id="3" creationId="{92BE0962-BF45-4075-A5E3-ACF8DCFF2D46}"/>
          </ac:spMkLst>
        </pc:spChg>
        <pc:spChg chg="mod">
          <ac:chgData name="Vencil, Stephana L." userId="fdbc939f-1d90-42c4-a1c1-c780f22bdea4" providerId="ADAL" clId="{A0562A8D-2453-456C-B186-12DC0E999BFD}" dt="2021-04-15T20:37:19.252" v="562" actId="1076"/>
          <ac:spMkLst>
            <pc:docMk/>
            <pc:sldMk cId="655442238" sldId="2146848170"/>
            <ac:spMk id="10" creationId="{F1463FDC-1F01-469F-B83F-B1B882C34184}"/>
          </ac:spMkLst>
        </pc:spChg>
        <pc:picChg chg="mod modCrop">
          <ac:chgData name="Vencil, Stephana L." userId="fdbc939f-1d90-42c4-a1c1-c780f22bdea4" providerId="ADAL" clId="{A0562A8D-2453-456C-B186-12DC0E999BFD}" dt="2021-04-15T20:30:45.820" v="499" actId="732"/>
          <ac:picMkLst>
            <pc:docMk/>
            <pc:sldMk cId="655442238" sldId="2146848170"/>
            <ac:picMk id="21" creationId="{AEE37075-18B0-44FD-A645-FEAE52FCEF68}"/>
          </ac:picMkLst>
        </pc:picChg>
      </pc:sldChg>
      <pc:sldChg chg="addSp delSp modSp add mod ord">
        <pc:chgData name="Vencil, Stephana L." userId="fdbc939f-1d90-42c4-a1c1-c780f22bdea4" providerId="ADAL" clId="{A0562A8D-2453-456C-B186-12DC0E999BFD}" dt="2021-04-15T20:38:56.116" v="585" actId="1076"/>
        <pc:sldMkLst>
          <pc:docMk/>
          <pc:sldMk cId="1942964081" sldId="2146848171"/>
        </pc:sldMkLst>
        <pc:spChg chg="mod">
          <ac:chgData name="Vencil, Stephana L." userId="fdbc939f-1d90-42c4-a1c1-c780f22bdea4" providerId="ADAL" clId="{A0562A8D-2453-456C-B186-12DC0E999BFD}" dt="2021-04-15T20:38:56.116" v="585" actId="1076"/>
          <ac:spMkLst>
            <pc:docMk/>
            <pc:sldMk cId="1942964081" sldId="2146848171"/>
            <ac:spMk id="2" creationId="{FA80FEDC-E2FC-434F-B2B9-83FCDF374B86}"/>
          </ac:spMkLst>
        </pc:spChg>
        <pc:spChg chg="del mod">
          <ac:chgData name="Vencil, Stephana L." userId="fdbc939f-1d90-42c4-a1c1-c780f22bdea4" providerId="ADAL" clId="{A0562A8D-2453-456C-B186-12DC0E999BFD}" dt="2021-04-15T20:32:00.141" v="515" actId="478"/>
          <ac:spMkLst>
            <pc:docMk/>
            <pc:sldMk cId="1942964081" sldId="2146848171"/>
            <ac:spMk id="3" creationId="{92BE0962-BF45-4075-A5E3-ACF8DCFF2D46}"/>
          </ac:spMkLst>
        </pc:spChg>
        <pc:spChg chg="del">
          <ac:chgData name="Vencil, Stephana L." userId="fdbc939f-1d90-42c4-a1c1-c780f22bdea4" providerId="ADAL" clId="{A0562A8D-2453-456C-B186-12DC0E999BFD}" dt="2021-04-15T20:20:57.869" v="181" actId="478"/>
          <ac:spMkLst>
            <pc:docMk/>
            <pc:sldMk cId="1942964081" sldId="2146848171"/>
            <ac:spMk id="5" creationId="{19D66CE6-D53B-4C11-A3A9-6C739A213A4A}"/>
          </ac:spMkLst>
        </pc:spChg>
        <pc:spChg chg="add mod">
          <ac:chgData name="Vencil, Stephana L." userId="fdbc939f-1d90-42c4-a1c1-c780f22bdea4" providerId="ADAL" clId="{A0562A8D-2453-456C-B186-12DC0E999BFD}" dt="2021-04-15T20:20:58.575" v="182"/>
          <ac:spMkLst>
            <pc:docMk/>
            <pc:sldMk cId="1942964081" sldId="2146848171"/>
            <ac:spMk id="9" creationId="{B3AD7C11-6A69-47A6-BB9C-3C27AC98581C}"/>
          </ac:spMkLst>
        </pc:spChg>
        <pc:spChg chg="mod">
          <ac:chgData name="Vencil, Stephana L." userId="fdbc939f-1d90-42c4-a1c1-c780f22bdea4" providerId="ADAL" clId="{A0562A8D-2453-456C-B186-12DC0E999BFD}" dt="2021-04-15T20:38:56.116" v="585" actId="1076"/>
          <ac:spMkLst>
            <pc:docMk/>
            <pc:sldMk cId="1942964081" sldId="2146848171"/>
            <ac:spMk id="10" creationId="{F1463FDC-1F01-469F-B83F-B1B882C34184}"/>
          </ac:spMkLst>
        </pc:spChg>
        <pc:spChg chg="add mod">
          <ac:chgData name="Vencil, Stephana L." userId="fdbc939f-1d90-42c4-a1c1-c780f22bdea4" providerId="ADAL" clId="{A0562A8D-2453-456C-B186-12DC0E999BFD}" dt="2021-04-15T20:33:51.666" v="537"/>
          <ac:spMkLst>
            <pc:docMk/>
            <pc:sldMk cId="1942964081" sldId="2146848171"/>
            <ac:spMk id="11" creationId="{465E74BB-0D90-4FC8-A1F6-A99193545154}"/>
          </ac:spMkLst>
        </pc:spChg>
        <pc:spChg chg="add mod">
          <ac:chgData name="Vencil, Stephana L." userId="fdbc939f-1d90-42c4-a1c1-c780f22bdea4" providerId="ADAL" clId="{A0562A8D-2453-456C-B186-12DC0E999BFD}" dt="2021-04-15T20:33:51.666" v="537"/>
          <ac:spMkLst>
            <pc:docMk/>
            <pc:sldMk cId="1942964081" sldId="2146848171"/>
            <ac:spMk id="12" creationId="{812BB27B-D41D-4F21-A9A4-5A3BDC545DE0}"/>
          </ac:spMkLst>
        </pc:spChg>
        <pc:picChg chg="add mod ord modCrop">
          <ac:chgData name="Vencil, Stephana L." userId="fdbc939f-1d90-42c4-a1c1-c780f22bdea4" providerId="ADAL" clId="{A0562A8D-2453-456C-B186-12DC0E999BFD}" dt="2021-04-15T20:31:56.770" v="514" actId="18131"/>
          <ac:picMkLst>
            <pc:docMk/>
            <pc:sldMk cId="1942964081" sldId="2146848171"/>
            <ac:picMk id="6" creationId="{BF9310BE-5742-4412-8BC4-9ABAC23E0C45}"/>
          </ac:picMkLst>
        </pc:picChg>
        <pc:picChg chg="del mod">
          <ac:chgData name="Vencil, Stephana L." userId="fdbc939f-1d90-42c4-a1c1-c780f22bdea4" providerId="ADAL" clId="{A0562A8D-2453-456C-B186-12DC0E999BFD}" dt="2021-04-15T20:19:55.506" v="180" actId="478"/>
          <ac:picMkLst>
            <pc:docMk/>
            <pc:sldMk cId="1942964081" sldId="2146848171"/>
            <ac:picMk id="21" creationId="{AEE37075-18B0-44FD-A645-FEAE52FCEF68}"/>
          </ac:picMkLst>
        </pc:picChg>
      </pc:sldChg>
      <pc:sldChg chg="addSp delSp modSp add mod ord modNotesTx">
        <pc:chgData name="Vencil, Stephana L." userId="fdbc939f-1d90-42c4-a1c1-c780f22bdea4" providerId="ADAL" clId="{A0562A8D-2453-456C-B186-12DC0E999BFD}" dt="2021-04-15T20:38:43.607" v="584" actId="1076"/>
        <pc:sldMkLst>
          <pc:docMk/>
          <pc:sldMk cId="2796245324" sldId="2146848172"/>
        </pc:sldMkLst>
        <pc:spChg chg="del mod">
          <ac:chgData name="Vencil, Stephana L." userId="fdbc939f-1d90-42c4-a1c1-c780f22bdea4" providerId="ADAL" clId="{A0562A8D-2453-456C-B186-12DC0E999BFD}" dt="2021-04-15T20:23:42.666" v="421" actId="478"/>
          <ac:spMkLst>
            <pc:docMk/>
            <pc:sldMk cId="2796245324" sldId="2146848172"/>
            <ac:spMk id="2" creationId="{FA80FEDC-E2FC-434F-B2B9-83FCDF374B86}"/>
          </ac:spMkLst>
        </pc:spChg>
        <pc:spChg chg="del">
          <ac:chgData name="Vencil, Stephana L." userId="fdbc939f-1d90-42c4-a1c1-c780f22bdea4" providerId="ADAL" clId="{A0562A8D-2453-456C-B186-12DC0E999BFD}" dt="2021-04-15T20:33:09.262" v="528" actId="478"/>
          <ac:spMkLst>
            <pc:docMk/>
            <pc:sldMk cId="2796245324" sldId="2146848172"/>
            <ac:spMk id="3" creationId="{92BE0962-BF45-4075-A5E3-ACF8DCFF2D46}"/>
          </ac:spMkLst>
        </pc:spChg>
        <pc:spChg chg="add del mod">
          <ac:chgData name="Vencil, Stephana L." userId="fdbc939f-1d90-42c4-a1c1-c780f22bdea4" providerId="ADAL" clId="{A0562A8D-2453-456C-B186-12DC0E999BFD}" dt="2021-04-15T20:23:49.581" v="423" actId="478"/>
          <ac:spMkLst>
            <pc:docMk/>
            <pc:sldMk cId="2796245324" sldId="2146848172"/>
            <ac:spMk id="4" creationId="{27BA5312-F05D-41C4-8E62-7325D0A3CED7}"/>
          </ac:spMkLst>
        </pc:spChg>
        <pc:spChg chg="add del mod">
          <ac:chgData name="Vencil, Stephana L." userId="fdbc939f-1d90-42c4-a1c1-c780f22bdea4" providerId="ADAL" clId="{A0562A8D-2453-456C-B186-12DC0E999BFD}" dt="2021-04-15T20:24:57.864" v="440" actId="478"/>
          <ac:spMkLst>
            <pc:docMk/>
            <pc:sldMk cId="2796245324" sldId="2146848172"/>
            <ac:spMk id="7" creationId="{C4E18732-115D-4C53-8019-F6AD1DCAED48}"/>
          </ac:spMkLst>
        </pc:spChg>
        <pc:spChg chg="add mod ord">
          <ac:chgData name="Vencil, Stephana L." userId="fdbc939f-1d90-42c4-a1c1-c780f22bdea4" providerId="ADAL" clId="{A0562A8D-2453-456C-B186-12DC0E999BFD}" dt="2021-04-15T20:38:43.607" v="584" actId="1076"/>
          <ac:spMkLst>
            <pc:docMk/>
            <pc:sldMk cId="2796245324" sldId="2146848172"/>
            <ac:spMk id="8" creationId="{EDD76C3A-1297-4E14-8B97-0A523BB399C0}"/>
          </ac:spMkLst>
        </pc:spChg>
        <pc:spChg chg="del">
          <ac:chgData name="Vencil, Stephana L." userId="fdbc939f-1d90-42c4-a1c1-c780f22bdea4" providerId="ADAL" clId="{A0562A8D-2453-456C-B186-12DC0E999BFD}" dt="2021-04-15T20:25:31.301" v="446" actId="478"/>
          <ac:spMkLst>
            <pc:docMk/>
            <pc:sldMk cId="2796245324" sldId="2146848172"/>
            <ac:spMk id="9" creationId="{B3AD7C11-6A69-47A6-BB9C-3C27AC98581C}"/>
          </ac:spMkLst>
        </pc:spChg>
        <pc:spChg chg="mod">
          <ac:chgData name="Vencil, Stephana L." userId="fdbc939f-1d90-42c4-a1c1-c780f22bdea4" providerId="ADAL" clId="{A0562A8D-2453-456C-B186-12DC0E999BFD}" dt="2021-04-15T20:38:38.914" v="583" actId="1076"/>
          <ac:spMkLst>
            <pc:docMk/>
            <pc:sldMk cId="2796245324" sldId="2146848172"/>
            <ac:spMk id="10" creationId="{F1463FDC-1F01-469F-B83F-B1B882C34184}"/>
          </ac:spMkLst>
        </pc:spChg>
        <pc:spChg chg="add mod">
          <ac:chgData name="Vencil, Stephana L." userId="fdbc939f-1d90-42c4-a1c1-c780f22bdea4" providerId="ADAL" clId="{A0562A8D-2453-456C-B186-12DC0E999BFD}" dt="2021-04-15T20:25:31.961" v="447"/>
          <ac:spMkLst>
            <pc:docMk/>
            <pc:sldMk cId="2796245324" sldId="2146848172"/>
            <ac:spMk id="11" creationId="{430E904A-12BB-4824-ACC6-24F56BF6BB7C}"/>
          </ac:spMkLst>
        </pc:spChg>
        <pc:spChg chg="add del mod">
          <ac:chgData name="Vencil, Stephana L." userId="fdbc939f-1d90-42c4-a1c1-c780f22bdea4" providerId="ADAL" clId="{A0562A8D-2453-456C-B186-12DC0E999BFD}" dt="2021-04-15T20:33:35.887" v="536" actId="478"/>
          <ac:spMkLst>
            <pc:docMk/>
            <pc:sldMk cId="2796245324" sldId="2146848172"/>
            <ac:spMk id="12" creationId="{0193E71E-4594-40B7-95EA-2536C8803C8F}"/>
          </ac:spMkLst>
        </pc:spChg>
        <pc:spChg chg="add mod">
          <ac:chgData name="Vencil, Stephana L." userId="fdbc939f-1d90-42c4-a1c1-c780f22bdea4" providerId="ADAL" clId="{A0562A8D-2453-456C-B186-12DC0E999BFD}" dt="2021-04-15T20:33:54.441" v="538"/>
          <ac:spMkLst>
            <pc:docMk/>
            <pc:sldMk cId="2796245324" sldId="2146848172"/>
            <ac:spMk id="15" creationId="{BBE64893-9D7E-4B3B-A023-988897518F32}"/>
          </ac:spMkLst>
        </pc:spChg>
        <pc:spChg chg="add mod">
          <ac:chgData name="Vencil, Stephana L." userId="fdbc939f-1d90-42c4-a1c1-c780f22bdea4" providerId="ADAL" clId="{A0562A8D-2453-456C-B186-12DC0E999BFD}" dt="2021-04-15T20:33:54.441" v="538"/>
          <ac:spMkLst>
            <pc:docMk/>
            <pc:sldMk cId="2796245324" sldId="2146848172"/>
            <ac:spMk id="16" creationId="{5142B6FD-C73A-473B-9E0A-642045EAEE3D}"/>
          </ac:spMkLst>
        </pc:spChg>
        <pc:picChg chg="del">
          <ac:chgData name="Vencil, Stephana L." userId="fdbc939f-1d90-42c4-a1c1-c780f22bdea4" providerId="ADAL" clId="{A0562A8D-2453-456C-B186-12DC0E999BFD}" dt="2021-04-15T20:33:07.806" v="527" actId="478"/>
          <ac:picMkLst>
            <pc:docMk/>
            <pc:sldMk cId="2796245324" sldId="2146848172"/>
            <ac:picMk id="6" creationId="{BF9310BE-5742-4412-8BC4-9ABAC23E0C45}"/>
          </ac:picMkLst>
        </pc:picChg>
        <pc:picChg chg="add mod ord modCrop">
          <ac:chgData name="Vencil, Stephana L." userId="fdbc939f-1d90-42c4-a1c1-c780f22bdea4" providerId="ADAL" clId="{A0562A8D-2453-456C-B186-12DC0E999BFD}" dt="2021-04-15T20:33:05.916" v="526" actId="167"/>
          <ac:picMkLst>
            <pc:docMk/>
            <pc:sldMk cId="2796245324" sldId="2146848172"/>
            <ac:picMk id="14" creationId="{30239532-8501-471E-B30B-77C0E5D42891}"/>
          </ac:picMkLst>
        </pc:picChg>
      </pc:sldChg>
      <pc:sldChg chg="addSp delSp modSp add mod ord modNotesTx">
        <pc:chgData name="Vencil, Stephana L." userId="fdbc939f-1d90-42c4-a1c1-c780f22bdea4" providerId="ADAL" clId="{A0562A8D-2453-456C-B186-12DC0E999BFD}" dt="2021-04-15T20:37:44.658" v="573" actId="403"/>
        <pc:sldMkLst>
          <pc:docMk/>
          <pc:sldMk cId="1111945990" sldId="2146848173"/>
        </pc:sldMkLst>
        <pc:spChg chg="mod">
          <ac:chgData name="Vencil, Stephana L." userId="fdbc939f-1d90-42c4-a1c1-c780f22bdea4" providerId="ADAL" clId="{A0562A8D-2453-456C-B186-12DC0E999BFD}" dt="2021-04-15T20:37:44.658" v="573" actId="403"/>
          <ac:spMkLst>
            <pc:docMk/>
            <pc:sldMk cId="1111945990" sldId="2146848173"/>
            <ac:spMk id="2" creationId="{FA80FEDC-E2FC-434F-B2B9-83FCDF374B86}"/>
          </ac:spMkLst>
        </pc:spChg>
        <pc:spChg chg="del">
          <ac:chgData name="Vencil, Stephana L." userId="fdbc939f-1d90-42c4-a1c1-c780f22bdea4" providerId="ADAL" clId="{A0562A8D-2453-456C-B186-12DC0E999BFD}" dt="2021-04-15T20:35:29.015" v="548" actId="478"/>
          <ac:spMkLst>
            <pc:docMk/>
            <pc:sldMk cId="1111945990" sldId="2146848173"/>
            <ac:spMk id="3" creationId="{92BE0962-BF45-4075-A5E3-ACF8DCFF2D46}"/>
          </ac:spMkLst>
        </pc:spChg>
        <pc:spChg chg="del">
          <ac:chgData name="Vencil, Stephana L." userId="fdbc939f-1d90-42c4-a1c1-c780f22bdea4" providerId="ADAL" clId="{A0562A8D-2453-456C-B186-12DC0E999BFD}" dt="2021-04-15T20:27:58.959" v="473" actId="478"/>
          <ac:spMkLst>
            <pc:docMk/>
            <pc:sldMk cId="1111945990" sldId="2146848173"/>
            <ac:spMk id="5" creationId="{19D66CE6-D53B-4C11-A3A9-6C739A213A4A}"/>
          </ac:spMkLst>
        </pc:spChg>
        <pc:spChg chg="add mod">
          <ac:chgData name="Vencil, Stephana L." userId="fdbc939f-1d90-42c4-a1c1-c780f22bdea4" providerId="ADAL" clId="{A0562A8D-2453-456C-B186-12DC0E999BFD}" dt="2021-04-15T20:28:00.458" v="474"/>
          <ac:spMkLst>
            <pc:docMk/>
            <pc:sldMk cId="1111945990" sldId="2146848173"/>
            <ac:spMk id="7" creationId="{8BF51C14-7E53-41A1-89D8-C927E283F430}"/>
          </ac:spMkLst>
        </pc:spChg>
        <pc:spChg chg="mod">
          <ac:chgData name="Vencil, Stephana L." userId="fdbc939f-1d90-42c4-a1c1-c780f22bdea4" providerId="ADAL" clId="{A0562A8D-2453-456C-B186-12DC0E999BFD}" dt="2021-04-15T20:37:31.915" v="567" actId="1076"/>
          <ac:spMkLst>
            <pc:docMk/>
            <pc:sldMk cId="1111945990" sldId="2146848173"/>
            <ac:spMk id="10" creationId="{F1463FDC-1F01-469F-B83F-B1B882C34184}"/>
          </ac:spMkLst>
        </pc:spChg>
        <pc:picChg chg="add del mod ord modCrop">
          <ac:chgData name="Vencil, Stephana L." userId="fdbc939f-1d90-42c4-a1c1-c780f22bdea4" providerId="ADAL" clId="{A0562A8D-2453-456C-B186-12DC0E999BFD}" dt="2021-04-15T20:37:02.889" v="557" actId="478"/>
          <ac:picMkLst>
            <pc:docMk/>
            <pc:sldMk cId="1111945990" sldId="2146848173"/>
            <ac:picMk id="6" creationId="{0F9AA841-ED35-4203-AEFB-599702032B10}"/>
          </ac:picMkLst>
        </pc:picChg>
        <pc:picChg chg="add mod ord modCrop">
          <ac:chgData name="Vencil, Stephana L." userId="fdbc939f-1d90-42c4-a1c1-c780f22bdea4" providerId="ADAL" clId="{A0562A8D-2453-456C-B186-12DC0E999BFD}" dt="2021-04-15T20:37:01.428" v="556" actId="167"/>
          <ac:picMkLst>
            <pc:docMk/>
            <pc:sldMk cId="1111945990" sldId="2146848173"/>
            <ac:picMk id="9" creationId="{588B9DA8-4DA1-4FD6-8024-60DE5EB63EFA}"/>
          </ac:picMkLst>
        </pc:picChg>
        <pc:picChg chg="del mod">
          <ac:chgData name="Vencil, Stephana L." userId="fdbc939f-1d90-42c4-a1c1-c780f22bdea4" providerId="ADAL" clId="{A0562A8D-2453-456C-B186-12DC0E999BFD}" dt="2021-04-15T20:35:27.716" v="547" actId="478"/>
          <ac:picMkLst>
            <pc:docMk/>
            <pc:sldMk cId="1111945990" sldId="2146848173"/>
            <ac:picMk id="21" creationId="{AEE37075-18B0-44FD-A645-FEAE52FCEF68}"/>
          </ac:picMkLst>
        </pc:picChg>
      </pc:sldChg>
      <pc:sldChg chg="add del">
        <pc:chgData name="Vencil, Stephana L." userId="fdbc939f-1d90-42c4-a1c1-c780f22bdea4" providerId="ADAL" clId="{A0562A8D-2453-456C-B186-12DC0E999BFD}" dt="2021-04-15T20:32:15.612" v="518" actId="2696"/>
        <pc:sldMkLst>
          <pc:docMk/>
          <pc:sldMk cId="2451887914" sldId="2146848174"/>
        </pc:sldMkLst>
      </pc:sldChg>
      <pc:sldChg chg="addSp delSp modSp add mod ord">
        <pc:chgData name="Vencil, Stephana L." userId="fdbc939f-1d90-42c4-a1c1-c780f22bdea4" providerId="ADAL" clId="{A0562A8D-2453-456C-B186-12DC0E999BFD}" dt="2021-04-15T20:46:42.474" v="673" actId="732"/>
        <pc:sldMkLst>
          <pc:docMk/>
          <pc:sldMk cId="3410856480" sldId="2146848192"/>
        </pc:sldMkLst>
        <pc:spChg chg="add del">
          <ac:chgData name="Vencil, Stephana L." userId="fdbc939f-1d90-42c4-a1c1-c780f22bdea4" providerId="ADAL" clId="{A0562A8D-2453-456C-B186-12DC0E999BFD}" dt="2021-04-15T20:46:16.885" v="670" actId="478"/>
          <ac:spMkLst>
            <pc:docMk/>
            <pc:sldMk cId="3410856480" sldId="2146848192"/>
            <ac:spMk id="2" creationId="{854B93BA-47B7-4C84-AC43-7EFDBDED2AB4}"/>
          </ac:spMkLst>
        </pc:spChg>
        <pc:spChg chg="mod">
          <ac:chgData name="Vencil, Stephana L." userId="fdbc939f-1d90-42c4-a1c1-c780f22bdea4" providerId="ADAL" clId="{A0562A8D-2453-456C-B186-12DC0E999BFD}" dt="2021-04-15T20:46:09.204" v="666" actId="1076"/>
          <ac:spMkLst>
            <pc:docMk/>
            <pc:sldMk cId="3410856480" sldId="2146848192"/>
            <ac:spMk id="7" creationId="{2050CE09-0F6D-4DDD-BBA4-3F9B39C44E0C}"/>
          </ac:spMkLst>
        </pc:spChg>
        <pc:picChg chg="add del mod ord modCrop">
          <ac:chgData name="Vencil, Stephana L." userId="fdbc939f-1d90-42c4-a1c1-c780f22bdea4" providerId="ADAL" clId="{A0562A8D-2453-456C-B186-12DC0E999BFD}" dt="2021-04-15T20:46:42.474" v="673" actId="732"/>
          <ac:picMkLst>
            <pc:docMk/>
            <pc:sldMk cId="3410856480" sldId="2146848192"/>
            <ac:picMk id="4" creationId="{211699E9-5D92-41F4-B75D-D7E29BD96058}"/>
          </ac:picMkLst>
        </pc:picChg>
        <pc:picChg chg="del">
          <ac:chgData name="Vencil, Stephana L." userId="fdbc939f-1d90-42c4-a1c1-c780f22bdea4" providerId="ADAL" clId="{A0562A8D-2453-456C-B186-12DC0E999BFD}" dt="2021-04-15T20:45:53.073" v="641" actId="478"/>
          <ac:picMkLst>
            <pc:docMk/>
            <pc:sldMk cId="3410856480" sldId="2146848192"/>
            <ac:picMk id="15" creationId="{B3FE2F92-C88C-4EF9-AFC9-E929819A79DD}"/>
          </ac:picMkLst>
        </pc:picChg>
      </pc:sldChg>
      <pc:sldChg chg="delSp modSp add mod ord">
        <pc:chgData name="Vencil, Stephana L." userId="fdbc939f-1d90-42c4-a1c1-c780f22bdea4" providerId="ADAL" clId="{A0562A8D-2453-456C-B186-12DC0E999BFD}" dt="2021-04-15T20:51:27.584" v="712" actId="14100"/>
        <pc:sldMkLst>
          <pc:docMk/>
          <pc:sldMk cId="1877301009" sldId="2146848193"/>
        </pc:sldMkLst>
        <pc:spChg chg="mod">
          <ac:chgData name="Vencil, Stephana L." userId="fdbc939f-1d90-42c4-a1c1-c780f22bdea4" providerId="ADAL" clId="{A0562A8D-2453-456C-B186-12DC0E999BFD}" dt="2021-04-15T20:50:37.545" v="706" actId="14100"/>
          <ac:spMkLst>
            <pc:docMk/>
            <pc:sldMk cId="1877301009" sldId="2146848193"/>
            <ac:spMk id="5" creationId="{AAE54687-7E1C-4596-BB85-A7D2B7B196BA}"/>
          </ac:spMkLst>
        </pc:spChg>
        <pc:spChg chg="mod ord topLvl">
          <ac:chgData name="Vencil, Stephana L." userId="fdbc939f-1d90-42c4-a1c1-c780f22bdea4" providerId="ADAL" clId="{A0562A8D-2453-456C-B186-12DC0E999BFD}" dt="2021-04-15T20:51:27.584" v="712" actId="14100"/>
          <ac:spMkLst>
            <pc:docMk/>
            <pc:sldMk cId="1877301009" sldId="2146848193"/>
            <ac:spMk id="10" creationId="{19C8F125-C208-472B-A9D9-1C4A741C851D}"/>
          </ac:spMkLst>
        </pc:spChg>
        <pc:spChg chg="mod">
          <ac:chgData name="Vencil, Stephana L." userId="fdbc939f-1d90-42c4-a1c1-c780f22bdea4" providerId="ADAL" clId="{A0562A8D-2453-456C-B186-12DC0E999BFD}" dt="2021-04-15T20:50:13.305" v="698" actId="3064"/>
          <ac:spMkLst>
            <pc:docMk/>
            <pc:sldMk cId="1877301009" sldId="2146848193"/>
            <ac:spMk id="49" creationId="{A6955495-640A-4CAE-B51B-CF202EE79361}"/>
          </ac:spMkLst>
        </pc:spChg>
        <pc:grpChg chg="del mod topLvl">
          <ac:chgData name="Vencil, Stephana L." userId="fdbc939f-1d90-42c4-a1c1-c780f22bdea4" providerId="ADAL" clId="{A0562A8D-2453-456C-B186-12DC0E999BFD}" dt="2021-04-15T20:48:19.111" v="681" actId="478"/>
          <ac:grpSpMkLst>
            <pc:docMk/>
            <pc:sldMk cId="1877301009" sldId="2146848193"/>
            <ac:grpSpMk id="44" creationId="{884EED7C-E1E3-4380-90C9-349EE99B8AB0}"/>
          </ac:grpSpMkLst>
        </pc:grpChg>
        <pc:grpChg chg="del">
          <ac:chgData name="Vencil, Stephana L." userId="fdbc939f-1d90-42c4-a1c1-c780f22bdea4" providerId="ADAL" clId="{A0562A8D-2453-456C-B186-12DC0E999BFD}" dt="2021-04-15T20:48:16.690" v="680" actId="165"/>
          <ac:grpSpMkLst>
            <pc:docMk/>
            <pc:sldMk cId="1877301009" sldId="2146848193"/>
            <ac:grpSpMk id="54" creationId="{DB494486-854E-4F5F-989D-F88F0C054771}"/>
          </ac:grpSpMkLst>
        </pc:grpChg>
        <pc:grpChg chg="del">
          <ac:chgData name="Vencil, Stephana L." userId="fdbc939f-1d90-42c4-a1c1-c780f22bdea4" providerId="ADAL" clId="{A0562A8D-2453-456C-B186-12DC0E999BFD}" dt="2021-04-15T20:48:08.148" v="679" actId="478"/>
          <ac:grpSpMkLst>
            <pc:docMk/>
            <pc:sldMk cId="1877301009" sldId="2146848193"/>
            <ac:grpSpMk id="55" creationId="{24468C64-11F9-4FE6-B5A4-6224803EE9AD}"/>
          </ac:grpSpMkLst>
        </pc:grpChg>
        <pc:cxnChg chg="mod">
          <ac:chgData name="Vencil, Stephana L." userId="fdbc939f-1d90-42c4-a1c1-c780f22bdea4" providerId="ADAL" clId="{A0562A8D-2453-456C-B186-12DC0E999BFD}" dt="2021-04-15T20:48:16.690" v="680" actId="165"/>
          <ac:cxnSpMkLst>
            <pc:docMk/>
            <pc:sldMk cId="1877301009" sldId="2146848193"/>
            <ac:cxnSpMk id="33" creationId="{410939B2-85AC-4950-82E6-3929C55648E5}"/>
          </ac:cxnSpMkLst>
        </pc:cxnChg>
        <pc:cxnChg chg="mod">
          <ac:chgData name="Vencil, Stephana L." userId="fdbc939f-1d90-42c4-a1c1-c780f22bdea4" providerId="ADAL" clId="{A0562A8D-2453-456C-B186-12DC0E999BFD}" dt="2021-04-15T20:48:16.690" v="680" actId="165"/>
          <ac:cxnSpMkLst>
            <pc:docMk/>
            <pc:sldMk cId="1877301009" sldId="2146848193"/>
            <ac:cxnSpMk id="42" creationId="{FB78176D-1B53-4CD0-8730-CCD3CBFE0445}"/>
          </ac:cxnSpMkLst>
        </pc:cxnChg>
      </pc:sldChg>
      <pc:sldMasterChg chg="delSldLayout">
        <pc:chgData name="Vencil, Stephana L." userId="fdbc939f-1d90-42c4-a1c1-c780f22bdea4" providerId="ADAL" clId="{A0562A8D-2453-456C-B186-12DC0E999BFD}" dt="2021-04-15T20:28:06.972" v="475" actId="2696"/>
        <pc:sldMasterMkLst>
          <pc:docMk/>
          <pc:sldMasterMk cId="2651900722" sldId="2147483941"/>
        </pc:sldMasterMkLst>
        <pc:sldLayoutChg chg="del">
          <pc:chgData name="Vencil, Stephana L." userId="fdbc939f-1d90-42c4-a1c1-c780f22bdea4" providerId="ADAL" clId="{A0562A8D-2453-456C-B186-12DC0E999BFD}" dt="2021-04-15T20:28:06.972" v="475" actId="2696"/>
          <pc:sldLayoutMkLst>
            <pc:docMk/>
            <pc:sldMasterMk cId="2651900722" sldId="2147483941"/>
            <pc:sldLayoutMk cId="3890206373" sldId="2147483830"/>
          </pc:sldLayoutMkLst>
        </pc:sldLayoutChg>
      </pc:sldMasterChg>
    </pc:docChg>
  </pc:docChgLst>
  <pc:docChgLst>
    <pc:chgData name="Brown, Sally" userId="d1bd0039-b20c-458e-9f60-213009d0bb6b" providerId="ADAL" clId="{D92B31D8-5E8D-4B3E-8375-DD2A14506F21}"/>
    <pc:docChg chg="undo custSel addSld delSld modSld sldOrd">
      <pc:chgData name="Brown, Sally" userId="d1bd0039-b20c-458e-9f60-213009d0bb6b" providerId="ADAL" clId="{D92B31D8-5E8D-4B3E-8375-DD2A14506F21}" dt="2021-05-19T15:20:00.317" v="10" actId="47"/>
      <pc:docMkLst>
        <pc:docMk/>
      </pc:docMkLst>
      <pc:sldChg chg="add">
        <pc:chgData name="Brown, Sally" userId="d1bd0039-b20c-458e-9f60-213009d0bb6b" providerId="ADAL" clId="{D92B31D8-5E8D-4B3E-8375-DD2A14506F21}" dt="2021-05-19T15:17:52.841" v="6"/>
        <pc:sldMkLst>
          <pc:docMk/>
          <pc:sldMk cId="991568047" sldId="2146848081"/>
        </pc:sldMkLst>
      </pc:sldChg>
      <pc:sldChg chg="add del">
        <pc:chgData name="Brown, Sally" userId="d1bd0039-b20c-458e-9f60-213009d0bb6b" providerId="ADAL" clId="{D92B31D8-5E8D-4B3E-8375-DD2A14506F21}" dt="2021-05-19T15:19:10.935" v="8" actId="2696"/>
        <pc:sldMkLst>
          <pc:docMk/>
          <pc:sldMk cId="2291288221" sldId="2146848094"/>
        </pc:sldMkLst>
      </pc:sldChg>
      <pc:sldChg chg="modSp add mod">
        <pc:chgData name="Brown, Sally" userId="d1bd0039-b20c-458e-9f60-213009d0bb6b" providerId="ADAL" clId="{D92B31D8-5E8D-4B3E-8375-DD2A14506F21}" dt="2021-05-19T15:18:20.876" v="7" actId="948"/>
        <pc:sldMkLst>
          <pc:docMk/>
          <pc:sldMk cId="1392373928" sldId="2146848097"/>
        </pc:sldMkLst>
        <pc:spChg chg="mod">
          <ac:chgData name="Brown, Sally" userId="d1bd0039-b20c-458e-9f60-213009d0bb6b" providerId="ADAL" clId="{D92B31D8-5E8D-4B3E-8375-DD2A14506F21}" dt="2021-05-19T15:18:20.876" v="7" actId="948"/>
          <ac:spMkLst>
            <pc:docMk/>
            <pc:sldMk cId="1392373928" sldId="2146848097"/>
            <ac:spMk id="8" creationId="{945DCB79-0574-461F-83C0-EF5CCF410C0C}"/>
          </ac:spMkLst>
        </pc:spChg>
      </pc:sldChg>
      <pc:sldChg chg="del modTransition">
        <pc:chgData name="Brown, Sally" userId="d1bd0039-b20c-458e-9f60-213009d0bb6b" providerId="ADAL" clId="{D92B31D8-5E8D-4B3E-8375-DD2A14506F21}" dt="2021-05-19T15:20:00.317" v="10" actId="47"/>
        <pc:sldMkLst>
          <pc:docMk/>
          <pc:sldMk cId="3561521936" sldId="2146848104"/>
        </pc:sldMkLst>
      </pc:sldChg>
      <pc:sldChg chg="del ord modTransition">
        <pc:chgData name="Brown, Sally" userId="d1bd0039-b20c-458e-9f60-213009d0bb6b" providerId="ADAL" clId="{D92B31D8-5E8D-4B3E-8375-DD2A14506F21}" dt="2021-05-19T15:20:00.317" v="10" actId="47"/>
        <pc:sldMkLst>
          <pc:docMk/>
          <pc:sldMk cId="3868082467" sldId="2146848219"/>
        </pc:sldMkLst>
      </pc:sldChg>
      <pc:sldChg chg="del modTransition">
        <pc:chgData name="Brown, Sally" userId="d1bd0039-b20c-458e-9f60-213009d0bb6b" providerId="ADAL" clId="{D92B31D8-5E8D-4B3E-8375-DD2A14506F21}" dt="2021-05-19T15:20:00.317" v="10" actId="47"/>
        <pc:sldMkLst>
          <pc:docMk/>
          <pc:sldMk cId="1533257295" sldId="2146848220"/>
        </pc:sldMkLst>
      </pc:sldChg>
      <pc:sldChg chg="add">
        <pc:chgData name="Brown, Sally" userId="d1bd0039-b20c-458e-9f60-213009d0bb6b" providerId="ADAL" clId="{D92B31D8-5E8D-4B3E-8375-DD2A14506F21}" dt="2021-05-19T15:19:38.456" v="9"/>
        <pc:sldMkLst>
          <pc:docMk/>
          <pc:sldMk cId="2784231307" sldId="2146848227"/>
        </pc:sldMkLst>
      </pc:sldChg>
      <pc:sldChg chg="del modTransition">
        <pc:chgData name="Brown, Sally" userId="d1bd0039-b20c-458e-9f60-213009d0bb6b" providerId="ADAL" clId="{D92B31D8-5E8D-4B3E-8375-DD2A14506F21}" dt="2021-05-19T15:20:00.317" v="10" actId="47"/>
        <pc:sldMkLst>
          <pc:docMk/>
          <pc:sldMk cId="1588856572" sldId="2146848236"/>
        </pc:sldMkLst>
      </pc:sldChg>
      <pc:sldChg chg="del modTransition">
        <pc:chgData name="Brown, Sally" userId="d1bd0039-b20c-458e-9f60-213009d0bb6b" providerId="ADAL" clId="{D92B31D8-5E8D-4B3E-8375-DD2A14506F21}" dt="2021-05-19T15:20:00.317" v="10" actId="47"/>
        <pc:sldMkLst>
          <pc:docMk/>
          <pc:sldMk cId="70287477" sldId="2146848242"/>
        </pc:sldMkLst>
      </pc:sldChg>
      <pc:sldChg chg="del modTransition">
        <pc:chgData name="Brown, Sally" userId="d1bd0039-b20c-458e-9f60-213009d0bb6b" providerId="ADAL" clId="{D92B31D8-5E8D-4B3E-8375-DD2A14506F21}" dt="2021-05-19T15:20:00.317" v="10" actId="47"/>
        <pc:sldMkLst>
          <pc:docMk/>
          <pc:sldMk cId="3931770572" sldId="2146848243"/>
        </pc:sldMkLst>
      </pc:sldChg>
      <pc:sldChg chg="del ord modTransition">
        <pc:chgData name="Brown, Sally" userId="d1bd0039-b20c-458e-9f60-213009d0bb6b" providerId="ADAL" clId="{D92B31D8-5E8D-4B3E-8375-DD2A14506F21}" dt="2021-05-19T15:20:00.317" v="10" actId="47"/>
        <pc:sldMkLst>
          <pc:docMk/>
          <pc:sldMk cId="2083264436" sldId="2146848244"/>
        </pc:sldMkLst>
      </pc:sldChg>
      <pc:sldChg chg="del modTransition">
        <pc:chgData name="Brown, Sally" userId="d1bd0039-b20c-458e-9f60-213009d0bb6b" providerId="ADAL" clId="{D92B31D8-5E8D-4B3E-8375-DD2A14506F21}" dt="2021-05-19T15:20:00.317" v="10" actId="47"/>
        <pc:sldMkLst>
          <pc:docMk/>
          <pc:sldMk cId="1213474973" sldId="2146848245"/>
        </pc:sldMkLst>
      </pc:sldChg>
      <pc:sldChg chg="add">
        <pc:chgData name="Brown, Sally" userId="d1bd0039-b20c-458e-9f60-213009d0bb6b" providerId="ADAL" clId="{D92B31D8-5E8D-4B3E-8375-DD2A14506F21}" dt="2021-05-19T15:17:52.841" v="6"/>
        <pc:sldMkLst>
          <pc:docMk/>
          <pc:sldMk cId="475212142" sldId="2146848246"/>
        </pc:sldMkLst>
      </pc:sldChg>
      <pc:sldChg chg="add">
        <pc:chgData name="Brown, Sally" userId="d1bd0039-b20c-458e-9f60-213009d0bb6b" providerId="ADAL" clId="{D92B31D8-5E8D-4B3E-8375-DD2A14506F21}" dt="2021-05-19T15:17:52.841" v="6"/>
        <pc:sldMkLst>
          <pc:docMk/>
          <pc:sldMk cId="271568436" sldId="2146848247"/>
        </pc:sldMkLst>
      </pc:sldChg>
      <pc:sldChg chg="add">
        <pc:chgData name="Brown, Sally" userId="d1bd0039-b20c-458e-9f60-213009d0bb6b" providerId="ADAL" clId="{D92B31D8-5E8D-4B3E-8375-DD2A14506F21}" dt="2021-05-19T15:19:38.456" v="9"/>
        <pc:sldMkLst>
          <pc:docMk/>
          <pc:sldMk cId="2101444356" sldId="2146848248"/>
        </pc:sldMkLst>
      </pc:sldChg>
      <pc:sldChg chg="add">
        <pc:chgData name="Brown, Sally" userId="d1bd0039-b20c-458e-9f60-213009d0bb6b" providerId="ADAL" clId="{D92B31D8-5E8D-4B3E-8375-DD2A14506F21}" dt="2021-05-19T15:19:38.456" v="9"/>
        <pc:sldMkLst>
          <pc:docMk/>
          <pc:sldMk cId="1337283576" sldId="2146848249"/>
        </pc:sldMkLst>
      </pc:sldChg>
      <pc:sldMasterChg chg="delSldLayout">
        <pc:chgData name="Brown, Sally" userId="d1bd0039-b20c-458e-9f60-213009d0bb6b" providerId="ADAL" clId="{D92B31D8-5E8D-4B3E-8375-DD2A14506F21}" dt="2021-05-19T15:20:00.317" v="10" actId="47"/>
        <pc:sldMasterMkLst>
          <pc:docMk/>
          <pc:sldMasterMk cId="2700314035" sldId="2147483800"/>
        </pc:sldMasterMkLst>
        <pc:sldLayoutChg chg="del">
          <pc:chgData name="Brown, Sally" userId="d1bd0039-b20c-458e-9f60-213009d0bb6b" providerId="ADAL" clId="{D92B31D8-5E8D-4B3E-8375-DD2A14506F21}" dt="2021-05-19T15:20:00.317" v="10" actId="47"/>
          <pc:sldLayoutMkLst>
            <pc:docMk/>
            <pc:sldMasterMk cId="2700314035" sldId="2147483800"/>
            <pc:sldLayoutMk cId="1798849375" sldId="2147484045"/>
          </pc:sldLayoutMkLst>
        </pc:sldLayoutChg>
      </pc:sldMasterChg>
    </pc:docChg>
  </pc:docChgLst>
  <pc:docChgLst>
    <pc:chgData name="Brown, Sally" userId="d1bd0039-b20c-458e-9f60-213009d0bb6b" providerId="ADAL" clId="{9157B373-5A23-4E0E-9CF2-5BBBD7ADF551}"/>
    <pc:docChg chg="modSld">
      <pc:chgData name="Brown, Sally" userId="d1bd0039-b20c-458e-9f60-213009d0bb6b" providerId="ADAL" clId="{9157B373-5A23-4E0E-9CF2-5BBBD7ADF551}" dt="2021-04-26T17:43:06.806" v="0" actId="1076"/>
      <pc:docMkLst>
        <pc:docMk/>
      </pc:docMkLst>
      <pc:sldChg chg="modSp mod">
        <pc:chgData name="Brown, Sally" userId="d1bd0039-b20c-458e-9f60-213009d0bb6b" providerId="ADAL" clId="{9157B373-5A23-4E0E-9CF2-5BBBD7ADF551}" dt="2021-04-26T17:43:06.806" v="0" actId="1076"/>
        <pc:sldMkLst>
          <pc:docMk/>
          <pc:sldMk cId="2661023269" sldId="2146848083"/>
        </pc:sldMkLst>
        <pc:spChg chg="mod">
          <ac:chgData name="Brown, Sally" userId="d1bd0039-b20c-458e-9f60-213009d0bb6b" providerId="ADAL" clId="{9157B373-5A23-4E0E-9CF2-5BBBD7ADF551}" dt="2021-04-26T17:43:06.806" v="0" actId="1076"/>
          <ac:spMkLst>
            <pc:docMk/>
            <pc:sldMk cId="2661023269" sldId="2146848083"/>
            <ac:spMk id="68" creationId="{FFBCFFB1-A5D2-43F6-997F-ABBC51C506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Graphik" panose="020B0503030202060203"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Graphik" panose="020B0503030202060203" pitchFamily="34" charset="0"/>
              </a:defRPr>
            </a:lvl1pPr>
          </a:lstStyle>
          <a:p>
            <a:fld id="{1DE7078C-3525-4C9B-BF62-C9FD13B9A875}" type="datetimeFigureOut">
              <a:rPr lang="en-US" smtClean="0"/>
              <a:pPr/>
              <a:t>1/10/24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Graphik" panose="020B0503030202060203"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Graphik" panose="020B0503030202060203" pitchFamily="34" charset="0"/>
              </a:defRPr>
            </a:lvl1pPr>
          </a:lstStyle>
          <a:p>
            <a:fld id="{436E8A87-18DA-4CCE-A8C2-BDBC489258C6}" type="slidenum">
              <a:rPr lang="en-US" smtClean="0"/>
              <a:pPr/>
              <a:t>‹#›</a:t>
            </a:fld>
            <a:endParaRPr lang="en-US"/>
          </a:p>
        </p:txBody>
      </p:sp>
    </p:spTree>
    <p:extLst>
      <p:ext uri="{BB962C8B-B14F-4D97-AF65-F5344CB8AC3E}">
        <p14:creationId xmlns:p14="http://schemas.microsoft.com/office/powerpoint/2010/main" val="667384980"/>
      </p:ext>
    </p:extLst>
  </p:cSld>
  <p:clrMap bg1="lt1" tx1="dk1" bg2="lt2" tx2="dk2" accent1="accent1" accent2="accent2" accent3="accent3" accent4="accent4" accent5="accent5" accent6="accent6" hlink="hlink" folHlink="folHlink"/>
  <p:notesStyle>
    <a:lvl1pPr marL="0" algn="l" defTabSz="914400" rtl="0" eaLnBrk="1" latinLnBrk="0" hangingPunct="1">
      <a:spcAft>
        <a:spcPts val="300"/>
      </a:spcAft>
      <a:defRPr sz="1200" b="0" kern="1200">
        <a:solidFill>
          <a:schemeClr val="tx1"/>
        </a:solidFill>
        <a:latin typeface="Graphik Black" panose="020B0A03030202060203" pitchFamily="34" charset="0"/>
        <a:ea typeface="+mn-ea"/>
        <a:cs typeface="+mn-cs"/>
      </a:defRPr>
    </a:lvl1pPr>
    <a:lvl2pPr algn="l">
      <a:spcBef>
        <a:spcPts val="200"/>
      </a:spcBef>
      <a:defRPr sz="1200">
        <a:solidFill>
          <a:schemeClr val="tx1"/>
        </a:solidFill>
        <a:latin typeface="Graphik" panose="020B0503030202060203" pitchFamily="34" charset="0"/>
      </a:defRPr>
    </a:lvl2pPr>
    <a:lvl3pPr algn="l">
      <a:spcBef>
        <a:spcPts val="200"/>
      </a:spcBef>
      <a:defRPr sz="1200">
        <a:latin typeface="Graphik" panose="020B0503030202060203" pitchFamily="34" charset="0"/>
      </a:defRPr>
    </a:lvl3pPr>
    <a:lvl4pPr algn="l">
      <a:spcBef>
        <a:spcPts val="200"/>
      </a:spcBef>
      <a:defRPr sz="1200">
        <a:latin typeface="Graphik" panose="020B0503030202060203" pitchFamily="34" charset="0"/>
      </a:defRPr>
    </a:lvl4pPr>
    <a:lvl5pPr algn="l">
      <a:spcBef>
        <a:spcPts val="200"/>
      </a:spcBef>
      <a:defRPr sz="1200">
        <a:latin typeface="Graphik" panose="020B0503030202060203" pitchFamily="34" charset="0"/>
      </a:defRPr>
    </a:lvl5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4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Breakout Room slide **</a:t>
            </a:r>
          </a:p>
          <a:p>
            <a:pPr marL="0" marR="0" lvl="0" indent="0" algn="l" defTabSz="914400" rtl="0" eaLnBrk="1" fontAlgn="auto" latinLnBrk="0" hangingPunct="1">
              <a:lnSpc>
                <a:spcPct val="114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15706473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lnSpc>
                <a:spcPct val="114000"/>
              </a:lnSpc>
              <a:spcAft>
                <a:spcPts val="618"/>
              </a:spcAft>
              <a:defRPr/>
            </a:pPr>
            <a:r>
              <a:rPr lang="en-US" b="1">
                <a:solidFill>
                  <a:prstClr val="black"/>
                </a:solidFill>
                <a:latin typeface="Arial" panose="020B0604020202020204" pitchFamily="34" charset="0"/>
                <a:cs typeface="Arial" panose="020B0604020202020204" pitchFamily="34" charset="0"/>
              </a:rPr>
              <a:t>** Breakout Room slide **</a:t>
            </a:r>
          </a:p>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t>2</a:t>
            </a:fld>
            <a:endParaRPr lang="en-US"/>
          </a:p>
        </p:txBody>
      </p:sp>
    </p:spTree>
    <p:extLst>
      <p:ext uri="{BB962C8B-B14F-4D97-AF65-F5344CB8AC3E}">
        <p14:creationId xmlns:p14="http://schemas.microsoft.com/office/powerpoint/2010/main" val="2662668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lnSpc>
                <a:spcPct val="114000"/>
              </a:lnSpc>
              <a:spcAft>
                <a:spcPts val="618"/>
              </a:spcAft>
              <a:defRPr/>
            </a:pPr>
            <a:r>
              <a:rPr lang="en-US" b="1">
                <a:solidFill>
                  <a:prstClr val="black"/>
                </a:solidFill>
                <a:latin typeface="Arial" panose="020B0604020202020204" pitchFamily="34" charset="0"/>
                <a:cs typeface="Arial" panose="020B0604020202020204" pitchFamily="34" charset="0"/>
              </a:rPr>
              <a:t>** Breakout Room slide **</a:t>
            </a:r>
          </a:p>
          <a:p>
            <a:endParaRPr lang="en-US"/>
          </a:p>
        </p:txBody>
      </p:sp>
      <p:sp>
        <p:nvSpPr>
          <p:cNvPr id="4" name="Slide Number Placeholder 3"/>
          <p:cNvSpPr>
            <a:spLocks noGrp="1"/>
          </p:cNvSpPr>
          <p:nvPr>
            <p:ph type="sldNum" sz="quarter" idx="5"/>
          </p:nvPr>
        </p:nvSpPr>
        <p:spPr/>
        <p:txBody>
          <a:bodyPr/>
          <a:lstStyle/>
          <a:p>
            <a:fld id="{AC157E0A-F321-48DC-AF94-681D4DCF344D}" type="slidenum">
              <a:rPr lang="en-US" smtClean="0"/>
              <a:t>3</a:t>
            </a:fld>
            <a:endParaRPr lang="en-US"/>
          </a:p>
        </p:txBody>
      </p:sp>
    </p:spTree>
    <p:extLst>
      <p:ext uri="{BB962C8B-B14F-4D97-AF65-F5344CB8AC3E}">
        <p14:creationId xmlns:p14="http://schemas.microsoft.com/office/powerpoint/2010/main" val="35404552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4000"/>
              </a:lnSpc>
              <a:spcBef>
                <a:spcPts val="0"/>
              </a:spcBef>
              <a:spcAft>
                <a:spcPts val="600"/>
              </a:spcAft>
              <a:buClrTx/>
              <a:buSzTx/>
              <a:buFontTx/>
              <a:buNone/>
              <a:tabLst/>
              <a:defRPr/>
            </a:pPr>
            <a:r>
              <a:rPr kumimoji="0" lang="en-US" sz="12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Breakout Room slide **</a:t>
            </a: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14000"/>
              </a:lnSpc>
              <a:spcBef>
                <a:spcPts val="0"/>
              </a:spcBef>
              <a:spcAft>
                <a:spcPts val="60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panose="020B0503030202060203"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1616403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b="1">
                <a:solidFill>
                  <a:prstClr val="black"/>
                </a:solidFill>
                <a:latin typeface="Arial" panose="020B0604020202020204" pitchFamily="34" charset="0"/>
                <a:cs typeface="Arial" panose="020B0604020202020204" pitchFamily="34" charset="0"/>
              </a:rPr>
              <a:t>** Breakout Room slide **                </a:t>
            </a:r>
            <a:endParaRPr lang="en-US"/>
          </a:p>
          <a:p>
            <a:pPr marL="0" marR="0" lvl="0" indent="0" algn="l" defTabSz="914400" rtl="0" eaLnBrk="1" fontAlgn="auto" latinLnBrk="0" hangingPunct="1">
              <a:lnSpc>
                <a:spcPct val="114000"/>
              </a:lnSpc>
              <a:spcBef>
                <a:spcPts val="0"/>
              </a:spcBef>
              <a:spcAft>
                <a:spcPts val="600"/>
              </a:spcAft>
              <a:buClrTx/>
              <a:buSzTx/>
              <a:buFontTx/>
              <a:buNone/>
              <a:tabLst/>
              <a:defRPr/>
            </a:pPr>
            <a:endParaRPr kumimoji="0" lang="en-US" sz="1200" b="1" i="0" u="none" strike="noStrike" kern="1200" cap="none" spc="0" normalizeH="0" baseline="0" noProof="0">
              <a:ln>
                <a:noFill/>
              </a:ln>
              <a:solidFill>
                <a:prstClr val="black"/>
              </a:solidFill>
              <a:effectLst/>
              <a:uLnTx/>
              <a:uFillTx/>
              <a:latin typeface="Arial"/>
              <a:ea typeface="+mn-ea"/>
              <a:cs typeface="Aria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Graphik"/>
              <a:ea typeface="+mn-ea"/>
              <a:cs typeface="+mn-cs"/>
            </a:endParaRPr>
          </a:p>
        </p:txBody>
      </p:sp>
    </p:spTree>
    <p:extLst>
      <p:ext uri="{BB962C8B-B14F-4D97-AF65-F5344CB8AC3E}">
        <p14:creationId xmlns:p14="http://schemas.microsoft.com/office/powerpoint/2010/main" val="21539833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b="1">
                <a:solidFill>
                  <a:prstClr val="black"/>
                </a:solidFill>
                <a:latin typeface="Arial" panose="020B0604020202020204" pitchFamily="34" charset="0"/>
                <a:cs typeface="Arial" panose="020B0604020202020204" pitchFamily="34" charset="0"/>
              </a:rPr>
              <a:t>** Breakout Room slide **</a:t>
            </a:r>
          </a:p>
          <a:p>
            <a:endParaRPr lang="en-US"/>
          </a:p>
        </p:txBody>
      </p:sp>
      <p:sp>
        <p:nvSpPr>
          <p:cNvPr id="4" name="Slide Number Placeholder 3"/>
          <p:cNvSpPr>
            <a:spLocks noGrp="1"/>
          </p:cNvSpPr>
          <p:nvPr>
            <p:ph type="sldNum" sz="quarter" idx="5"/>
          </p:nvPr>
        </p:nvSpPr>
        <p:spPr/>
        <p:txBody>
          <a:bodyPr/>
          <a:lstStyle/>
          <a:p>
            <a:fld id="{436E8A87-18DA-4CCE-A8C2-BDBC489258C6}" type="slidenum">
              <a:rPr lang="en-US" smtClean="0"/>
              <a:pPr/>
              <a:t>6</a:t>
            </a:fld>
            <a:endParaRPr lang="en-US"/>
          </a:p>
        </p:txBody>
      </p:sp>
    </p:spTree>
    <p:extLst>
      <p:ext uri="{BB962C8B-B14F-4D97-AF65-F5344CB8AC3E}">
        <p14:creationId xmlns:p14="http://schemas.microsoft.com/office/powerpoint/2010/main" val="3008366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lnSpc>
                <a:spcPct val="114000"/>
              </a:lnSpc>
              <a:spcAft>
                <a:spcPts val="618"/>
              </a:spcAft>
              <a:defRPr/>
            </a:pPr>
            <a:r>
              <a:rPr lang="en-US" b="1">
                <a:solidFill>
                  <a:prstClr val="black"/>
                </a:solidFill>
                <a:latin typeface="Arial"/>
                <a:cs typeface="Arial"/>
              </a:rPr>
              <a:t>** Breakout Room slide **</a:t>
            </a:r>
            <a:endParaRPr lang="en-US">
              <a:latin typeface="Arial"/>
              <a:cs typeface="Arial"/>
            </a:endParaRPr>
          </a:p>
          <a:p>
            <a:endParaRPr lang="en-US"/>
          </a:p>
        </p:txBody>
      </p:sp>
      <p:sp>
        <p:nvSpPr>
          <p:cNvPr id="4" name="Slide Number Placeholder 3"/>
          <p:cNvSpPr>
            <a:spLocks noGrp="1"/>
          </p:cNvSpPr>
          <p:nvPr>
            <p:ph type="sldNum" sz="quarter" idx="5"/>
          </p:nvPr>
        </p:nvSpPr>
        <p:spPr/>
        <p:txBody>
          <a:bodyPr/>
          <a:lstStyle/>
          <a:p>
            <a:pPr marL="0" marR="0" lvl="0" indent="0" algn="r" defTabSz="942289"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rPr>
              <a:pPr marL="0" marR="0" lvl="0" indent="0" algn="r" defTabSz="942289"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13653501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2289">
              <a:lnSpc>
                <a:spcPct val="114000"/>
              </a:lnSpc>
              <a:spcAft>
                <a:spcPts val="618"/>
              </a:spcAft>
              <a:defRPr/>
            </a:pPr>
            <a:r>
              <a:rPr lang="en-US" b="1">
                <a:solidFill>
                  <a:prstClr val="black"/>
                </a:solidFill>
                <a:latin typeface="Arial" panose="020B0604020202020204" pitchFamily="34" charset="0"/>
                <a:cs typeface="Arial" panose="020B0604020202020204" pitchFamily="34" charset="0"/>
              </a:rPr>
              <a:t>** Breakout Room slide **</a:t>
            </a:r>
          </a:p>
          <a:p>
            <a:pPr eaLnBrk="0" fontAlgn="base" hangingPunct="0">
              <a:lnSpc>
                <a:spcPct val="100000"/>
              </a:lnSpc>
              <a:spcBef>
                <a:spcPct val="30000"/>
              </a:spcBef>
              <a:spcAft>
                <a:spcPct val="0"/>
              </a:spcAft>
              <a:defRPr/>
            </a:pPr>
            <a:endParaRPr lang="en-US" b="0">
              <a:latin typeface="Arial"/>
              <a:cs typeface="Arial"/>
            </a:endParaRPr>
          </a:p>
        </p:txBody>
      </p:sp>
      <p:sp>
        <p:nvSpPr>
          <p:cNvPr id="4" name="Slide Number Placeholder 3"/>
          <p:cNvSpPr>
            <a:spLocks noGrp="1"/>
          </p:cNvSpPr>
          <p:nvPr>
            <p:ph type="sldNum" sz="quarter" idx="5"/>
          </p:nvPr>
        </p:nvSpPr>
        <p:spPr/>
        <p:txBody>
          <a:bodyPr/>
          <a:lstStyle/>
          <a:p>
            <a:pPr marL="0" marR="0" lvl="0" indent="0" algn="r" defTabSz="942289"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rPr>
              <a:pPr marL="0" marR="0" lvl="0" indent="0" algn="r" defTabSz="942289"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Graphik" panose="020B0503030202060203" pitchFamily="34" charset="0"/>
              <a:ea typeface="+mn-ea"/>
              <a:cs typeface="+mn-cs"/>
            </a:endParaRPr>
          </a:p>
        </p:txBody>
      </p:sp>
    </p:spTree>
    <p:extLst>
      <p:ext uri="{BB962C8B-B14F-4D97-AF65-F5344CB8AC3E}">
        <p14:creationId xmlns:p14="http://schemas.microsoft.com/office/powerpoint/2010/main" val="20763090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2.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hyperlink" Target="mailto:Amy.Ritz@Accenture.com" TargetMode="Externa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2.jpeg"/><Relationship Id="rId1" Type="http://schemas.openxmlformats.org/officeDocument/2006/relationships/slideMaster" Target="../slideMasters/slideMaster3.xml"/><Relationship Id="rId4" Type="http://schemas.openxmlformats.org/officeDocument/2006/relationships/image" Target="../media/image4.sv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3.jpe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1.jpeg"/><Relationship Id="rId1" Type="http://schemas.openxmlformats.org/officeDocument/2006/relationships/slideMaster" Target="../slideMasters/slideMaster4.xml"/><Relationship Id="rId4" Type="http://schemas.openxmlformats.org/officeDocument/2006/relationships/image" Target="../media/image12.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5.png"/><Relationship Id="rId1" Type="http://schemas.openxmlformats.org/officeDocument/2006/relationships/slideMaster" Target="../slideMasters/slideMaster4.xml"/><Relationship Id="rId4"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hyperlink" Target="mailto:Amy.Ritz@Accenture.com" TargetMode="External"/><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Master" Target="../slideMasters/slideMaster4.xml"/><Relationship Id="rId4" Type="http://schemas.openxmlformats.org/officeDocument/2006/relationships/image" Target="../media/image30.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D6A2E9-41A4-46BC-8FC3-1DCF892AD0D1}"/>
              </a:ext>
            </a:extLst>
          </p:cNvPr>
          <p:cNvPicPr>
            <a:picLocks noChangeAspect="1"/>
          </p:cNvPicPr>
          <p:nvPr userDrawn="1"/>
        </p:nvPicPr>
        <p:blipFill rotWithShape="1">
          <a:blip r:embed="rId2"/>
          <a:srcRect l="9693" t="55486" r="48054"/>
          <a:stretch/>
        </p:blipFill>
        <p:spPr>
          <a:xfrm rot="5400000">
            <a:off x="2662238" y="-2668333"/>
            <a:ext cx="6861429" cy="12198096"/>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210838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a:srcRect l="9693" t="55486" r="48054"/>
          <a:stretch/>
        </p:blipFill>
        <p:spPr>
          <a:xfrm rot="5400000">
            <a:off x="2662238" y="-2668333"/>
            <a:ext cx="6861429" cy="12198096"/>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43651242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Blank with foot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974F8-DAF4-AD4F-9BB9-010CDF90DEEF}"/>
              </a:ext>
            </a:extLst>
          </p:cNvPr>
          <p:cNvPicPr>
            <a:picLocks noChangeAspect="1"/>
          </p:cNvPicPr>
          <p:nvPr userDrawn="1"/>
        </p:nvPicPr>
        <p:blipFill rotWithShape="1">
          <a:blip r:embed="rId2"/>
          <a:srcRect l="9693" t="55486" r="48054" b="22268"/>
          <a:stretch/>
        </p:blipFill>
        <p:spPr>
          <a:xfrm rot="5400000">
            <a:off x="5713286" y="382714"/>
            <a:ext cx="6861429" cy="6096001"/>
          </a:xfrm>
          <a:prstGeom prst="rect">
            <a:avLst/>
          </a:prstGeom>
        </p:spPr>
      </p:pic>
      <p:sp>
        <p:nvSpPr>
          <p:cNvPr id="7" name="TextBox 6">
            <a:extLst>
              <a:ext uri="{FF2B5EF4-FFF2-40B4-BE49-F238E27FC236}">
                <a16:creationId xmlns:a16="http://schemas.microsoft.com/office/drawing/2014/main" id="{A69E046A-D630-48D4-9245-EEA4268166DB}"/>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
        <p:nvSpPr>
          <p:cNvPr id="9" name="TextBox 8">
            <a:extLst>
              <a:ext uri="{FF2B5EF4-FFF2-40B4-BE49-F238E27FC236}">
                <a16:creationId xmlns:a16="http://schemas.microsoft.com/office/drawing/2014/main" id="{68BC3494-BB70-48BF-9259-3E7171B014BE}"/>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1200" cap="none" spc="0" normalizeH="0" baseline="0" noProof="0" smtClean="0">
                <a:ln>
                  <a:noFill/>
                </a:ln>
                <a:solidFill>
                  <a:srgbClr val="FFFFFF">
                    <a:alpha val="75000"/>
                  </a:srgbClr>
                </a:solidFill>
                <a:effectLst/>
                <a:uLnTx/>
                <a:uFillTx/>
                <a:latin typeface="Graphik"/>
                <a:ea typeface="+mn-ea"/>
                <a:cs typeface="+mn-cs"/>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1200" cap="none" spc="0" normalizeH="0" baseline="0" noProof="0">
              <a:ln>
                <a:noFill/>
              </a:ln>
              <a:solidFill>
                <a:srgbClr val="FFFFFF">
                  <a:alpha val="75000"/>
                </a:srgbClr>
              </a:solidFill>
              <a:effectLst/>
              <a:uLnTx/>
              <a:uFillTx/>
              <a:latin typeface="Graphik"/>
              <a:ea typeface="+mn-ea"/>
              <a:cs typeface="+mn-cs"/>
            </a:endParaRPr>
          </a:p>
        </p:txBody>
      </p:sp>
      <p:sp>
        <p:nvSpPr>
          <p:cNvPr id="10" name="Title 1">
            <a:extLst>
              <a:ext uri="{FF2B5EF4-FFF2-40B4-BE49-F238E27FC236}">
                <a16:creationId xmlns:a16="http://schemas.microsoft.com/office/drawing/2014/main" id="{B8450CB6-F1BB-4713-A084-DDE2F46F3D6C}"/>
              </a:ext>
            </a:extLst>
          </p:cNvPr>
          <p:cNvSpPr>
            <a:spLocks noGrp="1"/>
          </p:cNvSpPr>
          <p:nvPr>
            <p:ph type="title" hasCustomPrompt="1"/>
          </p:nvPr>
        </p:nvSpPr>
        <p:spPr>
          <a:xfrm>
            <a:off x="381000" y="381000"/>
            <a:ext cx="5173494" cy="990600"/>
          </a:xfrm>
        </p:spPr>
        <p:txBody>
          <a:bodyPr/>
          <a:lstStyle>
            <a:lvl1pPr>
              <a:defRPr sz="3600"/>
            </a:lvl1pPr>
          </a:lstStyle>
          <a:p>
            <a:r>
              <a:rPr lang="en-GB"/>
              <a:t>Place headline here (36pt, min 30pt)</a:t>
            </a:r>
            <a:endParaRPr lang="en-US"/>
          </a:p>
        </p:txBody>
      </p:sp>
      <p:sp>
        <p:nvSpPr>
          <p:cNvPr id="11" name="Content Placeholder 7">
            <a:extLst>
              <a:ext uri="{FF2B5EF4-FFF2-40B4-BE49-F238E27FC236}">
                <a16:creationId xmlns:a16="http://schemas.microsoft.com/office/drawing/2014/main" id="{D9E8A9DE-39FE-4D0C-9620-DA7743C21BB6}"/>
              </a:ext>
            </a:extLst>
          </p:cNvPr>
          <p:cNvSpPr>
            <a:spLocks noGrp="1"/>
          </p:cNvSpPr>
          <p:nvPr>
            <p:ph sz="quarter" idx="10" hasCustomPrompt="1"/>
          </p:nvPr>
        </p:nvSpPr>
        <p:spPr>
          <a:xfrm>
            <a:off x="381001" y="1371601"/>
            <a:ext cx="5173493"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7FFF99F2-9BD0-4DCA-A33C-3947ED64FCBA}"/>
              </a:ext>
            </a:extLst>
          </p:cNvPr>
          <p:cNvSpPr>
            <a:spLocks noGrp="1"/>
          </p:cNvSpPr>
          <p:nvPr>
            <p:ph sz="quarter" idx="11" hasCustomPrompt="1"/>
          </p:nvPr>
        </p:nvSpPr>
        <p:spPr>
          <a:xfrm>
            <a:off x="6535367" y="1371601"/>
            <a:ext cx="5173493" cy="4940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497488"/>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3662308587"/>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3794917774"/>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CB0C7B-A003-45FD-B803-DE00E0374D7B}"/>
              </a:ext>
            </a:extLst>
          </p:cNvPr>
          <p:cNvPicPr>
            <a:picLocks noChangeAspect="1"/>
          </p:cNvPicPr>
          <p:nvPr userDrawn="1"/>
        </p:nvPicPr>
        <p:blipFill rotWithShape="1">
          <a:blip r:embed="rId2"/>
          <a:srcRect l="5598" t="59546" r="19412" b="15065"/>
          <a:stretch/>
        </p:blipFill>
        <p:spPr>
          <a:xfrm>
            <a:off x="0" y="0"/>
            <a:ext cx="12192000" cy="696468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1" name="Text Placeholder 15">
            <a:extLst>
              <a:ext uri="{FF2B5EF4-FFF2-40B4-BE49-F238E27FC236}">
                <a16:creationId xmlns:a16="http://schemas.microsoft.com/office/drawing/2014/main" id="{C1BA4F43-9A33-40BF-9D42-10A895373950}"/>
              </a:ext>
            </a:extLst>
          </p:cNvPr>
          <p:cNvSpPr>
            <a:spLocks noGrp="1"/>
          </p:cNvSpPr>
          <p:nvPr>
            <p:ph type="body" sz="quarter" idx="14" hasCustomPrompt="1"/>
          </p:nvPr>
        </p:nvSpPr>
        <p:spPr>
          <a:xfrm>
            <a:off x="1142999" y="4610100"/>
            <a:ext cx="4952999" cy="1474214"/>
          </a:xfrm>
        </p:spPr>
        <p:txBody>
          <a:bodyPr vert="horz" lIns="0" tIns="0" rIns="0" bIns="0" rtlCol="0">
            <a:noAutofit/>
          </a:bodyPr>
          <a:lstStyle>
            <a:lvl1pPr marL="12700" indent="-12700" algn="l">
              <a:lnSpc>
                <a:spcPct val="90000"/>
              </a:lnSpc>
              <a:spcAft>
                <a:spcPts val="0"/>
              </a:spcAft>
              <a:buNone/>
              <a:tabLst/>
              <a:defRPr lang="en-US" sz="2400" b="0" kern="1200" dirty="0">
                <a:solidFill>
                  <a:schemeClr val="tx1"/>
                </a:solidFill>
                <a:latin typeface="GT Sectra Fine" pitchFamily="2" charset="77"/>
                <a:ea typeface="+mn-ea"/>
                <a:cs typeface="+mn-cs"/>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0" lvl="0" indent="0" algn="l" defTabSz="228600" rtl="0" eaLnBrk="1" latinLnBrk="0" hangingPunct="1">
              <a:lnSpc>
                <a:spcPct val="90000"/>
              </a:lnSpc>
              <a:spcBef>
                <a:spcPts val="0"/>
              </a:spcBef>
              <a:spcAft>
                <a:spcPts val="0"/>
              </a:spcAft>
              <a:buFont typeface="Arial" panose="020B0604020202020204" pitchFamily="34" charset="0"/>
              <a:buNone/>
            </a:pPr>
            <a:r>
              <a:rPr lang="en-GB"/>
              <a:t>Place subtitle here in GT </a:t>
            </a:r>
            <a:r>
              <a:rPr lang="en-GB" err="1"/>
              <a:t>Sectra</a:t>
            </a:r>
            <a:r>
              <a:rPr lang="en-GB"/>
              <a:t> Fine 24pt</a:t>
            </a:r>
            <a:endParaRPr lang="en-US"/>
          </a:p>
        </p:txBody>
      </p:sp>
      <p:sp>
        <p:nvSpPr>
          <p:cNvPr id="10" name="Graphic 4">
            <a:extLst>
              <a:ext uri="{FF2B5EF4-FFF2-40B4-BE49-F238E27FC236}">
                <a16:creationId xmlns:a16="http://schemas.microsoft.com/office/drawing/2014/main" id="{73A407DD-E271-49A5-89F4-1A547AF02A41}"/>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1726626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0" name="TextBox 9">
            <a:extLst>
              <a:ext uri="{FF2B5EF4-FFF2-40B4-BE49-F238E27FC236}">
                <a16:creationId xmlns:a16="http://schemas.microsoft.com/office/drawing/2014/main" id="{894CD584-E15D-4AB2-9295-C17F068D560B}"/>
              </a:ext>
              <a:ext uri="{C183D7F6-B498-43B3-948B-1728B52AA6E4}">
                <adec:decorative xmlns:adec="http://schemas.microsoft.com/office/drawing/2017/decorative" val="1"/>
              </a:ext>
            </a:extLst>
          </p:cNvPr>
          <p:cNvSpPr txBox="1"/>
          <p:nvPr userDrawn="1"/>
        </p:nvSpPr>
        <p:spPr>
          <a:xfrm>
            <a:off x="5449824" y="18288"/>
            <a:ext cx="1450086" cy="261610"/>
          </a:xfrm>
          <a:prstGeom prst="rect">
            <a:avLst/>
          </a:prstGeom>
          <a:noFill/>
        </p:spPr>
        <p:txBody>
          <a:bodyPr wrap="square">
            <a:spAutoFit/>
          </a:bodyPr>
          <a:lstStyle/>
          <a:p>
            <a:pPr algn="l" defTabSz="228600">
              <a:spcAft>
                <a:spcPts val="1200"/>
              </a:spcAft>
            </a:pPr>
            <a:r>
              <a:rPr lang="en-US" sz="1100" noProof="0" dirty="0">
                <a:effectLst>
                  <a:outerShdw blurRad="63500" sx="102000" sy="102000" algn="ctr" rotWithShape="0">
                    <a:prstClr val="black">
                      <a:alpha val="40000"/>
                    </a:prstClr>
                  </a:outerShdw>
                </a:effectLst>
                <a:latin typeface="GT Sectra Fine"/>
              </a:rPr>
              <a:t>***Confidential***</a:t>
            </a:r>
          </a:p>
        </p:txBody>
      </p:sp>
    </p:spTree>
    <p:extLst>
      <p:ext uri="{BB962C8B-B14F-4D97-AF65-F5344CB8AC3E}">
        <p14:creationId xmlns:p14="http://schemas.microsoft.com/office/powerpoint/2010/main" val="394111625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a:srcRect l="9693" t="55486" r="48054"/>
          <a:stretch/>
        </p:blipFill>
        <p:spPr>
          <a:xfrm rot="5400000">
            <a:off x="2662238" y="-2668333"/>
            <a:ext cx="6861429" cy="12198096"/>
          </a:xfrm>
          <a:prstGeom prst="rect">
            <a:avLst/>
          </a:prstGeom>
        </p:spPr>
      </p:pic>
      <p:sp>
        <p:nvSpPr>
          <p:cNvPr id="14" name="Content Placeholder 7">
            <a:extLst>
              <a:ext uri="{FF2B5EF4-FFF2-40B4-BE49-F238E27FC236}">
                <a16:creationId xmlns:a16="http://schemas.microsoft.com/office/drawing/2014/main" id="{A3AA3802-A736-4FD6-BF98-593CC63BC618}"/>
              </a:ext>
            </a:extLst>
          </p:cNvPr>
          <p:cNvSpPr>
            <a:spLocks noGrp="1"/>
          </p:cNvSpPr>
          <p:nvPr>
            <p:ph sz="quarter" idx="10" hasCustomPrompt="1"/>
          </p:nvPr>
        </p:nvSpPr>
        <p:spPr>
          <a:xfrm>
            <a:off x="380531" y="381000"/>
            <a:ext cx="11430001" cy="5703888"/>
          </a:xfrm>
        </p:spPr>
        <p:txBody>
          <a:bodyPr anchor="ctr"/>
          <a:lstStyle>
            <a:lvl1pPr algn="ctr">
              <a:defRPr/>
            </a:lvl1pPr>
          </a:lstStyle>
          <a:p>
            <a:pPr lvl="0"/>
            <a:r>
              <a:rPr lang="en-US"/>
              <a:t>Insert photo</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5212080"/>
            <a:ext cx="11430000" cy="990600"/>
          </a:xfrm>
        </p:spPr>
        <p:txBody>
          <a:bodyPr/>
          <a:lstStyle>
            <a:lvl1pPr algn="ctr">
              <a:defRPr sz="4400"/>
            </a:lvl1pPr>
          </a:lstStyle>
          <a:p>
            <a:r>
              <a:rPr lang="en-GB"/>
              <a:t>Place headline here (36pt, min 30pt)</a:t>
            </a:r>
            <a:endParaRPr lang="en-US"/>
          </a:p>
        </p:txBody>
      </p:sp>
    </p:spTree>
    <p:extLst>
      <p:ext uri="{BB962C8B-B14F-4D97-AF65-F5344CB8AC3E}">
        <p14:creationId xmlns:p14="http://schemas.microsoft.com/office/powerpoint/2010/main" val="13236300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lank with footers">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172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9" name="Rectangle 8">
            <a:extLst>
              <a:ext uri="{FF2B5EF4-FFF2-40B4-BE49-F238E27FC236}">
                <a16:creationId xmlns:a16="http://schemas.microsoft.com/office/drawing/2014/main" id="{52319E93-3A18-4E41-98EF-08841E4FE9B3}"/>
              </a:ext>
            </a:extLst>
          </p:cNvPr>
          <p:cNvSpPr/>
          <p:nvPr userDrawn="1"/>
        </p:nvSpPr>
        <p:spPr>
          <a:xfrm>
            <a:off x="219074" y="257175"/>
            <a:ext cx="11782425" cy="60521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7" name="TextBox 6">
            <a:extLst>
              <a:ext uri="{FF2B5EF4-FFF2-40B4-BE49-F238E27FC236}">
                <a16:creationId xmlns:a16="http://schemas.microsoft.com/office/drawing/2014/main" id="{BFFAB7E7-07FE-4C57-986E-B3CE0CAD2961}"/>
              </a:ext>
              <a:ext uri="{C183D7F6-B498-43B3-948B-1728B52AA6E4}">
                <adec:decorative xmlns:adec="http://schemas.microsoft.com/office/drawing/2017/decorative" val="1"/>
              </a:ext>
            </a:extLst>
          </p:cNvPr>
          <p:cNvSpPr txBox="1"/>
          <p:nvPr userDrawn="1"/>
        </p:nvSpPr>
        <p:spPr>
          <a:xfrm>
            <a:off x="5449824" y="18288"/>
            <a:ext cx="1450086" cy="261610"/>
          </a:xfrm>
          <a:prstGeom prst="rect">
            <a:avLst/>
          </a:prstGeom>
          <a:noFill/>
        </p:spPr>
        <p:txBody>
          <a:bodyPr wrap="square">
            <a:spAutoFit/>
          </a:bodyPr>
          <a:lstStyle/>
          <a:p>
            <a:pPr algn="l" defTabSz="228600">
              <a:spcAft>
                <a:spcPts val="1200"/>
              </a:spcAft>
            </a:pPr>
            <a:r>
              <a:rPr lang="en-US" sz="1100" noProof="0" dirty="0">
                <a:effectLst>
                  <a:outerShdw blurRad="63500" sx="102000" sy="102000" algn="ctr" rotWithShape="0">
                    <a:prstClr val="black">
                      <a:alpha val="40000"/>
                    </a:prstClr>
                  </a:outerShdw>
                </a:effectLst>
                <a:latin typeface="GT Sectra Fine"/>
              </a:rPr>
              <a:t>***Confidential***</a:t>
            </a:r>
          </a:p>
        </p:txBody>
      </p:sp>
    </p:spTree>
    <p:extLst>
      <p:ext uri="{BB962C8B-B14F-4D97-AF65-F5344CB8AC3E}">
        <p14:creationId xmlns:p14="http://schemas.microsoft.com/office/powerpoint/2010/main" val="13748866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9" name="Rectangle 8">
            <a:extLst>
              <a:ext uri="{FF2B5EF4-FFF2-40B4-BE49-F238E27FC236}">
                <a16:creationId xmlns:a16="http://schemas.microsoft.com/office/drawing/2014/main" id="{52319E93-3A18-4E41-98EF-08841E4FE9B3}"/>
              </a:ext>
            </a:extLst>
          </p:cNvPr>
          <p:cNvSpPr/>
          <p:nvPr userDrawn="1"/>
        </p:nvSpPr>
        <p:spPr>
          <a:xfrm>
            <a:off x="219074" y="257175"/>
            <a:ext cx="11782425" cy="60521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Tree>
    <p:extLst>
      <p:ext uri="{BB962C8B-B14F-4D97-AF65-F5344CB8AC3E}">
        <p14:creationId xmlns:p14="http://schemas.microsoft.com/office/powerpoint/2010/main" val="284363147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00" cy="6309361"/>
          </a:xfrm>
          <a:solidFill>
            <a:srgbClr val="7500C0"/>
          </a:solidFill>
        </p:spPr>
        <p:txBody>
          <a:bodyPr anchor="ctr"/>
          <a:lstStyle>
            <a:lvl1pPr marL="0" indent="0" algn="ctr">
              <a:buNone/>
              <a:defRPr sz="1400" b="0">
                <a:solidFill>
                  <a:schemeClr val="tx1"/>
                </a:solidFill>
              </a:defRPr>
            </a:lvl1pPr>
          </a:lstStyle>
          <a:p>
            <a:r>
              <a:rPr lang="en-GB"/>
              <a:t>Add image here</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3" name="Rectangle 2">
            <a:extLst>
              <a:ext uri="{FF2B5EF4-FFF2-40B4-BE49-F238E27FC236}">
                <a16:creationId xmlns:a16="http://schemas.microsoft.com/office/drawing/2014/main" id="{4DA9FAD6-E8AD-42AB-B832-4A6AE7A17899}"/>
              </a:ext>
            </a:extLst>
          </p:cNvPr>
          <p:cNvSpPr/>
          <p:nvPr userDrawn="1"/>
        </p:nvSpPr>
        <p:spPr>
          <a:xfrm>
            <a:off x="6096000" y="0"/>
            <a:ext cx="6096000" cy="630936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Tree>
    <p:extLst>
      <p:ext uri="{BB962C8B-B14F-4D97-AF65-F5344CB8AC3E}">
        <p14:creationId xmlns:p14="http://schemas.microsoft.com/office/powerpoint/2010/main" val="27314796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28250422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480316928"/>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Blank with footers">
    <p:spTree>
      <p:nvGrpSpPr>
        <p:cNvPr id="1" name=""/>
        <p:cNvGrpSpPr/>
        <p:nvPr/>
      </p:nvGrpSpPr>
      <p:grpSpPr>
        <a:xfrm>
          <a:off x="0" y="0"/>
          <a:ext cx="0" cy="0"/>
          <a:chOff x="0" y="0"/>
          <a:chExt cx="0" cy="0"/>
        </a:xfrm>
      </p:grpSpPr>
      <p:sp>
        <p:nvSpPr>
          <p:cNvPr id="12" name="Footer Placeholder 5">
            <a:extLst>
              <a:ext uri="{FF2B5EF4-FFF2-40B4-BE49-F238E27FC236}">
                <a16:creationId xmlns:a16="http://schemas.microsoft.com/office/drawing/2014/main" id="{2CC7CBB9-B424-BE46-8FBE-86CD0EE5C99F}"/>
              </a:ext>
            </a:extLst>
          </p:cNvPr>
          <p:cNvSpPr>
            <a:spLocks noGrp="1"/>
          </p:cNvSpPr>
          <p:nvPr>
            <p:ph type="ftr" sz="quarter" idx="11"/>
          </p:nvPr>
        </p:nvSpPr>
        <p:spPr>
          <a:xfrm>
            <a:off x="8274150" y="6335825"/>
            <a:ext cx="3079650" cy="206375"/>
          </a:xfrm>
        </p:spPr>
        <p:txBody>
          <a:bodyPr/>
          <a:lstStyle>
            <a:lvl1pPr algn="r">
              <a:defRPr sz="800" spc="0"/>
            </a:lvl1pPr>
          </a:lstStyle>
          <a:p>
            <a:r>
              <a:rPr lang="en-US" dirty="0"/>
              <a:t>Copyright © 2022 Accenture. All rights reserved.</a:t>
            </a:r>
          </a:p>
        </p:txBody>
      </p:sp>
      <p:sp>
        <p:nvSpPr>
          <p:cNvPr id="13" name="Slide Number Placeholder 6">
            <a:extLst>
              <a:ext uri="{FF2B5EF4-FFF2-40B4-BE49-F238E27FC236}">
                <a16:creationId xmlns:a16="http://schemas.microsoft.com/office/drawing/2014/main" id="{71E4925D-4D01-F141-B1D3-E2B373C42A4A}"/>
              </a:ext>
            </a:extLst>
          </p:cNvPr>
          <p:cNvSpPr>
            <a:spLocks noGrp="1"/>
          </p:cNvSpPr>
          <p:nvPr>
            <p:ph type="sldNum" sz="quarter" idx="12"/>
          </p:nvPr>
        </p:nvSpPr>
        <p:spPr>
          <a:xfrm>
            <a:off x="11506181" y="6335825"/>
            <a:ext cx="304799" cy="206375"/>
          </a:xfrm>
        </p:spPr>
        <p:txBody>
          <a:bodyPr/>
          <a:lstStyle>
            <a:lvl1pPr>
              <a:defRPr sz="800"/>
            </a:lvl1pPr>
          </a:lstStyle>
          <a:p>
            <a:fld id="{4F9AC08D-23A9-440E-BCB9-AA1E9877CC38}" type="slidenum">
              <a:rPr lang="en-US" smtClean="0"/>
              <a:pPr/>
              <a:t>‹#›</a:t>
            </a:fld>
            <a:endParaRPr lang="en-US"/>
          </a:p>
        </p:txBody>
      </p:sp>
      <p:sp>
        <p:nvSpPr>
          <p:cNvPr id="4" name="Graphic 4">
            <a:extLst>
              <a:ext uri="{FF2B5EF4-FFF2-40B4-BE49-F238E27FC236}">
                <a16:creationId xmlns:a16="http://schemas.microsoft.com/office/drawing/2014/main" id="{3E3C9304-2487-4123-8AE2-B10C2C4DC76D}"/>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2"/>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297377292"/>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5" name="TextBox 4">
            <a:extLst>
              <a:ext uri="{FF2B5EF4-FFF2-40B4-BE49-F238E27FC236}">
                <a16:creationId xmlns:a16="http://schemas.microsoft.com/office/drawing/2014/main" id="{12AD792B-D985-4565-BF66-AFAC5F106A1F}"/>
              </a:ext>
              <a:ext uri="{C183D7F6-B498-43B3-948B-1728B52AA6E4}">
                <adec:decorative xmlns:adec="http://schemas.microsoft.com/office/drawing/2017/decorative" val="1"/>
              </a:ext>
            </a:extLst>
          </p:cNvPr>
          <p:cNvSpPr txBox="1"/>
          <p:nvPr userDrawn="1"/>
        </p:nvSpPr>
        <p:spPr>
          <a:xfrm>
            <a:off x="5449824" y="18288"/>
            <a:ext cx="1450086" cy="261610"/>
          </a:xfrm>
          <a:prstGeom prst="rect">
            <a:avLst/>
          </a:prstGeom>
          <a:noFill/>
        </p:spPr>
        <p:txBody>
          <a:bodyPr wrap="square">
            <a:spAutoFit/>
          </a:bodyPr>
          <a:lstStyle/>
          <a:p>
            <a:pPr algn="l" defTabSz="228600">
              <a:spcAft>
                <a:spcPts val="1200"/>
              </a:spcAft>
            </a:pPr>
            <a:r>
              <a:rPr lang="en-US" sz="1100" noProof="0" dirty="0">
                <a:effectLst>
                  <a:outerShdw blurRad="63500" sx="102000" sy="102000" algn="ctr" rotWithShape="0">
                    <a:prstClr val="black">
                      <a:alpha val="40000"/>
                    </a:prstClr>
                  </a:outerShdw>
                </a:effectLst>
                <a:latin typeface="GT Sectra Fine"/>
              </a:rPr>
              <a:t>***Confidential***</a:t>
            </a:r>
          </a:p>
        </p:txBody>
      </p:sp>
    </p:spTree>
    <p:extLst>
      <p:ext uri="{BB962C8B-B14F-4D97-AF65-F5344CB8AC3E}">
        <p14:creationId xmlns:p14="http://schemas.microsoft.com/office/powerpoint/2010/main" val="26791857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8544484"/>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Tree>
    <p:extLst>
      <p:ext uri="{BB962C8B-B14F-4D97-AF65-F5344CB8AC3E}">
        <p14:creationId xmlns:p14="http://schemas.microsoft.com/office/powerpoint/2010/main" val="2474964565"/>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724778654"/>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Tree>
    <p:extLst>
      <p:ext uri="{BB962C8B-B14F-4D97-AF65-F5344CB8AC3E}">
        <p14:creationId xmlns:p14="http://schemas.microsoft.com/office/powerpoint/2010/main" val="3516582056"/>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0"/>
            <a:ext cx="12192000" cy="3428999"/>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0" name="TextBox 9">
            <a:extLst>
              <a:ext uri="{FF2B5EF4-FFF2-40B4-BE49-F238E27FC236}">
                <a16:creationId xmlns:a16="http://schemas.microsoft.com/office/drawing/2014/main" id="{479C00F1-6473-4289-836D-9ED06CFCEB71}"/>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2022 Accenture. All rights reserved.</a:t>
            </a:r>
            <a:endParaRPr lang="en-US" noProof="0" dirty="0">
              <a:solidFill>
                <a:schemeClr val="tx1"/>
              </a:solidFill>
            </a:endParaRPr>
          </a:p>
        </p:txBody>
      </p:sp>
      <p:sp>
        <p:nvSpPr>
          <p:cNvPr id="9" name="Slide Number Placeholder 6">
            <a:extLst>
              <a:ext uri="{FF2B5EF4-FFF2-40B4-BE49-F238E27FC236}">
                <a16:creationId xmlns:a16="http://schemas.microsoft.com/office/drawing/2014/main" id="{7D61522E-37DD-4858-9480-79957DF33C6B}"/>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6F9647E4-5E64-4851-AB32-E5E497C04198}" type="slidenum">
              <a:rPr lang="en-US" smtClean="0"/>
              <a:pPr algn="r" defTabSz="228600">
                <a:spcAft>
                  <a:spcPts val="1200"/>
                </a:spcAft>
              </a:pPr>
              <a:t>‹#›</a:t>
            </a:fld>
            <a:endParaRPr lang="en-US"/>
          </a:p>
        </p:txBody>
      </p:sp>
    </p:spTree>
    <p:extLst>
      <p:ext uri="{BB962C8B-B14F-4D97-AF65-F5344CB8AC3E}">
        <p14:creationId xmlns:p14="http://schemas.microsoft.com/office/powerpoint/2010/main" val="630521955"/>
      </p:ext>
    </p:extLst>
  </p:cSld>
  <p:clrMapOvr>
    <a:overrideClrMapping bg1="dk1" tx1="lt1" bg2="dk2" tx2="lt2" accent1="accent1" accent2="accent2" accent3="accent3" accent4="accent4" accent5="accent5" accent6="accent6" hlink="hlink" folHlink="folHlink"/>
  </p:clrMapOvr>
  <p:hf hdr="0" ftr="0" dt="0"/>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1011115" y="4146830"/>
            <a:ext cx="5334000" cy="1107997"/>
          </a:xfrm>
        </p:spPr>
        <p:txBody>
          <a:bodyPr anchor="b"/>
          <a:lstStyle>
            <a:lvl1pPr>
              <a:defRPr sz="3600"/>
            </a:lvl1pPr>
          </a:lstStyle>
          <a:p>
            <a:r>
              <a:rPr lang="en-GB"/>
              <a:t>Place headline here (36pt, min 30pt)</a:t>
            </a:r>
            <a:endParaRPr lang="en-US"/>
          </a:p>
        </p:txBody>
      </p:sp>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6858000" y="1468304"/>
            <a:ext cx="4783015" cy="2667000"/>
          </a:xfrm>
        </p:spPr>
        <p:txBody>
          <a:bodyPr/>
          <a:lstStyle>
            <a:lvl1pPr marL="0" indent="0">
              <a:buNone/>
              <a:defRPr sz="2400">
                <a:solidFill>
                  <a:schemeClr val="tx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Sectra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6" name="TextBox 5">
            <a:extLst>
              <a:ext uri="{FF2B5EF4-FFF2-40B4-BE49-F238E27FC236}">
                <a16:creationId xmlns:a16="http://schemas.microsoft.com/office/drawing/2014/main" id="{F6F76BCE-8678-4929-A312-356388E3C89F}"/>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2022 Accenture. All rights reserved.</a:t>
            </a:r>
            <a:endParaRPr lang="en-US" noProof="0" dirty="0">
              <a:solidFill>
                <a:schemeClr val="tx1"/>
              </a:solidFill>
            </a:endParaRPr>
          </a:p>
        </p:txBody>
      </p:sp>
      <p:sp>
        <p:nvSpPr>
          <p:cNvPr id="7" name="Slide Number Placeholder 6">
            <a:extLst>
              <a:ext uri="{FF2B5EF4-FFF2-40B4-BE49-F238E27FC236}">
                <a16:creationId xmlns:a16="http://schemas.microsoft.com/office/drawing/2014/main" id="{8B4C7564-098C-4116-9B98-29537BFE8DDA}"/>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5B684AF1-6F35-417A-A3CD-24096A805C45}" type="slidenum">
              <a:rPr lang="en-US" smtClean="0"/>
              <a:pPr algn="r" defTabSz="228600">
                <a:spcAft>
                  <a:spcPts val="1200"/>
                </a:spcAft>
              </a:pPr>
              <a:t>‹#›</a:t>
            </a:fld>
            <a:endParaRPr lang="en-US"/>
          </a:p>
        </p:txBody>
      </p:sp>
    </p:spTree>
    <p:extLst>
      <p:ext uri="{BB962C8B-B14F-4D97-AF65-F5344CB8AC3E}">
        <p14:creationId xmlns:p14="http://schemas.microsoft.com/office/powerpoint/2010/main" val="1165409713"/>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a:t>Add image</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a:t>
            </a:r>
          </a:p>
        </p:txBody>
      </p:sp>
    </p:spTree>
    <p:extLst>
      <p:ext uri="{BB962C8B-B14F-4D97-AF65-F5344CB8AC3E}">
        <p14:creationId xmlns:p14="http://schemas.microsoft.com/office/powerpoint/2010/main" val="358298247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Key Message Gradient Dar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705445667"/>
      </p:ext>
    </p:extLst>
  </p:cSld>
  <p:clrMapOvr>
    <a:overrideClrMapping bg1="dk1" tx1="lt1" bg2="dk2" tx2="lt2" accent1="accent1" accent2="accent2" accent3="accent3" accent4="accent4" accent5="accent5" accent6="accent6" hlink="hlink" folHlink="folHlink"/>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3031270228"/>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Backgroun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6501599"/>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dient Background with Title">
    <p:bg>
      <p:bgPr>
        <a:blipFill>
          <a:blip r:embed="rId2"/>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5CECBE8-C9DE-46DF-9582-7DB75BEDF4F9}"/>
              </a:ext>
            </a:extLst>
          </p:cNvPr>
          <p:cNvSpPr txBox="1"/>
          <p:nvPr/>
        </p:nvSpPr>
        <p:spPr>
          <a:xfrm>
            <a:off x="0" y="-344994"/>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solidFill>
                  <a:schemeClr val="bg1"/>
                </a:solidFill>
              </a:defRPr>
            </a:lvl1pPr>
          </a:lstStyle>
          <a:p>
            <a:r>
              <a:rPr lang="en-GB"/>
              <a:t>Place headline here (36pt, min 30pt)</a:t>
            </a:r>
            <a:endParaRPr lang="en-US"/>
          </a:p>
        </p:txBody>
      </p:sp>
    </p:spTree>
    <p:extLst>
      <p:ext uri="{BB962C8B-B14F-4D97-AF65-F5344CB8AC3E}">
        <p14:creationId xmlns:p14="http://schemas.microsoft.com/office/powerpoint/2010/main" val="1446491011"/>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userDrawn="1">
  <p:cSld name="Gradient Background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Content Placeholder 7">
            <a:extLst>
              <a:ext uri="{FF2B5EF4-FFF2-40B4-BE49-F238E27FC236}">
                <a16:creationId xmlns:a16="http://schemas.microsoft.com/office/drawing/2014/main" id="{A3AA3802-A736-4FD6-BF98-593CC63BC618}"/>
              </a:ext>
            </a:extLst>
          </p:cNvPr>
          <p:cNvSpPr>
            <a:spLocks noGrp="1"/>
          </p:cNvSpPr>
          <p:nvPr>
            <p:ph sz="quarter" idx="10" hasCustomPrompt="1"/>
          </p:nvPr>
        </p:nvSpPr>
        <p:spPr>
          <a:xfrm>
            <a:off x="380531" y="381000"/>
            <a:ext cx="11430001" cy="5703888"/>
          </a:xfrm>
        </p:spPr>
        <p:txBody>
          <a:bodyPr anchor="ctr"/>
          <a:lstStyle>
            <a:lvl1pPr algn="ctr">
              <a:defRPr/>
            </a:lvl1pPr>
          </a:lstStyle>
          <a:p>
            <a:pPr lvl="0"/>
            <a:r>
              <a:rPr lang="en-US"/>
              <a:t>Insert photo</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Solid fill &gt; Change to Dark Purple (Accent 3), Mid Purple (Accent 2) or Core Purple (Accent 1)</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5212080"/>
            <a:ext cx="11430000" cy="990600"/>
          </a:xfrm>
        </p:spPr>
        <p:txBody>
          <a:bodyPr/>
          <a:lstStyle>
            <a:lvl1pPr algn="ctr">
              <a:defRPr sz="4400"/>
            </a:lvl1pPr>
          </a:lstStyle>
          <a:p>
            <a:r>
              <a:rPr lang="en-GB"/>
              <a:t>Place headline here (36pt, min 30pt)</a:t>
            </a:r>
            <a:endParaRPr lang="en-US"/>
          </a:p>
        </p:txBody>
      </p:sp>
      <p:sp>
        <p:nvSpPr>
          <p:cNvPr id="6" name="Slide Number Placeholder 6">
            <a:extLst>
              <a:ext uri="{FF2B5EF4-FFF2-40B4-BE49-F238E27FC236}">
                <a16:creationId xmlns:a16="http://schemas.microsoft.com/office/drawing/2014/main" id="{A9865A8E-DB1B-4361-A824-AC13750D197C}"/>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D6DDCB55-8874-4CC3-A4FA-E4D58521F305}" type="slidenum">
              <a:rPr lang="en-US" smtClean="0"/>
              <a:pPr algn="r" defTabSz="228600">
                <a:spcAft>
                  <a:spcPts val="1200"/>
                </a:spcAft>
              </a:pPr>
              <a:t>‹#›</a:t>
            </a:fld>
            <a:endParaRPr lang="en-US"/>
          </a:p>
        </p:txBody>
      </p:sp>
      <p:sp>
        <p:nvSpPr>
          <p:cNvPr id="8" name="TextBox 7">
            <a:extLst>
              <a:ext uri="{FF2B5EF4-FFF2-40B4-BE49-F238E27FC236}">
                <a16:creationId xmlns:a16="http://schemas.microsoft.com/office/drawing/2014/main" id="{9A9931FF-9353-4A1D-A81F-8668A92AE45D}"/>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bg1"/>
                </a:solidFill>
              </a:rPr>
              <a:t>Copyright © 2022 Accenture. All rights reserved.</a:t>
            </a:r>
            <a:endParaRPr lang="en-US" noProof="0" dirty="0">
              <a:solidFill>
                <a:schemeClr val="bg1"/>
              </a:solidFill>
            </a:endParaRPr>
          </a:p>
        </p:txBody>
      </p:sp>
    </p:spTree>
    <p:extLst>
      <p:ext uri="{BB962C8B-B14F-4D97-AF65-F5344CB8AC3E}">
        <p14:creationId xmlns:p14="http://schemas.microsoft.com/office/powerpoint/2010/main" val="56623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n-US" noProof="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a:spcAft>
                <a:spcPts val="1200"/>
              </a:spcAft>
            </a:pPr>
            <a:r>
              <a:rPr lang="en-GB" sz="1600"/>
              <a:t>Our expansive asset library including fonts, photography, iconography and custom slides are available </a:t>
            </a:r>
            <a:r>
              <a:rPr lang="en-GB" sz="1600">
                <a:solidFill>
                  <a:schemeClr val="accent1"/>
                </a:solidFill>
              </a:rPr>
              <a:t>[here &lt;link&gt;]</a:t>
            </a:r>
            <a:r>
              <a:rPr lang="en-GB" sz="1600"/>
              <a:t>. Contact </a:t>
            </a:r>
            <a:r>
              <a:rPr kumimoji="0" lang="en-GB" sz="1600" b="0" i="0" u="none" strike="noStrike" kern="1200" cap="none" spc="0" normalizeH="0" baseline="0" noProof="0">
                <a:ln>
                  <a:noFill/>
                </a:ln>
                <a:solidFill>
                  <a:srgbClr val="A100FF"/>
                </a:solidFill>
                <a:effectLst/>
                <a:uLnTx/>
                <a:uFillTx/>
                <a:latin typeface="Graphik"/>
                <a:ea typeface="+mn-ea"/>
                <a:cs typeface="+mn-cs"/>
                <a:hlinkClick r:id="rId2"/>
              </a:rPr>
              <a:t>Amy.Ritz@Accenture.com</a:t>
            </a:r>
            <a:r>
              <a:rPr kumimoji="0" lang="en-GB" sz="1600" b="0" i="0" u="none" strike="noStrike" kern="1200" cap="none" spc="0" normalizeH="0" baseline="0" noProof="0">
                <a:ln>
                  <a:noFill/>
                </a:ln>
                <a:solidFill>
                  <a:srgbClr val="A100FF"/>
                </a:solidFill>
                <a:effectLst/>
                <a:uLnTx/>
                <a:uFillTx/>
                <a:latin typeface="Graphik"/>
                <a:ea typeface="+mn-ea"/>
                <a:cs typeface="+mn-cs"/>
              </a:rPr>
              <a:t> </a:t>
            </a:r>
            <a:r>
              <a:rPr lang="en-GB" sz="1600"/>
              <a:t>for further information. Access the icons below through </a:t>
            </a:r>
            <a:r>
              <a:rPr lang="en-GB" sz="1600" b="1">
                <a:solidFill>
                  <a:schemeClr val="accent1"/>
                </a:solidFill>
              </a:rPr>
              <a:t>View &gt; Slide Master</a:t>
            </a:r>
            <a:r>
              <a:rPr lang="en-GB" sz="160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112610150"/>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8476046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with footers">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214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1_Full Bleed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defRPr/>
            </a:pPr>
            <a:fld id="{6390E8BF-FD14-4D4C-B6D5-E53F69F2C9EA}" type="slidenum">
              <a:rPr lang="en-US" smtClean="0">
                <a:solidFill>
                  <a:srgbClr val="FFFFFF">
                    <a:alpha val="75000"/>
                  </a:srgbClr>
                </a:solidFill>
              </a:rPr>
              <a:pPr algn="r" defTabSz="228600">
                <a:spcAft>
                  <a:spcPts val="1200"/>
                </a:spcAft>
                <a:defRPr/>
              </a:pPr>
              <a:t>‹#›</a:t>
            </a:fld>
            <a:endParaRPr lang="en-US">
              <a:solidFill>
                <a:srgbClr val="FFFFFF">
                  <a:alpha val="75000"/>
                </a:srgbClr>
              </a:solidFill>
            </a:endParaRPr>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Tree>
    <p:extLst>
      <p:ext uri="{BB962C8B-B14F-4D97-AF65-F5344CB8AC3E}">
        <p14:creationId xmlns:p14="http://schemas.microsoft.com/office/powerpoint/2010/main" val="2688405111"/>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at's up video intro">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AB576-E4F5-4F4F-9447-0F6F17C5CD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0"/>
          <a:stretch/>
        </p:blipFill>
        <p:spPr>
          <a:xfrm>
            <a:off x="1185" y="1240119"/>
            <a:ext cx="12189630" cy="4377763"/>
          </a:xfrm>
          <a:prstGeom prst="rect">
            <a:avLst/>
          </a:prstGeom>
        </p:spPr>
      </p:pic>
      <p:grpSp>
        <p:nvGrpSpPr>
          <p:cNvPr id="5" name="Group 4">
            <a:extLst>
              <a:ext uri="{FF2B5EF4-FFF2-40B4-BE49-F238E27FC236}">
                <a16:creationId xmlns:a16="http://schemas.microsoft.com/office/drawing/2014/main" id="{16718341-51FD-475A-985F-1499F78958CF}"/>
              </a:ext>
            </a:extLst>
          </p:cNvPr>
          <p:cNvGrpSpPr/>
          <p:nvPr userDrawn="1"/>
        </p:nvGrpSpPr>
        <p:grpSpPr>
          <a:xfrm>
            <a:off x="5720861" y="721199"/>
            <a:ext cx="5826370" cy="5331756"/>
            <a:chOff x="869950" y="896437"/>
            <a:chExt cx="5029202" cy="5331756"/>
          </a:xfrm>
        </p:grpSpPr>
        <p:sp>
          <p:nvSpPr>
            <p:cNvPr id="6" name="Rectangle 5">
              <a:extLst>
                <a:ext uri="{FF2B5EF4-FFF2-40B4-BE49-F238E27FC236}">
                  <a16:creationId xmlns:a16="http://schemas.microsoft.com/office/drawing/2014/main" id="{266E2C18-0C91-47DA-B576-68C3D5946424}"/>
                </a:ext>
              </a:extLst>
            </p:cNvPr>
            <p:cNvSpPr/>
            <p:nvPr/>
          </p:nvSpPr>
          <p:spPr>
            <a:xfrm>
              <a:off x="869950" y="896437"/>
              <a:ext cx="5029200" cy="533175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7" name="Rectangle 6">
              <a:extLst>
                <a:ext uri="{FF2B5EF4-FFF2-40B4-BE49-F238E27FC236}">
                  <a16:creationId xmlns:a16="http://schemas.microsoft.com/office/drawing/2014/main" id="{F266C20D-FD34-4884-8516-E4195903652D}"/>
                </a:ext>
              </a:extLst>
            </p:cNvPr>
            <p:cNvSpPr/>
            <p:nvPr/>
          </p:nvSpPr>
          <p:spPr>
            <a:xfrm>
              <a:off x="869951" y="6155041"/>
              <a:ext cx="5029201" cy="7315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grpSp>
      <p:sp>
        <p:nvSpPr>
          <p:cNvPr id="8" name="Content Placeholder 4">
            <a:extLst>
              <a:ext uri="{FF2B5EF4-FFF2-40B4-BE49-F238E27FC236}">
                <a16:creationId xmlns:a16="http://schemas.microsoft.com/office/drawing/2014/main" id="{82BA3EC5-1193-4D14-81E8-4CF2631F1688}"/>
              </a:ext>
            </a:extLst>
          </p:cNvPr>
          <p:cNvSpPr txBox="1">
            <a:spLocks/>
          </p:cNvSpPr>
          <p:nvPr userDrawn="1"/>
        </p:nvSpPr>
        <p:spPr>
          <a:xfrm>
            <a:off x="6189780" y="4085566"/>
            <a:ext cx="4888527" cy="369332"/>
          </a:xfrm>
          <a:prstGeom prst="rect">
            <a:avLst/>
          </a:prstGeom>
        </p:spPr>
        <p:txBody>
          <a:bodyPr wrap="square" lIns="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defTabSz="914400"/>
            <a:r>
              <a:rPr lang="en-US" sz="1800">
                <a:solidFill>
                  <a:srgbClr val="000000"/>
                </a:solidFill>
              </a:rPr>
              <a:t>Click here to edit</a:t>
            </a:r>
            <a:endParaRPr lang="en-US" sz="1800"/>
          </a:p>
        </p:txBody>
      </p:sp>
      <p:pic>
        <p:nvPicPr>
          <p:cNvPr id="9" name="Picture Placeholder 13" descr="A picture containing person, wall, indoor, person&#10;&#10;Description automatically generated">
            <a:extLst>
              <a:ext uri="{FF2B5EF4-FFF2-40B4-BE49-F238E27FC236}">
                <a16:creationId xmlns:a16="http://schemas.microsoft.com/office/drawing/2014/main" id="{D467E443-F7E3-4674-A438-C37EF98D4E6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762" t="8561" b="4382"/>
          <a:stretch/>
        </p:blipFill>
        <p:spPr>
          <a:xfrm>
            <a:off x="5851219" y="820331"/>
            <a:ext cx="5565651" cy="2985375"/>
          </a:xfrm>
          <a:prstGeom prst="rect">
            <a:avLst/>
          </a:prstGeom>
        </p:spPr>
      </p:pic>
      <p:sp>
        <p:nvSpPr>
          <p:cNvPr id="13" name="Text Placeholder 12">
            <a:extLst>
              <a:ext uri="{FF2B5EF4-FFF2-40B4-BE49-F238E27FC236}">
                <a16:creationId xmlns:a16="http://schemas.microsoft.com/office/drawing/2014/main" id="{9E70032F-7FAC-497B-A242-143051FAC307}"/>
              </a:ext>
            </a:extLst>
          </p:cNvPr>
          <p:cNvSpPr>
            <a:spLocks noGrp="1"/>
          </p:cNvSpPr>
          <p:nvPr>
            <p:ph type="body" sz="quarter" idx="10" hasCustomPrompt="1"/>
          </p:nvPr>
        </p:nvSpPr>
        <p:spPr>
          <a:xfrm>
            <a:off x="387532" y="2897682"/>
            <a:ext cx="4331613" cy="1082675"/>
          </a:xfrm>
        </p:spPr>
        <p:txBody>
          <a:bodyPr/>
          <a:lstStyle>
            <a:lvl1pPr>
              <a:defRPr sz="3600" b="1">
                <a:solidFill>
                  <a:schemeClr val="bg1"/>
                </a:solidFill>
              </a:defRPr>
            </a:lvl1pPr>
          </a:lstStyle>
          <a:p>
            <a:pPr lvl="0"/>
            <a:r>
              <a:rPr lang="en-US"/>
              <a:t>Click here to edit</a:t>
            </a:r>
          </a:p>
        </p:txBody>
      </p:sp>
    </p:spTree>
    <p:extLst>
      <p:ext uri="{BB962C8B-B14F-4D97-AF65-F5344CB8AC3E}">
        <p14:creationId xmlns:p14="http://schemas.microsoft.com/office/powerpoint/2010/main" val="1710581759"/>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y Background">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550650"/>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y Back with Title">
    <p:bg>
      <p:bgPr>
        <a:solidFill>
          <a:srgbClr val="EDED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994A-9E79-48DF-8928-A51A9A51F4B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4070223-A14C-4068-AF9F-2B34E31F7208}"/>
              </a:ext>
            </a:extLst>
          </p:cNvPr>
          <p:cNvSpPr>
            <a:spLocks noGrp="1"/>
          </p:cNvSpPr>
          <p:nvPr>
            <p:ph type="sldNum" sz="quarter" idx="10"/>
          </p:nvPr>
        </p:nvSpPr>
        <p:spPr/>
        <p:txBody>
          <a:bodyPr/>
          <a:lstStyle/>
          <a:p>
            <a:pPr algn="r" defTabSz="228600">
              <a:spcAft>
                <a:spcPts val="1200"/>
              </a:spcAft>
            </a:pPr>
            <a:endParaRPr lang="en-US"/>
          </a:p>
        </p:txBody>
      </p:sp>
    </p:spTree>
    <p:extLst>
      <p:ext uri="{BB962C8B-B14F-4D97-AF65-F5344CB8AC3E}">
        <p14:creationId xmlns:p14="http://schemas.microsoft.com/office/powerpoint/2010/main" val="26684780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eet speaker option 1">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AB576-E4F5-4F4F-9447-0F6F17C5CD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10"/>
          <a:stretch/>
        </p:blipFill>
        <p:spPr>
          <a:xfrm>
            <a:off x="1185" y="1575412"/>
            <a:ext cx="12189630" cy="3657600"/>
          </a:xfrm>
          <a:prstGeom prst="rect">
            <a:avLst/>
          </a:prstGeom>
        </p:spPr>
      </p:pic>
      <p:sp>
        <p:nvSpPr>
          <p:cNvPr id="13" name="Text Placeholder 12">
            <a:extLst>
              <a:ext uri="{FF2B5EF4-FFF2-40B4-BE49-F238E27FC236}">
                <a16:creationId xmlns:a16="http://schemas.microsoft.com/office/drawing/2014/main" id="{9E70032F-7FAC-497B-A242-143051FAC307}"/>
              </a:ext>
            </a:extLst>
          </p:cNvPr>
          <p:cNvSpPr>
            <a:spLocks noGrp="1"/>
          </p:cNvSpPr>
          <p:nvPr>
            <p:ph type="body" sz="quarter" idx="10" hasCustomPrompt="1"/>
          </p:nvPr>
        </p:nvSpPr>
        <p:spPr>
          <a:xfrm>
            <a:off x="387532" y="2897682"/>
            <a:ext cx="4331613" cy="1082675"/>
          </a:xfrm>
        </p:spPr>
        <p:txBody>
          <a:bodyPr/>
          <a:lstStyle>
            <a:lvl1pPr>
              <a:defRPr sz="3600" b="1">
                <a:solidFill>
                  <a:schemeClr val="bg1"/>
                </a:solidFill>
              </a:defRPr>
            </a:lvl1pPr>
          </a:lstStyle>
          <a:p>
            <a:pPr lvl="0"/>
            <a:r>
              <a:rPr lang="en-US"/>
              <a:t>Click here to edit</a:t>
            </a:r>
          </a:p>
        </p:txBody>
      </p:sp>
      <p:sp>
        <p:nvSpPr>
          <p:cNvPr id="8" name="Content Placeholder 4">
            <a:extLst>
              <a:ext uri="{FF2B5EF4-FFF2-40B4-BE49-F238E27FC236}">
                <a16:creationId xmlns:a16="http://schemas.microsoft.com/office/drawing/2014/main" id="{82BA3EC5-1193-4D14-81E8-4CF2631F1688}"/>
              </a:ext>
            </a:extLst>
          </p:cNvPr>
          <p:cNvSpPr txBox="1">
            <a:spLocks/>
          </p:cNvSpPr>
          <p:nvPr userDrawn="1"/>
        </p:nvSpPr>
        <p:spPr>
          <a:xfrm>
            <a:off x="6189780" y="4085566"/>
            <a:ext cx="4888527" cy="369332"/>
          </a:xfrm>
          <a:prstGeom prst="rect">
            <a:avLst/>
          </a:prstGeom>
        </p:spPr>
        <p:txBody>
          <a:bodyPr wrap="square" lIns="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defTabSz="914400"/>
            <a:r>
              <a:rPr lang="en-US" sz="1800">
                <a:solidFill>
                  <a:srgbClr val="000000"/>
                </a:solidFill>
              </a:rPr>
              <a:t>Click here to edit</a:t>
            </a:r>
            <a:endParaRPr lang="en-US" sz="1800"/>
          </a:p>
        </p:txBody>
      </p:sp>
      <p:grpSp>
        <p:nvGrpSpPr>
          <p:cNvPr id="14" name="Group 13">
            <a:extLst>
              <a:ext uri="{FF2B5EF4-FFF2-40B4-BE49-F238E27FC236}">
                <a16:creationId xmlns:a16="http://schemas.microsoft.com/office/drawing/2014/main" id="{89B6AD10-A546-4296-A479-D651FFD8B1C0}"/>
              </a:ext>
            </a:extLst>
          </p:cNvPr>
          <p:cNvGrpSpPr/>
          <p:nvPr userDrawn="1"/>
        </p:nvGrpSpPr>
        <p:grpSpPr>
          <a:xfrm rot="10800000">
            <a:off x="5720861" y="1024965"/>
            <a:ext cx="5826370" cy="4871196"/>
            <a:chOff x="869950" y="1572150"/>
            <a:chExt cx="5029202" cy="4871196"/>
          </a:xfrm>
        </p:grpSpPr>
        <p:sp>
          <p:nvSpPr>
            <p:cNvPr id="15" name="Rectangle 14">
              <a:extLst>
                <a:ext uri="{FF2B5EF4-FFF2-40B4-BE49-F238E27FC236}">
                  <a16:creationId xmlns:a16="http://schemas.microsoft.com/office/drawing/2014/main" id="{683C8637-A095-42CE-AF45-85434AA8DCB9}"/>
                </a:ext>
              </a:extLst>
            </p:cNvPr>
            <p:cNvSpPr/>
            <p:nvPr/>
          </p:nvSpPr>
          <p:spPr>
            <a:xfrm>
              <a:off x="869950" y="1572150"/>
              <a:ext cx="5029200" cy="487119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Rectangle 15">
              <a:extLst>
                <a:ext uri="{FF2B5EF4-FFF2-40B4-BE49-F238E27FC236}">
                  <a16:creationId xmlns:a16="http://schemas.microsoft.com/office/drawing/2014/main" id="{90E29DAA-29DA-4C46-94F7-C3A251D65856}"/>
                </a:ext>
              </a:extLst>
            </p:cNvPr>
            <p:cNvSpPr/>
            <p:nvPr/>
          </p:nvSpPr>
          <p:spPr>
            <a:xfrm>
              <a:off x="869951" y="6370193"/>
              <a:ext cx="5029201" cy="7315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grpSp>
      <p:sp>
        <p:nvSpPr>
          <p:cNvPr id="17" name="Text Placeholder 21">
            <a:extLst>
              <a:ext uri="{FF2B5EF4-FFF2-40B4-BE49-F238E27FC236}">
                <a16:creationId xmlns:a16="http://schemas.microsoft.com/office/drawing/2014/main" id="{69767146-9810-4739-B91E-71D1B0AB56D3}"/>
              </a:ext>
            </a:extLst>
          </p:cNvPr>
          <p:cNvSpPr txBox="1">
            <a:spLocks/>
          </p:cNvSpPr>
          <p:nvPr userDrawn="1"/>
        </p:nvSpPr>
        <p:spPr>
          <a:xfrm>
            <a:off x="7122286" y="3705008"/>
            <a:ext cx="3023518" cy="1077218"/>
          </a:xfrm>
          <a:prstGeom prst="rect">
            <a:avLst/>
          </a:prstGeom>
        </p:spPr>
        <p:txBody>
          <a:bodyPr wrap="square" lIns="0">
            <a:spAutoFit/>
          </a:bodyPr>
          <a:lstStyle>
            <a:lvl1pPr marL="0" indent="0" algn="l" defTabSz="914377" rtl="0" eaLnBrk="1" latinLnBrk="0" hangingPunct="1">
              <a:lnSpc>
                <a:spcPct val="80000"/>
              </a:lnSpc>
              <a:spcBef>
                <a:spcPts val="0"/>
              </a:spcBef>
              <a:spcAft>
                <a:spcPts val="600"/>
              </a:spcAft>
              <a:buFont typeface="Arial" panose="020B0604020202020204" pitchFamily="34" charset="0"/>
              <a:buNone/>
              <a:defRPr sz="2100" b="0" i="0" kern="1200" cap="none" baseline="0">
                <a:solidFill>
                  <a:schemeClr val="tx1"/>
                </a:solidFill>
                <a:latin typeface="GT Sectra Fine" pitchFamily="2" charset="77"/>
                <a:ea typeface="+mn-ea"/>
                <a:cs typeface="+mn-cs"/>
              </a:defRPr>
            </a:lvl1pPr>
            <a:lvl2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2pPr>
            <a:lvl3pPr marL="0" indent="0" algn="l" defTabSz="914377" rtl="0" eaLnBrk="1" latinLnBrk="0" hangingPunct="1">
              <a:lnSpc>
                <a:spcPct val="110000"/>
              </a:lnSpc>
              <a:spcBef>
                <a:spcPts val="0"/>
              </a:spcBef>
              <a:spcAft>
                <a:spcPts val="600"/>
              </a:spcAft>
              <a:buFont typeface="Graphik" panose="020B0503030202060203" pitchFamily="34" charset="0"/>
              <a:buNone/>
              <a:defRPr sz="1200" kern="1200">
                <a:solidFill>
                  <a:schemeClr val="tx1"/>
                </a:solidFill>
                <a:latin typeface="+mn-lt"/>
                <a:ea typeface="+mn-ea"/>
                <a:cs typeface="+mn-cs"/>
              </a:defRPr>
            </a:lvl3pPr>
            <a:lvl4pPr marL="182880" indent="-182880" algn="l" defTabSz="914377"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lgn="ctr">
              <a:lnSpc>
                <a:spcPct val="100000"/>
              </a:lnSpc>
              <a:spcAft>
                <a:spcPts val="0"/>
              </a:spcAft>
            </a:pPr>
            <a:r>
              <a:rPr lang="en-US" sz="2400" b="1">
                <a:latin typeface="Graphik" panose="020B0503030202060203" pitchFamily="34" charset="77"/>
              </a:rPr>
              <a:t>First and last name</a:t>
            </a:r>
          </a:p>
          <a:p>
            <a:pPr lvl="1" algn="ctr">
              <a:spcAft>
                <a:spcPts val="0"/>
              </a:spcAft>
            </a:pPr>
            <a:r>
              <a:rPr lang="en-US" sz="2000">
                <a:latin typeface="Graphik" panose="020B0503030202060203" pitchFamily="34" charset="77"/>
              </a:rPr>
              <a:t>Role</a:t>
            </a:r>
          </a:p>
          <a:p>
            <a:pPr lvl="2" algn="ctr">
              <a:lnSpc>
                <a:spcPct val="100000"/>
              </a:lnSpc>
              <a:spcAft>
                <a:spcPts val="0"/>
              </a:spcAft>
            </a:pPr>
            <a:r>
              <a:rPr lang="en-US" sz="2000">
                <a:latin typeface="Graphik" panose="020B0503030202060203" pitchFamily="34" charset="77"/>
              </a:rPr>
              <a:t>Fun fact</a:t>
            </a:r>
          </a:p>
        </p:txBody>
      </p:sp>
      <p:sp>
        <p:nvSpPr>
          <p:cNvPr id="4" name="Picture Placeholder 3">
            <a:extLst>
              <a:ext uri="{FF2B5EF4-FFF2-40B4-BE49-F238E27FC236}">
                <a16:creationId xmlns:a16="http://schemas.microsoft.com/office/drawing/2014/main" id="{BD515EEA-527A-43EF-9871-AB48F3DC269C}"/>
              </a:ext>
            </a:extLst>
          </p:cNvPr>
          <p:cNvSpPr>
            <a:spLocks noGrp="1"/>
          </p:cNvSpPr>
          <p:nvPr>
            <p:ph type="pic" sz="quarter" idx="11" hasCustomPrompt="1"/>
          </p:nvPr>
        </p:nvSpPr>
        <p:spPr>
          <a:xfrm>
            <a:off x="7122286" y="721792"/>
            <a:ext cx="2838450" cy="2655888"/>
          </a:xfrm>
          <a:solidFill>
            <a:schemeClr val="bg1">
              <a:lumMod val="75000"/>
            </a:schemeClr>
          </a:solidFill>
        </p:spPr>
        <p:txBody>
          <a:bodyPr/>
          <a:lstStyle>
            <a:lvl1pPr>
              <a:defRPr/>
            </a:lvl1pPr>
          </a:lstStyle>
          <a:p>
            <a:r>
              <a:rPr lang="en-US"/>
              <a:t>Add profile photo</a:t>
            </a:r>
          </a:p>
        </p:txBody>
      </p:sp>
    </p:spTree>
    <p:extLst>
      <p:ext uri="{BB962C8B-B14F-4D97-AF65-F5344CB8AC3E}">
        <p14:creationId xmlns:p14="http://schemas.microsoft.com/office/powerpoint/2010/main" val="2883698661"/>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cSld name="1_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96968C"/>
                </a:solidFill>
                <a:effectLst/>
                <a:uLnTx/>
                <a:uFillTx/>
                <a:latin typeface="Graphik"/>
                <a:ea typeface="+mn-ea"/>
                <a:cs typeface="+mn-cs"/>
              </a:rPr>
              <a:t>Format Background… &gt; Solid fill &gt; Change to Dark Purple (Accent 3), Mid Purple (Accent 2) or Core Purple (Accent 1)</a:t>
            </a:r>
            <a:endParaRPr kumimoji="0" lang="en-US" sz="800" b="0" i="0" u="none" strike="noStrike" kern="0" cap="none" spc="0" normalizeH="0" baseline="0" noProof="0">
              <a:ln>
                <a:noFill/>
              </a:ln>
              <a:solidFill>
                <a:srgbClr val="96968C"/>
              </a:solidFill>
              <a:effectLst/>
              <a:uLnTx/>
              <a:uFillTx/>
              <a:latin typeface="Graphik"/>
              <a:ea typeface="+mn-ea"/>
              <a:cs typeface="+mn-cs"/>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defRPr/>
            </a:pPr>
            <a:fld id="{25633C98-4648-4202-A7A6-9EC0D48569EC}" type="slidenum">
              <a:rPr lang="en-US" smtClean="0">
                <a:solidFill>
                  <a:srgbClr val="FFFFFF">
                    <a:alpha val="75000"/>
                  </a:srgbClr>
                </a:solidFill>
              </a:rPr>
              <a:pPr algn="r" defTabSz="228600">
                <a:spcAft>
                  <a:spcPts val="1200"/>
                </a:spcAft>
                <a:defRPr/>
              </a:pPr>
              <a:t>‹#›</a:t>
            </a:fld>
            <a:endParaRPr lang="en-US">
              <a:solidFill>
                <a:srgbClr val="FFFFFF">
                  <a:alpha val="75000"/>
                </a:srgbClr>
              </a:solidFill>
            </a:endParaRPr>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Tree>
    <p:extLst>
      <p:ext uri="{BB962C8B-B14F-4D97-AF65-F5344CB8AC3E}">
        <p14:creationId xmlns:p14="http://schemas.microsoft.com/office/powerpoint/2010/main" val="21602221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1_Blank with footers">
    <p:spTree>
      <p:nvGrpSpPr>
        <p:cNvPr id="1" name=""/>
        <p:cNvGrpSpPr/>
        <p:nvPr/>
      </p:nvGrpSpPr>
      <p:grpSpPr>
        <a:xfrm>
          <a:off x="0" y="0"/>
          <a:ext cx="0" cy="0"/>
          <a:chOff x="0" y="0"/>
          <a:chExt cx="0" cy="0"/>
        </a:xfrm>
      </p:grpSpPr>
      <p:sp>
        <p:nvSpPr>
          <p:cNvPr id="12" name="Footer Placeholder 5">
            <a:extLst>
              <a:ext uri="{FF2B5EF4-FFF2-40B4-BE49-F238E27FC236}">
                <a16:creationId xmlns:a16="http://schemas.microsoft.com/office/drawing/2014/main" id="{2CC7CBB9-B424-BE46-8FBE-86CD0EE5C99F}"/>
              </a:ext>
            </a:extLst>
          </p:cNvPr>
          <p:cNvSpPr>
            <a:spLocks noGrp="1"/>
          </p:cNvSpPr>
          <p:nvPr>
            <p:ph type="ftr" sz="quarter" idx="11"/>
          </p:nvPr>
        </p:nvSpPr>
        <p:spPr>
          <a:xfrm>
            <a:off x="8274150" y="6335825"/>
            <a:ext cx="3079650" cy="206375"/>
          </a:xfrm>
        </p:spPr>
        <p:txBody>
          <a:bodyPr/>
          <a:lstStyle>
            <a:lvl1pPr algn="r">
              <a:defRPr sz="800" spc="0"/>
            </a:lvl1pPr>
          </a:lstStyle>
          <a:p>
            <a:endParaRPr lang="en-US"/>
          </a:p>
        </p:txBody>
      </p:sp>
    </p:spTree>
    <p:extLst>
      <p:ext uri="{BB962C8B-B14F-4D97-AF65-F5344CB8AC3E}">
        <p14:creationId xmlns:p14="http://schemas.microsoft.com/office/powerpoint/2010/main" val="41752075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lang="en-US" sz="2400" b="0" kern="1200" dirty="0">
                <a:solidFill>
                  <a:schemeClr val="tx1"/>
                </a:solidFill>
                <a:latin typeface="GT Sectra Fine" pitchFamily="2" charset="77"/>
                <a:ea typeface="+mn-ea"/>
                <a:cs typeface="+mn-cs"/>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marL="0" lvl="0" indent="0" algn="l" defTabSz="228600" rtl="0" eaLnBrk="1" latinLnBrk="0" hangingPunct="1">
              <a:lnSpc>
                <a:spcPct val="90000"/>
              </a:lnSpc>
              <a:spcBef>
                <a:spcPts val="0"/>
              </a:spcBef>
              <a:spcAft>
                <a:spcPts val="0"/>
              </a:spcAft>
              <a:buFont typeface="Arial" panose="020B0604020202020204" pitchFamily="34" charset="0"/>
              <a:buNone/>
            </a:pPr>
            <a:r>
              <a:rPr lang="en-GB"/>
              <a:t>Place subtitle here in GT Sectra Fine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1" name="Graphic 4">
            <a:extLst>
              <a:ext uri="{FF2B5EF4-FFF2-40B4-BE49-F238E27FC236}">
                <a16:creationId xmlns:a16="http://schemas.microsoft.com/office/drawing/2014/main" id="{D3552881-6657-4F5D-BBFE-9AFB32A97CA8}"/>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9577566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2_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 54pt</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300442479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CB0C7B-A003-45FD-B803-DE00E0374D7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5598" t="59546" r="19412" b="15065"/>
          <a:stretch/>
        </p:blipFill>
        <p:spPr>
          <a:xfrm>
            <a:off x="0" y="0"/>
            <a:ext cx="12192000" cy="696468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1" name="Text Placeholder 15">
            <a:extLst>
              <a:ext uri="{FF2B5EF4-FFF2-40B4-BE49-F238E27FC236}">
                <a16:creationId xmlns:a16="http://schemas.microsoft.com/office/drawing/2014/main" id="{C1BA4F43-9A33-40BF-9D42-10A895373950}"/>
              </a:ext>
            </a:extLst>
          </p:cNvPr>
          <p:cNvSpPr>
            <a:spLocks noGrp="1"/>
          </p:cNvSpPr>
          <p:nvPr>
            <p:ph type="body" sz="quarter" idx="14" hasCustomPrompt="1"/>
          </p:nvPr>
        </p:nvSpPr>
        <p:spPr>
          <a:xfrm>
            <a:off x="1142999" y="4610100"/>
            <a:ext cx="4952999" cy="1474214"/>
          </a:xfrm>
        </p:spPr>
        <p:txBody>
          <a:bodyPr vert="horz" lIns="0" tIns="0" rIns="0" bIns="0" rtlCol="0">
            <a:noAutofit/>
          </a:bodyPr>
          <a:lstStyle>
            <a:lvl1pPr marL="12700" indent="-12700" algn="l">
              <a:lnSpc>
                <a:spcPct val="90000"/>
              </a:lnSpc>
              <a:spcAft>
                <a:spcPts val="0"/>
              </a:spcAft>
              <a:buNone/>
              <a:tabLst/>
              <a:defRPr lang="en-US" sz="2400" b="0" kern="1200" dirty="0">
                <a:solidFill>
                  <a:schemeClr val="tx1"/>
                </a:solidFill>
                <a:latin typeface="GT Sectra Fine" pitchFamily="2" charset="77"/>
                <a:ea typeface="+mn-ea"/>
                <a:cs typeface="+mn-cs"/>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0" lvl="0" indent="0" algn="l" defTabSz="228600" rtl="0" eaLnBrk="1" latinLnBrk="0" hangingPunct="1">
              <a:lnSpc>
                <a:spcPct val="90000"/>
              </a:lnSpc>
              <a:spcBef>
                <a:spcPts val="0"/>
              </a:spcBef>
              <a:spcAft>
                <a:spcPts val="0"/>
              </a:spcAft>
              <a:buFont typeface="Arial" panose="020B0604020202020204" pitchFamily="34" charset="0"/>
              <a:buNone/>
            </a:pPr>
            <a:r>
              <a:rPr lang="en-GB"/>
              <a:t>Place subtitle here in GT </a:t>
            </a:r>
            <a:r>
              <a:rPr lang="en-GB" err="1"/>
              <a:t>Sectra</a:t>
            </a:r>
            <a:r>
              <a:rPr lang="en-GB"/>
              <a:t> Fine 24pt</a:t>
            </a:r>
            <a:endParaRPr lang="en-US"/>
          </a:p>
        </p:txBody>
      </p:sp>
      <p:sp>
        <p:nvSpPr>
          <p:cNvPr id="10" name="Graphic 4">
            <a:extLst>
              <a:ext uri="{FF2B5EF4-FFF2-40B4-BE49-F238E27FC236}">
                <a16:creationId xmlns:a16="http://schemas.microsoft.com/office/drawing/2014/main" id="{73A407DD-E271-49A5-89F4-1A547AF02A41}"/>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63218775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6_Blank with foot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E4186F-5487-AC41-8B7B-7B34BFE5274B}"/>
              </a:ext>
            </a:extLst>
          </p:cNvPr>
          <p:cNvSpPr/>
          <p:nvPr userDrawn="1"/>
        </p:nvSpPr>
        <p:spPr>
          <a:xfrm>
            <a:off x="0" y="0"/>
            <a:ext cx="12192000" cy="6858000"/>
          </a:xfrm>
          <a:prstGeom prst="rect">
            <a:avLst/>
          </a:prstGeom>
          <a:solidFill>
            <a:schemeClr val="bg1">
              <a:lumMod val="95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Footer Placeholder 5">
            <a:extLst>
              <a:ext uri="{FF2B5EF4-FFF2-40B4-BE49-F238E27FC236}">
                <a16:creationId xmlns:a16="http://schemas.microsoft.com/office/drawing/2014/main" id="{2CC7CBB9-B424-BE46-8FBE-86CD0EE5C99F}"/>
              </a:ext>
            </a:extLst>
          </p:cNvPr>
          <p:cNvSpPr>
            <a:spLocks noGrp="1"/>
          </p:cNvSpPr>
          <p:nvPr>
            <p:ph type="ftr" sz="quarter" idx="11"/>
          </p:nvPr>
        </p:nvSpPr>
        <p:spPr>
          <a:xfrm>
            <a:off x="8274150" y="6335825"/>
            <a:ext cx="3079650" cy="206375"/>
          </a:xfrm>
        </p:spPr>
        <p:txBody>
          <a:bodyPr/>
          <a:lstStyle>
            <a:lvl1pPr algn="r">
              <a:defRPr sz="800" spc="0"/>
            </a:lvl1pPr>
          </a:lstStyle>
          <a:p>
            <a:endParaRPr lang="en-US"/>
          </a:p>
        </p:txBody>
      </p:sp>
    </p:spTree>
    <p:extLst>
      <p:ext uri="{BB962C8B-B14F-4D97-AF65-F5344CB8AC3E}">
        <p14:creationId xmlns:p14="http://schemas.microsoft.com/office/powerpoint/2010/main" val="232344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2_Greetings + Greater Than L">
    <p:bg>
      <p:bgPr>
        <a:solidFill>
          <a:schemeClr val="accent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4D6A2E9-41A4-46BC-8FC3-1DCF892AD0D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693" t="55486" r="48054"/>
          <a:stretch/>
        </p:blipFill>
        <p:spPr>
          <a:xfrm rot="5400000">
            <a:off x="2662238" y="-2668333"/>
            <a:ext cx="6861429" cy="12198096"/>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7" name="TextBox 6">
            <a:extLst>
              <a:ext uri="{FF2B5EF4-FFF2-40B4-BE49-F238E27FC236}">
                <a16:creationId xmlns:a16="http://schemas.microsoft.com/office/drawing/2014/main" id="{858372A5-CE95-4957-B170-992430EBABBE}"/>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8" name="Slide Number Placeholder 6">
            <a:extLst>
              <a:ext uri="{FF2B5EF4-FFF2-40B4-BE49-F238E27FC236}">
                <a16:creationId xmlns:a16="http://schemas.microsoft.com/office/drawing/2014/main" id="{6ED60EFA-0001-439B-8679-9782EAF48B5B}"/>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Tree>
    <p:extLst>
      <p:ext uri="{BB962C8B-B14F-4D97-AF65-F5344CB8AC3E}">
        <p14:creationId xmlns:p14="http://schemas.microsoft.com/office/powerpoint/2010/main" val="197857056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693" t="55486" r="48054"/>
          <a:stretch/>
        </p:blipFill>
        <p:spPr>
          <a:xfrm rot="5400000">
            <a:off x="2662238" y="-2668333"/>
            <a:ext cx="6861429" cy="12198096"/>
          </a:xfrm>
          <a:prstGeom prst="rect">
            <a:avLst/>
          </a:prstGeom>
        </p:spPr>
      </p:pic>
      <p:sp>
        <p:nvSpPr>
          <p:cNvPr id="14" name="Content Placeholder 7">
            <a:extLst>
              <a:ext uri="{FF2B5EF4-FFF2-40B4-BE49-F238E27FC236}">
                <a16:creationId xmlns:a16="http://schemas.microsoft.com/office/drawing/2014/main" id="{A3AA3802-A736-4FD6-BF98-593CC63BC618}"/>
              </a:ext>
            </a:extLst>
          </p:cNvPr>
          <p:cNvSpPr>
            <a:spLocks noGrp="1"/>
          </p:cNvSpPr>
          <p:nvPr>
            <p:ph sz="quarter" idx="10" hasCustomPrompt="1"/>
          </p:nvPr>
        </p:nvSpPr>
        <p:spPr>
          <a:xfrm>
            <a:off x="380531" y="381000"/>
            <a:ext cx="11430001" cy="5703888"/>
          </a:xfrm>
        </p:spPr>
        <p:txBody>
          <a:bodyPr anchor="ctr"/>
          <a:lstStyle>
            <a:lvl1pPr algn="ctr">
              <a:defRPr/>
            </a:lvl1pPr>
          </a:lstStyle>
          <a:p>
            <a:pPr lvl="0"/>
            <a:r>
              <a:rPr lang="en-US"/>
              <a:t>Insert photo</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5212080"/>
            <a:ext cx="11430000" cy="990600"/>
          </a:xfrm>
        </p:spPr>
        <p:txBody>
          <a:bodyPr/>
          <a:lstStyle>
            <a:lvl1pPr algn="ctr">
              <a:defRPr sz="4400"/>
            </a:lvl1pPr>
          </a:lstStyle>
          <a:p>
            <a:r>
              <a:rPr lang="en-GB"/>
              <a:t>Place headline here (36pt, min 30pt)</a:t>
            </a:r>
            <a:endParaRPr lang="en-US"/>
          </a:p>
        </p:txBody>
      </p:sp>
    </p:spTree>
    <p:extLst>
      <p:ext uri="{BB962C8B-B14F-4D97-AF65-F5344CB8AC3E}">
        <p14:creationId xmlns:p14="http://schemas.microsoft.com/office/powerpoint/2010/main" val="70767450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693" t="55486" r="48054"/>
          <a:stretch/>
        </p:blipFill>
        <p:spPr>
          <a:xfrm rot="5400000">
            <a:off x="2662238" y="-2668333"/>
            <a:ext cx="6861429" cy="12198096"/>
          </a:xfrm>
          <a:prstGeom prst="rect">
            <a:avLst/>
          </a:prstGeom>
        </p:spPr>
      </p:pic>
      <p:pic>
        <p:nvPicPr>
          <p:cNvPr id="13" name="Picture 12" descr="Background pattern&#10;&#10;Description automatically generated">
            <a:extLst>
              <a:ext uri="{FF2B5EF4-FFF2-40B4-BE49-F238E27FC236}">
                <a16:creationId xmlns:a16="http://schemas.microsoft.com/office/drawing/2014/main" id="{281ED271-3157-42F9-926B-314AB900DEC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7094" b="54205"/>
          <a:stretch/>
        </p:blipFill>
        <p:spPr>
          <a:xfrm>
            <a:off x="0" y="5521258"/>
            <a:ext cx="12194647" cy="1331831"/>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2136219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3712636227"/>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9" name="Rectangle 8">
            <a:extLst>
              <a:ext uri="{FF2B5EF4-FFF2-40B4-BE49-F238E27FC236}">
                <a16:creationId xmlns:a16="http://schemas.microsoft.com/office/drawing/2014/main" id="{52319E93-3A18-4E41-98EF-08841E4FE9B3}"/>
              </a:ext>
            </a:extLst>
          </p:cNvPr>
          <p:cNvSpPr/>
          <p:nvPr userDrawn="1"/>
        </p:nvSpPr>
        <p:spPr>
          <a:xfrm>
            <a:off x="219074" y="257175"/>
            <a:ext cx="11782425" cy="60521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Tree>
    <p:extLst>
      <p:ext uri="{BB962C8B-B14F-4D97-AF65-F5344CB8AC3E}">
        <p14:creationId xmlns:p14="http://schemas.microsoft.com/office/powerpoint/2010/main" val="385218565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5_Blank with foot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974F8-DAF4-AD4F-9BB9-010CDF90DEE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693" t="55486" r="48054" b="22268"/>
          <a:stretch/>
        </p:blipFill>
        <p:spPr>
          <a:xfrm rot="5400000">
            <a:off x="5713286" y="382714"/>
            <a:ext cx="6861429" cy="6096001"/>
          </a:xfrm>
          <a:prstGeom prst="rect">
            <a:avLst/>
          </a:prstGeom>
        </p:spPr>
      </p:pic>
      <p:sp>
        <p:nvSpPr>
          <p:cNvPr id="7" name="TextBox 6">
            <a:extLst>
              <a:ext uri="{FF2B5EF4-FFF2-40B4-BE49-F238E27FC236}">
                <a16:creationId xmlns:a16="http://schemas.microsoft.com/office/drawing/2014/main" id="{A69E046A-D630-48D4-9245-EEA4268166DB}"/>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
        <p:nvSpPr>
          <p:cNvPr id="9" name="TextBox 8">
            <a:extLst>
              <a:ext uri="{FF2B5EF4-FFF2-40B4-BE49-F238E27FC236}">
                <a16:creationId xmlns:a16="http://schemas.microsoft.com/office/drawing/2014/main" id="{68BC3494-BB70-48BF-9259-3E7171B014BE}"/>
              </a:ext>
            </a:extLst>
          </p:cNvPr>
          <p:cNvSpPr txBox="1"/>
          <p:nvPr userDrawn="1"/>
        </p:nvSpPr>
        <p:spPr>
          <a:xfrm>
            <a:off x="11430000" y="6473952"/>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1200" cap="none" spc="0" normalizeH="0" baseline="0" noProof="0" smtClean="0">
                <a:ln>
                  <a:noFill/>
                </a:ln>
                <a:solidFill>
                  <a:srgbClr val="FFFFFF">
                    <a:alpha val="75000"/>
                  </a:srgbClr>
                </a:solidFill>
                <a:effectLst/>
                <a:uLnTx/>
                <a:uFillTx/>
                <a:latin typeface="Graphik"/>
                <a:ea typeface="+mn-ea"/>
                <a:cs typeface="+mn-cs"/>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1200" cap="none" spc="0" normalizeH="0" baseline="0" noProof="0">
              <a:ln>
                <a:noFill/>
              </a:ln>
              <a:solidFill>
                <a:srgbClr val="FFFFFF">
                  <a:alpha val="75000"/>
                </a:srgbClr>
              </a:solidFill>
              <a:effectLst/>
              <a:uLnTx/>
              <a:uFillTx/>
              <a:latin typeface="Graphik"/>
              <a:ea typeface="+mn-ea"/>
              <a:cs typeface="+mn-cs"/>
            </a:endParaRPr>
          </a:p>
        </p:txBody>
      </p:sp>
      <p:sp>
        <p:nvSpPr>
          <p:cNvPr id="10" name="Title 1">
            <a:extLst>
              <a:ext uri="{FF2B5EF4-FFF2-40B4-BE49-F238E27FC236}">
                <a16:creationId xmlns:a16="http://schemas.microsoft.com/office/drawing/2014/main" id="{B8450CB6-F1BB-4713-A084-DDE2F46F3D6C}"/>
              </a:ext>
            </a:extLst>
          </p:cNvPr>
          <p:cNvSpPr>
            <a:spLocks noGrp="1"/>
          </p:cNvSpPr>
          <p:nvPr>
            <p:ph type="title" hasCustomPrompt="1"/>
          </p:nvPr>
        </p:nvSpPr>
        <p:spPr>
          <a:xfrm>
            <a:off x="381000" y="381000"/>
            <a:ext cx="5173494" cy="990600"/>
          </a:xfrm>
        </p:spPr>
        <p:txBody>
          <a:bodyPr/>
          <a:lstStyle>
            <a:lvl1pPr>
              <a:defRPr sz="3600"/>
            </a:lvl1pPr>
          </a:lstStyle>
          <a:p>
            <a:r>
              <a:rPr lang="en-GB"/>
              <a:t>Place headline here (36pt, min 30pt)</a:t>
            </a:r>
            <a:endParaRPr lang="en-US"/>
          </a:p>
        </p:txBody>
      </p:sp>
      <p:sp>
        <p:nvSpPr>
          <p:cNvPr id="11" name="Content Placeholder 7">
            <a:extLst>
              <a:ext uri="{FF2B5EF4-FFF2-40B4-BE49-F238E27FC236}">
                <a16:creationId xmlns:a16="http://schemas.microsoft.com/office/drawing/2014/main" id="{D9E8A9DE-39FE-4D0C-9620-DA7743C21BB6}"/>
              </a:ext>
            </a:extLst>
          </p:cNvPr>
          <p:cNvSpPr>
            <a:spLocks noGrp="1"/>
          </p:cNvSpPr>
          <p:nvPr>
            <p:ph sz="quarter" idx="10" hasCustomPrompt="1"/>
          </p:nvPr>
        </p:nvSpPr>
        <p:spPr>
          <a:xfrm>
            <a:off x="381001" y="1371601"/>
            <a:ext cx="5173493"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7FFF99F2-9BD0-4DCA-A33C-3947ED64FCBA}"/>
              </a:ext>
            </a:extLst>
          </p:cNvPr>
          <p:cNvSpPr>
            <a:spLocks noGrp="1"/>
          </p:cNvSpPr>
          <p:nvPr>
            <p:ph sz="quarter" idx="11" hasCustomPrompt="1"/>
          </p:nvPr>
        </p:nvSpPr>
        <p:spPr>
          <a:xfrm>
            <a:off x="6535367" y="1371601"/>
            <a:ext cx="5173493" cy="4940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25183320"/>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Short Headline Only">
    <p:spTree>
      <p:nvGrpSpPr>
        <p:cNvPr id="1" name=""/>
        <p:cNvGrpSpPr/>
        <p:nvPr/>
      </p:nvGrpSpPr>
      <p:grpSpPr>
        <a:xfrm>
          <a:off x="0" y="0"/>
          <a:ext cx="0" cy="0"/>
          <a:chOff x="0" y="0"/>
          <a:chExt cx="0" cy="0"/>
        </a:xfrm>
      </p:grpSpPr>
      <p:sp>
        <p:nvSpPr>
          <p:cNvPr id="11" name="Title 10"/>
          <p:cNvSpPr>
            <a:spLocks noGrp="1"/>
          </p:cNvSpPr>
          <p:nvPr>
            <p:ph type="title"/>
          </p:nvPr>
        </p:nvSpPr>
        <p:spPr>
          <a:xfrm>
            <a:off x="381000" y="380999"/>
            <a:ext cx="5715000" cy="990601"/>
          </a:xfrm>
        </p:spPr>
        <p:txBody>
          <a:bodyPr/>
          <a:lstStyle/>
          <a:p>
            <a:r>
              <a:rPr lang="en-US"/>
              <a:t>Click to edit Master title style</a:t>
            </a:r>
          </a:p>
        </p:txBody>
      </p:sp>
      <p:sp>
        <p:nvSpPr>
          <p:cNvPr id="5" name="Footer Placeholder 5">
            <a:extLst>
              <a:ext uri="{FF2B5EF4-FFF2-40B4-BE49-F238E27FC236}">
                <a16:creationId xmlns:a16="http://schemas.microsoft.com/office/drawing/2014/main" id="{05837F0C-7D54-8247-B8C4-09C3B2AFAAD6}"/>
              </a:ext>
            </a:extLst>
          </p:cNvPr>
          <p:cNvSpPr>
            <a:spLocks noGrp="1"/>
          </p:cNvSpPr>
          <p:nvPr>
            <p:ph type="ftr" sz="quarter" idx="11"/>
          </p:nvPr>
        </p:nvSpPr>
        <p:spPr>
          <a:xfrm>
            <a:off x="8274150" y="6335825"/>
            <a:ext cx="3079650" cy="206375"/>
          </a:xfrm>
        </p:spPr>
        <p:txBody>
          <a:bodyPr/>
          <a:lstStyle>
            <a:lvl1pPr algn="r">
              <a:defRPr sz="800" spc="0"/>
            </a:lvl1pPr>
          </a:lstStyle>
          <a:p>
            <a:r>
              <a:rPr lang="en-US" dirty="0"/>
              <a:t>Copyright © 2022 Accenture. All rights reserved.</a:t>
            </a:r>
          </a:p>
        </p:txBody>
      </p:sp>
      <p:sp>
        <p:nvSpPr>
          <p:cNvPr id="6" name="Slide Number Placeholder 6">
            <a:extLst>
              <a:ext uri="{FF2B5EF4-FFF2-40B4-BE49-F238E27FC236}">
                <a16:creationId xmlns:a16="http://schemas.microsoft.com/office/drawing/2014/main" id="{45841C65-0ACE-EE44-9D57-89A85C9A702C}"/>
              </a:ext>
            </a:extLst>
          </p:cNvPr>
          <p:cNvSpPr>
            <a:spLocks noGrp="1"/>
          </p:cNvSpPr>
          <p:nvPr>
            <p:ph type="sldNum" sz="quarter" idx="12"/>
          </p:nvPr>
        </p:nvSpPr>
        <p:spPr>
          <a:xfrm>
            <a:off x="11506181" y="6335825"/>
            <a:ext cx="304799" cy="206375"/>
          </a:xfrm>
        </p:spPr>
        <p:txBody>
          <a:bodyPr/>
          <a:lstStyle>
            <a:lvl1pPr>
              <a:defRPr sz="800"/>
            </a:lvl1pPr>
          </a:lstStyle>
          <a:p>
            <a:fld id="{4F9AC08D-23A9-440E-BCB9-AA1E9877CC38}" type="slidenum">
              <a:rPr lang="en-US" smtClean="0"/>
              <a:pPr/>
              <a:t>‹#›</a:t>
            </a:fld>
            <a:endParaRPr lang="en-US" sz="800"/>
          </a:p>
        </p:txBody>
      </p:sp>
    </p:spTree>
    <p:extLst>
      <p:ext uri="{BB962C8B-B14F-4D97-AF65-F5344CB8AC3E}">
        <p14:creationId xmlns:p14="http://schemas.microsoft.com/office/powerpoint/2010/main" val="2415138002"/>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390090780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Facilitator Prep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3003330" cy="494030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5" name="Content Placeholder 7">
            <a:extLst>
              <a:ext uri="{FF2B5EF4-FFF2-40B4-BE49-F238E27FC236}">
                <a16:creationId xmlns:a16="http://schemas.microsoft.com/office/drawing/2014/main" id="{9A02A9E7-E24A-4E77-9452-BC5585EC92CA}"/>
              </a:ext>
            </a:extLst>
          </p:cNvPr>
          <p:cNvSpPr>
            <a:spLocks noGrp="1"/>
          </p:cNvSpPr>
          <p:nvPr>
            <p:ph sz="quarter" idx="11" hasCustomPrompt="1"/>
          </p:nvPr>
        </p:nvSpPr>
        <p:spPr>
          <a:xfrm>
            <a:off x="3710151" y="1371601"/>
            <a:ext cx="8100849"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866034"/>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00" cy="6309361"/>
          </a:xfrm>
          <a:solidFill>
            <a:srgbClr val="7500C0"/>
          </a:solidFill>
        </p:spPr>
        <p:txBody>
          <a:bodyPr anchor="ctr"/>
          <a:lstStyle>
            <a:lvl1pPr marL="0" indent="0" algn="ctr">
              <a:buNone/>
              <a:defRPr sz="1400" b="0">
                <a:solidFill>
                  <a:schemeClr val="tx1"/>
                </a:solidFill>
              </a:defRPr>
            </a:lvl1pPr>
          </a:lstStyle>
          <a:p>
            <a:r>
              <a:rPr lang="en-GB"/>
              <a:t>Add image here</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Tree>
    <p:extLst>
      <p:ext uri="{BB962C8B-B14F-4D97-AF65-F5344CB8AC3E}">
        <p14:creationId xmlns:p14="http://schemas.microsoft.com/office/powerpoint/2010/main" val="27128846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15057222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101803917"/>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3613802411"/>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Short Headline and 1 Column">
    <p:spTree>
      <p:nvGrpSpPr>
        <p:cNvPr id="1" name=""/>
        <p:cNvGrpSpPr/>
        <p:nvPr/>
      </p:nvGrpSpPr>
      <p:grpSpPr>
        <a:xfrm>
          <a:off x="0" y="0"/>
          <a:ext cx="0" cy="0"/>
          <a:chOff x="0" y="0"/>
          <a:chExt cx="0" cy="0"/>
        </a:xfrm>
      </p:grpSpPr>
      <p:sp>
        <p:nvSpPr>
          <p:cNvPr id="6" name="Content Placeholder 5"/>
          <p:cNvSpPr>
            <a:spLocks noGrp="1"/>
          </p:cNvSpPr>
          <p:nvPr>
            <p:ph sz="quarter" idx="18"/>
          </p:nvPr>
        </p:nvSpPr>
        <p:spPr>
          <a:xfrm>
            <a:off x="381001" y="1828802"/>
            <a:ext cx="8572500" cy="4689475"/>
          </a:xfrm>
        </p:spPr>
        <p:txBody>
          <a:bodyPr/>
          <a:lstStyle>
            <a:lvl3pPr marL="514338" indent="-230182">
              <a:buFont typeface="Graphik" panose="020B0503030202060203" pitchFamily="34" charset="0"/>
              <a:buChar char="–"/>
              <a:defRPr/>
            </a:lvl3pPr>
            <a:lvl5pPr marL="857229" indent="-177796">
              <a:buFont typeface="Graphik" panose="020B0503030202060203" pitchFamily="34" charset="0"/>
              <a:buChar char="–"/>
              <a:defRPr/>
            </a:lvl5pPr>
          </a:lstStyle>
          <a:p>
            <a:pPr lvl="0"/>
            <a:r>
              <a:rPr lang="en-US"/>
              <a:t>Edit Master text styles</a:t>
            </a:r>
          </a:p>
          <a:p>
            <a:pPr lvl="1"/>
            <a:r>
              <a:rPr lang="en-US"/>
              <a:t>Second level</a:t>
            </a:r>
          </a:p>
          <a:p>
            <a:pPr lvl="2"/>
            <a:r>
              <a:rPr lang="en-US"/>
              <a:t>Third level</a:t>
            </a:r>
          </a:p>
        </p:txBody>
      </p:sp>
      <p:sp>
        <p:nvSpPr>
          <p:cNvPr id="11" name="Title 10"/>
          <p:cNvSpPr>
            <a:spLocks noGrp="1"/>
          </p:cNvSpPr>
          <p:nvPr>
            <p:ph type="title"/>
          </p:nvPr>
        </p:nvSpPr>
        <p:spPr>
          <a:xfrm>
            <a:off x="381000" y="380999"/>
            <a:ext cx="5715000" cy="990601"/>
          </a:xfrm>
        </p:spPr>
        <p:txBody>
          <a:bodyPr/>
          <a:lstStyle/>
          <a:p>
            <a:r>
              <a:rPr lang="en-US"/>
              <a:t>Click to edit Master title style</a:t>
            </a:r>
          </a:p>
        </p:txBody>
      </p:sp>
      <p:sp>
        <p:nvSpPr>
          <p:cNvPr id="7" name="Footer Placeholder 5">
            <a:extLst>
              <a:ext uri="{FF2B5EF4-FFF2-40B4-BE49-F238E27FC236}">
                <a16:creationId xmlns:a16="http://schemas.microsoft.com/office/drawing/2014/main" id="{BA021A01-CB7C-D44A-BBB5-CDC6EB4FDDBA}"/>
              </a:ext>
            </a:extLst>
          </p:cNvPr>
          <p:cNvSpPr>
            <a:spLocks noGrp="1"/>
          </p:cNvSpPr>
          <p:nvPr>
            <p:ph type="ftr" sz="quarter" idx="11"/>
          </p:nvPr>
        </p:nvSpPr>
        <p:spPr>
          <a:xfrm>
            <a:off x="8274150" y="6335825"/>
            <a:ext cx="3079650" cy="206375"/>
          </a:xfrm>
        </p:spPr>
        <p:txBody>
          <a:bodyPr/>
          <a:lstStyle>
            <a:lvl1pPr algn="r">
              <a:defRPr sz="800" spc="0"/>
            </a:lvl1pPr>
          </a:lstStyle>
          <a:p>
            <a:r>
              <a:rPr lang="en-US" dirty="0"/>
              <a:t>Copyright © 2022 Accenture. All rights reserved.</a:t>
            </a:r>
          </a:p>
        </p:txBody>
      </p:sp>
      <p:sp>
        <p:nvSpPr>
          <p:cNvPr id="8" name="Slide Number Placeholder 6">
            <a:extLst>
              <a:ext uri="{FF2B5EF4-FFF2-40B4-BE49-F238E27FC236}">
                <a16:creationId xmlns:a16="http://schemas.microsoft.com/office/drawing/2014/main" id="{83E418D9-6762-E448-9D1A-F91D08559BAD}"/>
              </a:ext>
            </a:extLst>
          </p:cNvPr>
          <p:cNvSpPr>
            <a:spLocks noGrp="1"/>
          </p:cNvSpPr>
          <p:nvPr>
            <p:ph type="sldNum" sz="quarter" idx="12"/>
          </p:nvPr>
        </p:nvSpPr>
        <p:spPr>
          <a:xfrm>
            <a:off x="11506181" y="6335825"/>
            <a:ext cx="304799" cy="206375"/>
          </a:xfrm>
        </p:spPr>
        <p:txBody>
          <a:bodyPr/>
          <a:lstStyle>
            <a:lvl1pPr>
              <a:defRPr sz="800"/>
            </a:lvl1pPr>
          </a:lstStyle>
          <a:p>
            <a:fld id="{4F9AC08D-23A9-440E-BCB9-AA1E9877CC38}" type="slidenum">
              <a:rPr lang="en-US" smtClean="0"/>
              <a:pPr/>
              <a:t>‹#›</a:t>
            </a:fld>
            <a:endParaRPr lang="en-US" sz="800"/>
          </a:p>
        </p:txBody>
      </p:sp>
    </p:spTree>
    <p:extLst>
      <p:ext uri="{BB962C8B-B14F-4D97-AF65-F5344CB8AC3E}">
        <p14:creationId xmlns:p14="http://schemas.microsoft.com/office/powerpoint/2010/main" val="1713854174"/>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17595588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pic>
        <p:nvPicPr>
          <p:cNvPr id="5" name="Picture 4" descr="Background pattern&#10;&#10;Description automatically generated">
            <a:extLst>
              <a:ext uri="{FF2B5EF4-FFF2-40B4-BE49-F238E27FC236}">
                <a16:creationId xmlns:a16="http://schemas.microsoft.com/office/drawing/2014/main" id="{2AD4DB90-FDF2-454C-9DE5-0DA0359C1F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7094" b="54205"/>
          <a:stretch/>
        </p:blipFill>
        <p:spPr>
          <a:xfrm>
            <a:off x="0" y="5995471"/>
            <a:ext cx="12194647" cy="874621"/>
          </a:xfrm>
          <a:prstGeom prst="rect">
            <a:avLst/>
          </a:prstGeom>
        </p:spPr>
      </p:pic>
      <p:pic>
        <p:nvPicPr>
          <p:cNvPr id="4" name="Picture 3">
            <a:extLst>
              <a:ext uri="{FF2B5EF4-FFF2-40B4-BE49-F238E27FC236}">
                <a16:creationId xmlns:a16="http://schemas.microsoft.com/office/drawing/2014/main" id="{997E4789-DFE5-4AED-A13F-3B6465F24DBE}"/>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16226" r="50252"/>
          <a:stretch/>
        </p:blipFill>
        <p:spPr>
          <a:xfrm flipH="1">
            <a:off x="7425963" y="12092"/>
            <a:ext cx="4766037" cy="6858000"/>
          </a:xfrm>
          <a:prstGeom prst="rect">
            <a:avLst/>
          </a:prstGeom>
        </p:spPr>
      </p:pic>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6" name="Rectangle 5">
            <a:extLst>
              <a:ext uri="{FF2B5EF4-FFF2-40B4-BE49-F238E27FC236}">
                <a16:creationId xmlns:a16="http://schemas.microsoft.com/office/drawing/2014/main" id="{DFD334FF-8A24-42D1-82C6-1A5D08E39952}"/>
              </a:ext>
            </a:extLst>
          </p:cNvPr>
          <p:cNvSpPr/>
          <p:nvPr userDrawn="1"/>
        </p:nvSpPr>
        <p:spPr>
          <a:xfrm>
            <a:off x="-4295" y="4643260"/>
            <a:ext cx="7430258" cy="1339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pic>
        <p:nvPicPr>
          <p:cNvPr id="7" name="Picture 6">
            <a:extLst>
              <a:ext uri="{FF2B5EF4-FFF2-40B4-BE49-F238E27FC236}">
                <a16:creationId xmlns:a16="http://schemas.microsoft.com/office/drawing/2014/main" id="{5AE61C0B-5032-4F56-A6A1-82E584E779E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9" name="TextBox 8">
            <a:extLst>
              <a:ext uri="{FF2B5EF4-FFF2-40B4-BE49-F238E27FC236}">
                <a16:creationId xmlns:a16="http://schemas.microsoft.com/office/drawing/2014/main" id="{D2A956D2-C093-48CE-96FE-4B254FAEA7BD}"/>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bg1"/>
                </a:solidFill>
              </a:rPr>
              <a:t>Copyright © 2022 Accenture. All rights reserved.</a:t>
            </a:r>
            <a:endParaRPr lang="en-US" noProof="0" dirty="0">
              <a:solidFill>
                <a:schemeClr val="bg1"/>
              </a:solidFill>
            </a:endParaRPr>
          </a:p>
        </p:txBody>
      </p:sp>
      <p:sp>
        <p:nvSpPr>
          <p:cNvPr id="10" name="Slide Number Placeholder 6">
            <a:extLst>
              <a:ext uri="{FF2B5EF4-FFF2-40B4-BE49-F238E27FC236}">
                <a16:creationId xmlns:a16="http://schemas.microsoft.com/office/drawing/2014/main" id="{4B212392-00A8-42E9-8C2D-D1CB0BC32AF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D8A3EB21-C1E6-49A5-A527-A9B5A3384D73}" type="slidenum">
              <a:rPr lang="en-US" smtClean="0"/>
              <a:pPr algn="r" defTabSz="228600">
                <a:spcAft>
                  <a:spcPts val="1200"/>
                </a:spcAft>
              </a:pPr>
              <a:t>‹#›</a:t>
            </a:fld>
            <a:endParaRPr lang="en-US"/>
          </a:p>
        </p:txBody>
      </p:sp>
    </p:spTree>
    <p:extLst>
      <p:ext uri="{BB962C8B-B14F-4D97-AF65-F5344CB8AC3E}">
        <p14:creationId xmlns:p14="http://schemas.microsoft.com/office/powerpoint/2010/main" val="3242900986"/>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_Title and Content - L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FD334FF-8A24-42D1-82C6-1A5D08E39952}"/>
              </a:ext>
            </a:extLst>
          </p:cNvPr>
          <p:cNvSpPr/>
          <p:nvPr userDrawn="1"/>
        </p:nvSpPr>
        <p:spPr>
          <a:xfrm>
            <a:off x="-4295" y="4643260"/>
            <a:ext cx="7430258" cy="133948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pic>
        <p:nvPicPr>
          <p:cNvPr id="11" name="Content Placeholder 4">
            <a:extLst>
              <a:ext uri="{FF2B5EF4-FFF2-40B4-BE49-F238E27FC236}">
                <a16:creationId xmlns:a16="http://schemas.microsoft.com/office/drawing/2014/main" id="{AD0B26C5-490C-4862-AB7D-232A1B224DB8}"/>
              </a:ext>
            </a:extLst>
          </p:cNvPr>
          <p:cNvPicPr>
            <a:picLocks noChangeAspect="1"/>
          </p:cNvPicPr>
          <p:nvPr userDrawn="1"/>
        </p:nvPicPr>
        <p:blipFill rotWithShape="1">
          <a:blip r:embed="rId2"/>
          <a:srcRect l="21156" r="14609"/>
          <a:stretch/>
        </p:blipFill>
        <p:spPr>
          <a:xfrm>
            <a:off x="4151086" y="17467"/>
            <a:ext cx="8040914" cy="6415314"/>
          </a:xfrm>
          <a:prstGeom prst="rect">
            <a:avLst/>
          </a:prstGeom>
        </p:spPr>
      </p:pic>
      <p:pic>
        <p:nvPicPr>
          <p:cNvPr id="5" name="Picture 4" descr="Background pattern&#10;&#10;Description automatically generated">
            <a:extLst>
              <a:ext uri="{FF2B5EF4-FFF2-40B4-BE49-F238E27FC236}">
                <a16:creationId xmlns:a16="http://schemas.microsoft.com/office/drawing/2014/main" id="{2AD4DB90-FDF2-454C-9DE5-0DA0359C1FFA}"/>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7094" b="54205"/>
          <a:stretch/>
        </p:blipFill>
        <p:spPr>
          <a:xfrm>
            <a:off x="0" y="5995471"/>
            <a:ext cx="12194647" cy="874621"/>
          </a:xfrm>
          <a:prstGeom prst="rect">
            <a:avLst/>
          </a:prstGeom>
        </p:spPr>
      </p:pic>
      <p:pic>
        <p:nvPicPr>
          <p:cNvPr id="7" name="Picture 6">
            <a:extLst>
              <a:ext uri="{FF2B5EF4-FFF2-40B4-BE49-F238E27FC236}">
                <a16:creationId xmlns:a16="http://schemas.microsoft.com/office/drawing/2014/main" id="{5AE61C0B-5032-4F56-A6A1-82E584E779EE}"/>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9" name="TextBox 8">
            <a:extLst>
              <a:ext uri="{FF2B5EF4-FFF2-40B4-BE49-F238E27FC236}">
                <a16:creationId xmlns:a16="http://schemas.microsoft.com/office/drawing/2014/main" id="{D2A956D2-C093-48CE-96FE-4B254FAEA7BD}"/>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bg1"/>
                </a:solidFill>
              </a:rPr>
              <a:t>Copyright © 2022 Accenture. All rights reserved.</a:t>
            </a:r>
            <a:endParaRPr lang="en-US" noProof="0" dirty="0">
              <a:solidFill>
                <a:schemeClr val="bg1"/>
              </a:solidFill>
            </a:endParaRPr>
          </a:p>
        </p:txBody>
      </p:sp>
      <p:sp>
        <p:nvSpPr>
          <p:cNvPr id="10" name="Slide Number Placeholder 6">
            <a:extLst>
              <a:ext uri="{FF2B5EF4-FFF2-40B4-BE49-F238E27FC236}">
                <a16:creationId xmlns:a16="http://schemas.microsoft.com/office/drawing/2014/main" id="{4B212392-00A8-42E9-8C2D-D1CB0BC32AF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bg1"/>
                </a:solidFill>
              </a:defRPr>
            </a:lvl1pPr>
          </a:lstStyle>
          <a:p>
            <a:pPr algn="r" defTabSz="228600">
              <a:spcAft>
                <a:spcPts val="1200"/>
              </a:spcAft>
            </a:pPr>
            <a:fld id="{D8A3EB21-C1E6-49A5-A527-A9B5A3384D73}" type="slidenum">
              <a:rPr lang="en-US" smtClean="0"/>
              <a:pPr algn="r" defTabSz="228600">
                <a:spcAft>
                  <a:spcPts val="1200"/>
                </a:spcAft>
              </a:pPr>
              <a:t>‹#›</a:t>
            </a:fld>
            <a:endParaRPr lang="en-US"/>
          </a:p>
        </p:txBody>
      </p:sp>
    </p:spTree>
    <p:extLst>
      <p:ext uri="{BB962C8B-B14F-4D97-AF65-F5344CB8AC3E}">
        <p14:creationId xmlns:p14="http://schemas.microsoft.com/office/powerpoint/2010/main" val="3520914137"/>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Tree>
    <p:extLst>
      <p:ext uri="{BB962C8B-B14F-4D97-AF65-F5344CB8AC3E}">
        <p14:creationId xmlns:p14="http://schemas.microsoft.com/office/powerpoint/2010/main" val="3837714306"/>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665581818"/>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Tree>
    <p:extLst>
      <p:ext uri="{BB962C8B-B14F-4D97-AF65-F5344CB8AC3E}">
        <p14:creationId xmlns:p14="http://schemas.microsoft.com/office/powerpoint/2010/main" val="893329630"/>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0"/>
            <a:ext cx="12192000" cy="3428999"/>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0" name="TextBox 9">
            <a:extLst>
              <a:ext uri="{FF2B5EF4-FFF2-40B4-BE49-F238E27FC236}">
                <a16:creationId xmlns:a16="http://schemas.microsoft.com/office/drawing/2014/main" id="{479C00F1-6473-4289-836D-9ED06CFCEB71}"/>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2022 Accenture. All rights reserved.</a:t>
            </a:r>
            <a:endParaRPr lang="en-US" noProof="0" dirty="0">
              <a:solidFill>
                <a:schemeClr val="tx1"/>
              </a:solidFill>
            </a:endParaRPr>
          </a:p>
        </p:txBody>
      </p:sp>
      <p:sp>
        <p:nvSpPr>
          <p:cNvPr id="9" name="Slide Number Placeholder 6">
            <a:extLst>
              <a:ext uri="{FF2B5EF4-FFF2-40B4-BE49-F238E27FC236}">
                <a16:creationId xmlns:a16="http://schemas.microsoft.com/office/drawing/2014/main" id="{26F03EF6-962C-4BE3-99F8-DBCCA9836CD8}"/>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D8A3EB21-C1E6-49A5-A527-A9B5A3384D73}" type="slidenum">
              <a:rPr lang="en-US" smtClean="0"/>
              <a:pPr algn="r" defTabSz="228600">
                <a:spcAft>
                  <a:spcPts val="1200"/>
                </a:spcAft>
              </a:pPr>
              <a:t>‹#›</a:t>
            </a:fld>
            <a:endParaRPr lang="en-US"/>
          </a:p>
        </p:txBody>
      </p:sp>
    </p:spTree>
    <p:extLst>
      <p:ext uri="{BB962C8B-B14F-4D97-AF65-F5344CB8AC3E}">
        <p14:creationId xmlns:p14="http://schemas.microsoft.com/office/powerpoint/2010/main" val="41441853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1011115" y="4146830"/>
            <a:ext cx="5334000" cy="1107997"/>
          </a:xfrm>
        </p:spPr>
        <p:txBody>
          <a:bodyPr anchor="b"/>
          <a:lstStyle>
            <a:lvl1pPr>
              <a:defRPr sz="3600"/>
            </a:lvl1pPr>
          </a:lstStyle>
          <a:p>
            <a:r>
              <a:rPr lang="en-GB"/>
              <a:t>Place headline here (36pt, min 30pt)</a:t>
            </a:r>
            <a:endParaRPr lang="en-US"/>
          </a:p>
        </p:txBody>
      </p:sp>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6858000" y="1468304"/>
            <a:ext cx="4783015" cy="2667000"/>
          </a:xfrm>
        </p:spPr>
        <p:txBody>
          <a:bodyPr/>
          <a:lstStyle>
            <a:lvl1pPr marL="0" indent="0">
              <a:buNone/>
              <a:defRPr sz="2400">
                <a:solidFill>
                  <a:schemeClr val="tx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Sectra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6" name="TextBox 5">
            <a:extLst>
              <a:ext uri="{FF2B5EF4-FFF2-40B4-BE49-F238E27FC236}">
                <a16:creationId xmlns:a16="http://schemas.microsoft.com/office/drawing/2014/main" id="{BD6798F0-EDFD-4642-8598-83DA29D686BE}"/>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solidFill>
              </a:rPr>
              <a:t>Copyright © 2022 Accenture. All rights reserved.</a:t>
            </a:r>
            <a:endParaRPr lang="en-US" noProof="0" dirty="0">
              <a:solidFill>
                <a:schemeClr val="tx1"/>
              </a:solidFill>
            </a:endParaRPr>
          </a:p>
        </p:txBody>
      </p:sp>
      <p:sp>
        <p:nvSpPr>
          <p:cNvPr id="7" name="Slide Number Placeholder 6">
            <a:extLst>
              <a:ext uri="{FF2B5EF4-FFF2-40B4-BE49-F238E27FC236}">
                <a16:creationId xmlns:a16="http://schemas.microsoft.com/office/drawing/2014/main" id="{AC706FE7-540F-4B9E-8BD3-C3E34C2D7FB6}"/>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1"/>
                </a:solidFill>
              </a:defRPr>
            </a:lvl1pPr>
          </a:lstStyle>
          <a:p>
            <a:pPr algn="r" defTabSz="228600">
              <a:spcAft>
                <a:spcPts val="1200"/>
              </a:spcAft>
            </a:pPr>
            <a:fld id="{D8A3EB21-C1E6-49A5-A527-A9B5A3384D73}" type="slidenum">
              <a:rPr lang="en-US" smtClean="0"/>
              <a:pPr algn="r" defTabSz="228600">
                <a:spcAft>
                  <a:spcPts val="1200"/>
                </a:spcAft>
              </a:pPr>
              <a:t>‹#›</a:t>
            </a:fld>
            <a:endParaRPr lang="en-US"/>
          </a:p>
        </p:txBody>
      </p:sp>
    </p:spTree>
    <p:extLst>
      <p:ext uri="{BB962C8B-B14F-4D97-AF65-F5344CB8AC3E}">
        <p14:creationId xmlns:p14="http://schemas.microsoft.com/office/powerpoint/2010/main" val="1115764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a:t>Add image</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a:t>
            </a:r>
          </a:p>
        </p:txBody>
      </p:sp>
    </p:spTree>
    <p:extLst>
      <p:ext uri="{BB962C8B-B14F-4D97-AF65-F5344CB8AC3E}">
        <p14:creationId xmlns:p14="http://schemas.microsoft.com/office/powerpoint/2010/main" val="8896083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Message Gradient Dark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8366477"/>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2434973562"/>
      </p:ext>
    </p:extLst>
  </p:cSld>
  <p:clrMapOvr>
    <a:overrideClrMapping bg1="dk1" tx1="lt1" bg2="dk2" tx2="lt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ark Backgroun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1410759572"/>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Gradient Background with Title">
    <p:bg>
      <p:bgPr>
        <a:blipFill>
          <a:blip r:embed="rId2"/>
          <a:stretch>
            <a:fillRect/>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A5CECBE8-C9DE-46DF-9582-7DB75BEDF4F9}"/>
              </a:ext>
            </a:extLst>
          </p:cNvPr>
          <p:cNvSpPr txBox="1"/>
          <p:nvPr/>
        </p:nvSpPr>
        <p:spPr>
          <a:xfrm>
            <a:off x="0" y="-344994"/>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solidFill>
                  <a:schemeClr val="bg1"/>
                </a:solidFill>
              </a:defRPr>
            </a:lvl1pPr>
          </a:lstStyle>
          <a:p>
            <a:r>
              <a:rPr lang="en-GB"/>
              <a:t>Place headline here (36pt, min 30pt)</a:t>
            </a:r>
            <a:endParaRPr lang="en-US"/>
          </a:p>
        </p:txBody>
      </p:sp>
    </p:spTree>
    <p:extLst>
      <p:ext uri="{BB962C8B-B14F-4D97-AF65-F5344CB8AC3E}">
        <p14:creationId xmlns:p14="http://schemas.microsoft.com/office/powerpoint/2010/main" val="2040594334"/>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uide - Icon Libr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CECD371-7C06-488E-AA23-EB47BBF733D9}"/>
              </a:ext>
            </a:extLst>
          </p:cNvPr>
          <p:cNvSpPr txBox="1">
            <a:spLocks/>
          </p:cNvSpPr>
          <p:nvPr userDrawn="1"/>
        </p:nvSpPr>
        <p:spPr>
          <a:xfrm>
            <a:off x="381000" y="381000"/>
            <a:ext cx="11430000" cy="914400"/>
          </a:xfrm>
          <a:prstGeom prst="rect">
            <a:avLst/>
          </a:prstGeom>
        </p:spPr>
        <p:txBody>
          <a:bodyPr vert="horz" lIns="0" tIns="0" rIns="0" bIns="0" rtlCol="0" anchor="t">
            <a:no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r>
              <a:rPr lang="en-US" noProof="0"/>
              <a:t>Iconography: Monoline</a:t>
            </a:r>
          </a:p>
        </p:txBody>
      </p:sp>
      <p:sp>
        <p:nvSpPr>
          <p:cNvPr id="2" name="TextBox 1">
            <a:extLst>
              <a:ext uri="{FF2B5EF4-FFF2-40B4-BE49-F238E27FC236}">
                <a16:creationId xmlns:a16="http://schemas.microsoft.com/office/drawing/2014/main" id="{AF966297-1DCC-45B0-9DA7-3CE9DE25D2DF}"/>
              </a:ext>
            </a:extLst>
          </p:cNvPr>
          <p:cNvSpPr txBox="1"/>
          <p:nvPr userDrawn="1"/>
        </p:nvSpPr>
        <p:spPr>
          <a:xfrm>
            <a:off x="380999" y="927847"/>
            <a:ext cx="11429981" cy="500243"/>
          </a:xfrm>
          <a:prstGeom prst="rect">
            <a:avLst/>
          </a:prstGeom>
          <a:noFill/>
        </p:spPr>
        <p:txBody>
          <a:bodyPr wrap="square" lIns="0" tIns="0" rIns="0" bIns="0" rtlCol="0">
            <a:noAutofit/>
          </a:bodyPr>
          <a:lstStyle/>
          <a:p>
            <a:pPr defTabSz="228600">
              <a:spcAft>
                <a:spcPts val="1200"/>
              </a:spcAft>
            </a:pPr>
            <a:r>
              <a:rPr lang="en-GB" sz="1600"/>
              <a:t>Our expansive asset library including fonts, photography, iconography and custom slides are available </a:t>
            </a:r>
            <a:r>
              <a:rPr lang="en-GB" sz="1600">
                <a:solidFill>
                  <a:schemeClr val="accent1"/>
                </a:solidFill>
              </a:rPr>
              <a:t>[here &lt;link&gt;]</a:t>
            </a:r>
            <a:r>
              <a:rPr lang="en-GB" sz="1600"/>
              <a:t>. Contact </a:t>
            </a:r>
            <a:r>
              <a:rPr kumimoji="0" lang="en-GB" sz="1600" b="0" i="0" u="none" strike="noStrike" kern="1200" cap="none" spc="0" normalizeH="0" baseline="0" noProof="0">
                <a:ln>
                  <a:noFill/>
                </a:ln>
                <a:solidFill>
                  <a:srgbClr val="A100FF"/>
                </a:solidFill>
                <a:effectLst/>
                <a:uLnTx/>
                <a:uFillTx/>
                <a:latin typeface="Graphik"/>
                <a:ea typeface="+mn-ea"/>
                <a:cs typeface="+mn-cs"/>
                <a:hlinkClick r:id="rId2"/>
              </a:rPr>
              <a:t>Amy.Ritz@Accenture.com</a:t>
            </a:r>
            <a:r>
              <a:rPr kumimoji="0" lang="en-GB" sz="1600" b="0" i="0" u="none" strike="noStrike" kern="1200" cap="none" spc="0" normalizeH="0" baseline="0" noProof="0">
                <a:ln>
                  <a:noFill/>
                </a:ln>
                <a:solidFill>
                  <a:srgbClr val="A100FF"/>
                </a:solidFill>
                <a:effectLst/>
                <a:uLnTx/>
                <a:uFillTx/>
                <a:latin typeface="Graphik"/>
                <a:ea typeface="+mn-ea"/>
                <a:cs typeface="+mn-cs"/>
              </a:rPr>
              <a:t> </a:t>
            </a:r>
            <a:r>
              <a:rPr lang="en-GB" sz="1600"/>
              <a:t>for further information. Access the icons below through </a:t>
            </a:r>
            <a:r>
              <a:rPr lang="en-GB" sz="1600" b="1">
                <a:solidFill>
                  <a:schemeClr val="accent1"/>
                </a:solidFill>
              </a:rPr>
              <a:t>View &gt; Slide Master</a:t>
            </a:r>
            <a:r>
              <a:rPr lang="en-GB" sz="1600"/>
              <a:t>.</a:t>
            </a:r>
          </a:p>
        </p:txBody>
      </p:sp>
      <p:sp>
        <p:nvSpPr>
          <p:cNvPr id="4" name="Freeform 127">
            <a:extLst>
              <a:ext uri="{FF2B5EF4-FFF2-40B4-BE49-F238E27FC236}">
                <a16:creationId xmlns:a16="http://schemas.microsoft.com/office/drawing/2014/main" id="{80F51A57-4DBA-FA4F-916F-88328E5E0137}"/>
              </a:ext>
            </a:extLst>
          </p:cNvPr>
          <p:cNvSpPr>
            <a:spLocks noEditPoints="1"/>
          </p:cNvSpPr>
          <p:nvPr userDrawn="1"/>
        </p:nvSpPr>
        <p:spPr bwMode="auto">
          <a:xfrm>
            <a:off x="767063" y="1981658"/>
            <a:ext cx="513948" cy="396598"/>
          </a:xfrm>
          <a:custGeom>
            <a:avLst/>
            <a:gdLst>
              <a:gd name="T0" fmla="*/ 199 w 309"/>
              <a:gd name="T1" fmla="*/ 232 h 244"/>
              <a:gd name="T2" fmla="*/ 222 w 309"/>
              <a:gd name="T3" fmla="*/ 225 h 244"/>
              <a:gd name="T4" fmla="*/ 248 w 309"/>
              <a:gd name="T5" fmla="*/ 202 h 244"/>
              <a:gd name="T6" fmla="*/ 273 w 309"/>
              <a:gd name="T7" fmla="*/ 177 h 244"/>
              <a:gd name="T8" fmla="*/ 308 w 309"/>
              <a:gd name="T9" fmla="*/ 128 h 244"/>
              <a:gd name="T10" fmla="*/ 216 w 309"/>
              <a:gd name="T11" fmla="*/ 12 h 244"/>
              <a:gd name="T12" fmla="*/ 115 w 309"/>
              <a:gd name="T13" fmla="*/ 19 h 244"/>
              <a:gd name="T14" fmla="*/ 3 w 309"/>
              <a:gd name="T15" fmla="*/ 136 h 244"/>
              <a:gd name="T16" fmla="*/ 44 w 309"/>
              <a:gd name="T17" fmla="*/ 199 h 244"/>
              <a:gd name="T18" fmla="*/ 60 w 309"/>
              <a:gd name="T19" fmla="*/ 217 h 244"/>
              <a:gd name="T20" fmla="*/ 82 w 309"/>
              <a:gd name="T21" fmla="*/ 228 h 244"/>
              <a:gd name="T22" fmla="*/ 128 w 309"/>
              <a:gd name="T23" fmla="*/ 244 h 244"/>
              <a:gd name="T24" fmla="*/ 147 w 309"/>
              <a:gd name="T25" fmla="*/ 233 h 244"/>
              <a:gd name="T26" fmla="*/ 122 w 309"/>
              <a:gd name="T27" fmla="*/ 30 h 244"/>
              <a:gd name="T28" fmla="*/ 194 w 309"/>
              <a:gd name="T29" fmla="*/ 20 h 244"/>
              <a:gd name="T30" fmla="*/ 263 w 309"/>
              <a:gd name="T31" fmla="*/ 31 h 244"/>
              <a:gd name="T32" fmla="*/ 278 w 309"/>
              <a:gd name="T33" fmla="*/ 143 h 244"/>
              <a:gd name="T34" fmla="*/ 136 w 309"/>
              <a:gd name="T35" fmla="*/ 85 h 244"/>
              <a:gd name="T36" fmla="*/ 122 w 309"/>
              <a:gd name="T37" fmla="*/ 30 h 244"/>
              <a:gd name="T38" fmla="*/ 45 w 309"/>
              <a:gd name="T39" fmla="*/ 186 h 244"/>
              <a:gd name="T40" fmla="*/ 32 w 309"/>
              <a:gd name="T41" fmla="*/ 155 h 244"/>
              <a:gd name="T42" fmla="*/ 73 w 309"/>
              <a:gd name="T43" fmla="*/ 206 h 244"/>
              <a:gd name="T44" fmla="*/ 57 w 309"/>
              <a:gd name="T45" fmla="*/ 195 h 244"/>
              <a:gd name="T46" fmla="*/ 67 w 309"/>
              <a:gd name="T47" fmla="*/ 172 h 244"/>
              <a:gd name="T48" fmla="*/ 85 w 309"/>
              <a:gd name="T49" fmla="*/ 171 h 244"/>
              <a:gd name="T50" fmla="*/ 73 w 309"/>
              <a:gd name="T51" fmla="*/ 206 h 244"/>
              <a:gd name="T52" fmla="*/ 102 w 309"/>
              <a:gd name="T53" fmla="*/ 221 h 244"/>
              <a:gd name="T54" fmla="*/ 97 w 309"/>
              <a:gd name="T55" fmla="*/ 181 h 244"/>
              <a:gd name="T56" fmla="*/ 110 w 309"/>
              <a:gd name="T57" fmla="*/ 197 h 244"/>
              <a:gd name="T58" fmla="*/ 137 w 309"/>
              <a:gd name="T59" fmla="*/ 219 h 244"/>
              <a:gd name="T60" fmla="*/ 132 w 309"/>
              <a:gd name="T61" fmla="*/ 230 h 244"/>
              <a:gd name="T62" fmla="*/ 115 w 309"/>
              <a:gd name="T63" fmla="*/ 225 h 244"/>
              <a:gd name="T64" fmla="*/ 138 w 309"/>
              <a:gd name="T65" fmla="*/ 205 h 244"/>
              <a:gd name="T66" fmla="*/ 123 w 309"/>
              <a:gd name="T67" fmla="*/ 187 h 244"/>
              <a:gd name="T68" fmla="*/ 98 w 309"/>
              <a:gd name="T69" fmla="*/ 168 h 244"/>
              <a:gd name="T70" fmla="*/ 68 w 309"/>
              <a:gd name="T71" fmla="*/ 152 h 244"/>
              <a:gd name="T72" fmla="*/ 15 w 309"/>
              <a:gd name="T73" fmla="*/ 128 h 244"/>
              <a:gd name="T74" fmla="*/ 107 w 309"/>
              <a:gd name="T75" fmla="*/ 32 h 244"/>
              <a:gd name="T76" fmla="*/ 113 w 309"/>
              <a:gd name="T77" fmla="*/ 116 h 244"/>
              <a:gd name="T78" fmla="*/ 231 w 309"/>
              <a:gd name="T79" fmla="*/ 115 h 244"/>
              <a:gd name="T80" fmla="*/ 264 w 309"/>
              <a:gd name="T81" fmla="*/ 167 h 244"/>
              <a:gd name="T82" fmla="*/ 220 w 309"/>
              <a:gd name="T83" fmla="*/ 145 h 244"/>
              <a:gd name="T84" fmla="*/ 199 w 309"/>
              <a:gd name="T85" fmla="*/ 133 h 244"/>
              <a:gd name="T86" fmla="*/ 246 w 309"/>
              <a:gd name="T87" fmla="*/ 183 h 244"/>
              <a:gd name="T88" fmla="*/ 228 w 309"/>
              <a:gd name="T89" fmla="*/ 197 h 244"/>
              <a:gd name="T90" fmla="*/ 188 w 309"/>
              <a:gd name="T91" fmla="*/ 167 h 244"/>
              <a:gd name="T92" fmla="*/ 219 w 309"/>
              <a:gd name="T93" fmla="*/ 206 h 244"/>
              <a:gd name="T94" fmla="*/ 204 w 309"/>
              <a:gd name="T95" fmla="*/ 219 h 244"/>
              <a:gd name="T96" fmla="*/ 162 w 309"/>
              <a:gd name="T97" fmla="*/ 196 h 244"/>
              <a:gd name="T98" fmla="*/ 188 w 309"/>
              <a:gd name="T99" fmla="*/ 224 h 244"/>
              <a:gd name="T100" fmla="*/ 151 w 309"/>
              <a:gd name="T101" fmla="*/ 22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09" h="244">
                <a:moveTo>
                  <a:pt x="176" y="239"/>
                </a:moveTo>
                <a:cubicBezTo>
                  <a:pt x="181" y="239"/>
                  <a:pt x="184" y="238"/>
                  <a:pt x="188" y="238"/>
                </a:cubicBezTo>
                <a:cubicBezTo>
                  <a:pt x="192" y="236"/>
                  <a:pt x="196" y="235"/>
                  <a:pt x="199" y="232"/>
                </a:cubicBezTo>
                <a:cubicBezTo>
                  <a:pt x="199" y="232"/>
                  <a:pt x="199" y="232"/>
                  <a:pt x="199" y="232"/>
                </a:cubicBezTo>
                <a:cubicBezTo>
                  <a:pt x="199" y="232"/>
                  <a:pt x="199" y="232"/>
                  <a:pt x="199" y="232"/>
                </a:cubicBezTo>
                <a:cubicBezTo>
                  <a:pt x="200" y="232"/>
                  <a:pt x="201" y="232"/>
                  <a:pt x="201" y="232"/>
                </a:cubicBezTo>
                <a:cubicBezTo>
                  <a:pt x="202" y="232"/>
                  <a:pt x="203" y="233"/>
                  <a:pt x="204" y="233"/>
                </a:cubicBezTo>
                <a:cubicBezTo>
                  <a:pt x="210" y="233"/>
                  <a:pt x="217" y="230"/>
                  <a:pt x="222" y="225"/>
                </a:cubicBezTo>
                <a:cubicBezTo>
                  <a:pt x="227" y="221"/>
                  <a:pt x="230" y="216"/>
                  <a:pt x="232" y="210"/>
                </a:cubicBezTo>
                <a:cubicBezTo>
                  <a:pt x="232" y="210"/>
                  <a:pt x="232" y="210"/>
                  <a:pt x="232" y="210"/>
                </a:cubicBezTo>
                <a:cubicBezTo>
                  <a:pt x="232" y="210"/>
                  <a:pt x="232" y="210"/>
                  <a:pt x="232" y="210"/>
                </a:cubicBezTo>
                <a:cubicBezTo>
                  <a:pt x="238" y="209"/>
                  <a:pt x="243" y="206"/>
                  <a:pt x="248" y="202"/>
                </a:cubicBezTo>
                <a:cubicBezTo>
                  <a:pt x="254" y="197"/>
                  <a:pt x="257" y="191"/>
                  <a:pt x="259" y="185"/>
                </a:cubicBezTo>
                <a:cubicBezTo>
                  <a:pt x="259" y="185"/>
                  <a:pt x="259" y="185"/>
                  <a:pt x="259" y="185"/>
                </a:cubicBezTo>
                <a:cubicBezTo>
                  <a:pt x="259" y="185"/>
                  <a:pt x="259" y="185"/>
                  <a:pt x="259" y="185"/>
                </a:cubicBezTo>
                <a:cubicBezTo>
                  <a:pt x="264" y="184"/>
                  <a:pt x="269" y="181"/>
                  <a:pt x="273" y="177"/>
                </a:cubicBezTo>
                <a:cubicBezTo>
                  <a:pt x="280" y="171"/>
                  <a:pt x="284" y="164"/>
                  <a:pt x="285" y="155"/>
                </a:cubicBezTo>
                <a:cubicBezTo>
                  <a:pt x="285" y="155"/>
                  <a:pt x="285" y="155"/>
                  <a:pt x="285" y="155"/>
                </a:cubicBezTo>
                <a:cubicBezTo>
                  <a:pt x="307" y="135"/>
                  <a:pt x="307" y="135"/>
                  <a:pt x="307" y="135"/>
                </a:cubicBezTo>
                <a:cubicBezTo>
                  <a:pt x="308" y="134"/>
                  <a:pt x="309" y="131"/>
                  <a:pt x="308" y="128"/>
                </a:cubicBezTo>
                <a:cubicBezTo>
                  <a:pt x="274" y="23"/>
                  <a:pt x="274" y="23"/>
                  <a:pt x="274" y="23"/>
                </a:cubicBezTo>
                <a:cubicBezTo>
                  <a:pt x="273" y="21"/>
                  <a:pt x="271" y="19"/>
                  <a:pt x="269" y="19"/>
                </a:cubicBezTo>
                <a:cubicBezTo>
                  <a:pt x="269" y="19"/>
                  <a:pt x="269" y="19"/>
                  <a:pt x="269" y="19"/>
                </a:cubicBezTo>
                <a:cubicBezTo>
                  <a:pt x="264" y="18"/>
                  <a:pt x="226" y="12"/>
                  <a:pt x="216" y="12"/>
                </a:cubicBezTo>
                <a:cubicBezTo>
                  <a:pt x="213" y="12"/>
                  <a:pt x="205" y="10"/>
                  <a:pt x="198" y="7"/>
                </a:cubicBezTo>
                <a:cubicBezTo>
                  <a:pt x="185" y="4"/>
                  <a:pt x="171" y="0"/>
                  <a:pt x="162" y="1"/>
                </a:cubicBezTo>
                <a:cubicBezTo>
                  <a:pt x="148" y="2"/>
                  <a:pt x="123" y="15"/>
                  <a:pt x="115" y="19"/>
                </a:cubicBezTo>
                <a:cubicBezTo>
                  <a:pt x="115" y="19"/>
                  <a:pt x="115" y="19"/>
                  <a:pt x="115" y="19"/>
                </a:cubicBezTo>
                <a:cubicBezTo>
                  <a:pt x="45" y="19"/>
                  <a:pt x="45" y="19"/>
                  <a:pt x="45" y="19"/>
                </a:cubicBezTo>
                <a:cubicBezTo>
                  <a:pt x="42" y="19"/>
                  <a:pt x="40" y="21"/>
                  <a:pt x="39" y="23"/>
                </a:cubicBezTo>
                <a:cubicBezTo>
                  <a:pt x="1" y="128"/>
                  <a:pt x="1" y="128"/>
                  <a:pt x="1" y="128"/>
                </a:cubicBezTo>
                <a:cubicBezTo>
                  <a:pt x="0" y="131"/>
                  <a:pt x="1" y="134"/>
                  <a:pt x="3" y="136"/>
                </a:cubicBezTo>
                <a:cubicBezTo>
                  <a:pt x="21" y="148"/>
                  <a:pt x="21" y="148"/>
                  <a:pt x="21" y="148"/>
                </a:cubicBezTo>
                <a:cubicBezTo>
                  <a:pt x="21" y="148"/>
                  <a:pt x="21" y="148"/>
                  <a:pt x="21" y="148"/>
                </a:cubicBezTo>
                <a:cubicBezTo>
                  <a:pt x="16" y="156"/>
                  <a:pt x="11" y="168"/>
                  <a:pt x="14" y="175"/>
                </a:cubicBezTo>
                <a:cubicBezTo>
                  <a:pt x="17" y="184"/>
                  <a:pt x="33" y="196"/>
                  <a:pt x="44" y="199"/>
                </a:cubicBezTo>
                <a:cubicBezTo>
                  <a:pt x="44" y="199"/>
                  <a:pt x="44" y="199"/>
                  <a:pt x="44" y="199"/>
                </a:cubicBezTo>
                <a:cubicBezTo>
                  <a:pt x="44" y="199"/>
                  <a:pt x="44" y="199"/>
                  <a:pt x="44" y="199"/>
                </a:cubicBezTo>
                <a:cubicBezTo>
                  <a:pt x="44" y="200"/>
                  <a:pt x="44" y="201"/>
                  <a:pt x="44" y="201"/>
                </a:cubicBezTo>
                <a:cubicBezTo>
                  <a:pt x="46" y="208"/>
                  <a:pt x="51" y="213"/>
                  <a:pt x="60" y="217"/>
                </a:cubicBezTo>
                <a:cubicBezTo>
                  <a:pt x="65" y="219"/>
                  <a:pt x="70" y="220"/>
                  <a:pt x="74" y="220"/>
                </a:cubicBezTo>
                <a:cubicBezTo>
                  <a:pt x="74" y="220"/>
                  <a:pt x="74" y="220"/>
                  <a:pt x="74" y="220"/>
                </a:cubicBezTo>
                <a:cubicBezTo>
                  <a:pt x="74" y="220"/>
                  <a:pt x="74" y="220"/>
                  <a:pt x="74" y="220"/>
                </a:cubicBezTo>
                <a:cubicBezTo>
                  <a:pt x="76" y="223"/>
                  <a:pt x="79" y="225"/>
                  <a:pt x="82" y="228"/>
                </a:cubicBezTo>
                <a:cubicBezTo>
                  <a:pt x="89" y="233"/>
                  <a:pt x="99" y="235"/>
                  <a:pt x="106" y="234"/>
                </a:cubicBezTo>
                <a:cubicBezTo>
                  <a:pt x="106" y="234"/>
                  <a:pt x="106" y="234"/>
                  <a:pt x="106" y="234"/>
                </a:cubicBezTo>
                <a:cubicBezTo>
                  <a:pt x="106" y="234"/>
                  <a:pt x="106" y="234"/>
                  <a:pt x="106" y="234"/>
                </a:cubicBezTo>
                <a:cubicBezTo>
                  <a:pt x="111" y="239"/>
                  <a:pt x="119" y="244"/>
                  <a:pt x="128" y="244"/>
                </a:cubicBezTo>
                <a:cubicBezTo>
                  <a:pt x="128" y="244"/>
                  <a:pt x="128" y="244"/>
                  <a:pt x="128" y="244"/>
                </a:cubicBezTo>
                <a:cubicBezTo>
                  <a:pt x="132" y="244"/>
                  <a:pt x="136" y="243"/>
                  <a:pt x="139" y="241"/>
                </a:cubicBezTo>
                <a:cubicBezTo>
                  <a:pt x="142" y="239"/>
                  <a:pt x="145" y="237"/>
                  <a:pt x="147" y="233"/>
                </a:cubicBezTo>
                <a:cubicBezTo>
                  <a:pt x="147" y="233"/>
                  <a:pt x="147" y="233"/>
                  <a:pt x="147" y="233"/>
                </a:cubicBezTo>
                <a:cubicBezTo>
                  <a:pt x="147" y="233"/>
                  <a:pt x="147" y="233"/>
                  <a:pt x="147" y="233"/>
                </a:cubicBezTo>
                <a:cubicBezTo>
                  <a:pt x="156" y="237"/>
                  <a:pt x="167" y="239"/>
                  <a:pt x="176" y="239"/>
                </a:cubicBezTo>
                <a:close/>
                <a:moveTo>
                  <a:pt x="122" y="30"/>
                </a:moveTo>
                <a:cubicBezTo>
                  <a:pt x="122" y="30"/>
                  <a:pt x="122" y="30"/>
                  <a:pt x="122" y="30"/>
                </a:cubicBezTo>
                <a:cubicBezTo>
                  <a:pt x="132" y="25"/>
                  <a:pt x="153" y="14"/>
                  <a:pt x="163" y="14"/>
                </a:cubicBezTo>
                <a:cubicBezTo>
                  <a:pt x="163" y="14"/>
                  <a:pt x="164" y="14"/>
                  <a:pt x="164" y="14"/>
                </a:cubicBezTo>
                <a:cubicBezTo>
                  <a:pt x="171" y="14"/>
                  <a:pt x="184" y="17"/>
                  <a:pt x="194" y="20"/>
                </a:cubicBezTo>
                <a:cubicBezTo>
                  <a:pt x="194" y="20"/>
                  <a:pt x="194" y="20"/>
                  <a:pt x="194" y="20"/>
                </a:cubicBezTo>
                <a:cubicBezTo>
                  <a:pt x="203" y="23"/>
                  <a:pt x="211" y="25"/>
                  <a:pt x="216" y="25"/>
                </a:cubicBezTo>
                <a:cubicBezTo>
                  <a:pt x="222" y="25"/>
                  <a:pt x="245" y="29"/>
                  <a:pt x="262" y="31"/>
                </a:cubicBezTo>
                <a:cubicBezTo>
                  <a:pt x="263" y="31"/>
                  <a:pt x="263" y="31"/>
                  <a:pt x="263" y="31"/>
                </a:cubicBezTo>
                <a:cubicBezTo>
                  <a:pt x="263" y="31"/>
                  <a:pt x="263" y="31"/>
                  <a:pt x="263" y="31"/>
                </a:cubicBezTo>
                <a:cubicBezTo>
                  <a:pt x="295" y="129"/>
                  <a:pt x="295" y="129"/>
                  <a:pt x="295" y="129"/>
                </a:cubicBezTo>
                <a:cubicBezTo>
                  <a:pt x="294" y="129"/>
                  <a:pt x="294" y="129"/>
                  <a:pt x="294" y="129"/>
                </a:cubicBezTo>
                <a:cubicBezTo>
                  <a:pt x="279" y="143"/>
                  <a:pt x="279" y="143"/>
                  <a:pt x="279" y="143"/>
                </a:cubicBezTo>
                <a:cubicBezTo>
                  <a:pt x="278" y="143"/>
                  <a:pt x="278" y="143"/>
                  <a:pt x="278" y="143"/>
                </a:cubicBezTo>
                <a:cubicBezTo>
                  <a:pt x="241" y="106"/>
                  <a:pt x="241" y="106"/>
                  <a:pt x="241" y="106"/>
                </a:cubicBezTo>
                <a:cubicBezTo>
                  <a:pt x="232" y="96"/>
                  <a:pt x="202" y="64"/>
                  <a:pt x="191" y="61"/>
                </a:cubicBezTo>
                <a:cubicBezTo>
                  <a:pt x="174" y="56"/>
                  <a:pt x="159" y="59"/>
                  <a:pt x="147" y="69"/>
                </a:cubicBezTo>
                <a:cubicBezTo>
                  <a:pt x="142" y="74"/>
                  <a:pt x="139" y="79"/>
                  <a:pt x="136" y="85"/>
                </a:cubicBezTo>
                <a:cubicBezTo>
                  <a:pt x="131" y="94"/>
                  <a:pt x="127" y="102"/>
                  <a:pt x="111" y="103"/>
                </a:cubicBezTo>
                <a:cubicBezTo>
                  <a:pt x="104" y="104"/>
                  <a:pt x="98" y="103"/>
                  <a:pt x="96" y="100"/>
                </a:cubicBezTo>
                <a:cubicBezTo>
                  <a:pt x="94" y="98"/>
                  <a:pt x="94" y="96"/>
                  <a:pt x="95" y="95"/>
                </a:cubicBezTo>
                <a:lnTo>
                  <a:pt x="122" y="30"/>
                </a:lnTo>
                <a:close/>
                <a:moveTo>
                  <a:pt x="52" y="170"/>
                </a:moveTo>
                <a:cubicBezTo>
                  <a:pt x="50" y="175"/>
                  <a:pt x="47" y="180"/>
                  <a:pt x="46" y="186"/>
                </a:cubicBezTo>
                <a:cubicBezTo>
                  <a:pt x="46" y="186"/>
                  <a:pt x="46" y="186"/>
                  <a:pt x="46" y="186"/>
                </a:cubicBezTo>
                <a:cubicBezTo>
                  <a:pt x="45" y="186"/>
                  <a:pt x="45" y="186"/>
                  <a:pt x="45" y="186"/>
                </a:cubicBezTo>
                <a:cubicBezTo>
                  <a:pt x="39" y="183"/>
                  <a:pt x="28" y="176"/>
                  <a:pt x="26" y="171"/>
                </a:cubicBezTo>
                <a:cubicBezTo>
                  <a:pt x="26" y="171"/>
                  <a:pt x="26" y="171"/>
                  <a:pt x="26" y="171"/>
                </a:cubicBezTo>
                <a:cubicBezTo>
                  <a:pt x="25" y="169"/>
                  <a:pt x="28" y="161"/>
                  <a:pt x="31" y="156"/>
                </a:cubicBezTo>
                <a:cubicBezTo>
                  <a:pt x="32" y="155"/>
                  <a:pt x="32" y="155"/>
                  <a:pt x="32" y="155"/>
                </a:cubicBezTo>
                <a:cubicBezTo>
                  <a:pt x="32" y="155"/>
                  <a:pt x="32" y="155"/>
                  <a:pt x="32" y="155"/>
                </a:cubicBezTo>
                <a:cubicBezTo>
                  <a:pt x="52" y="170"/>
                  <a:pt x="52" y="170"/>
                  <a:pt x="52" y="170"/>
                </a:cubicBezTo>
                <a:close/>
                <a:moveTo>
                  <a:pt x="73" y="206"/>
                </a:moveTo>
                <a:cubicBezTo>
                  <a:pt x="73" y="206"/>
                  <a:pt x="73" y="206"/>
                  <a:pt x="73" y="206"/>
                </a:cubicBezTo>
                <a:cubicBezTo>
                  <a:pt x="73" y="206"/>
                  <a:pt x="72" y="206"/>
                  <a:pt x="72" y="206"/>
                </a:cubicBezTo>
                <a:cubicBezTo>
                  <a:pt x="71" y="206"/>
                  <a:pt x="68" y="206"/>
                  <a:pt x="65" y="205"/>
                </a:cubicBezTo>
                <a:cubicBezTo>
                  <a:pt x="60" y="203"/>
                  <a:pt x="57" y="200"/>
                  <a:pt x="57" y="198"/>
                </a:cubicBezTo>
                <a:cubicBezTo>
                  <a:pt x="57" y="197"/>
                  <a:pt x="57" y="196"/>
                  <a:pt x="57" y="195"/>
                </a:cubicBezTo>
                <a:cubicBezTo>
                  <a:pt x="57" y="195"/>
                  <a:pt x="57" y="194"/>
                  <a:pt x="57" y="194"/>
                </a:cubicBezTo>
                <a:cubicBezTo>
                  <a:pt x="58" y="188"/>
                  <a:pt x="62" y="179"/>
                  <a:pt x="65" y="173"/>
                </a:cubicBezTo>
                <a:cubicBezTo>
                  <a:pt x="65" y="173"/>
                  <a:pt x="65" y="173"/>
                  <a:pt x="65" y="173"/>
                </a:cubicBezTo>
                <a:cubicBezTo>
                  <a:pt x="66" y="173"/>
                  <a:pt x="67" y="172"/>
                  <a:pt x="67" y="172"/>
                </a:cubicBezTo>
                <a:cubicBezTo>
                  <a:pt x="67" y="171"/>
                  <a:pt x="68" y="170"/>
                  <a:pt x="68" y="169"/>
                </a:cubicBezTo>
                <a:cubicBezTo>
                  <a:pt x="68" y="169"/>
                  <a:pt x="68" y="169"/>
                  <a:pt x="68" y="169"/>
                </a:cubicBezTo>
                <a:cubicBezTo>
                  <a:pt x="70" y="166"/>
                  <a:pt x="71" y="165"/>
                  <a:pt x="72" y="164"/>
                </a:cubicBezTo>
                <a:cubicBezTo>
                  <a:pt x="76" y="163"/>
                  <a:pt x="84" y="169"/>
                  <a:pt x="85" y="171"/>
                </a:cubicBezTo>
                <a:cubicBezTo>
                  <a:pt x="85" y="172"/>
                  <a:pt x="85" y="172"/>
                  <a:pt x="85" y="172"/>
                </a:cubicBezTo>
                <a:cubicBezTo>
                  <a:pt x="86" y="172"/>
                  <a:pt x="86" y="173"/>
                  <a:pt x="85" y="175"/>
                </a:cubicBezTo>
                <a:cubicBezTo>
                  <a:pt x="85" y="175"/>
                  <a:pt x="85" y="175"/>
                  <a:pt x="85" y="175"/>
                </a:cubicBezTo>
                <a:lnTo>
                  <a:pt x="73" y="206"/>
                </a:lnTo>
                <a:close/>
                <a:moveTo>
                  <a:pt x="110" y="197"/>
                </a:moveTo>
                <a:cubicBezTo>
                  <a:pt x="110" y="197"/>
                  <a:pt x="110" y="197"/>
                  <a:pt x="110" y="197"/>
                </a:cubicBezTo>
                <a:cubicBezTo>
                  <a:pt x="102" y="221"/>
                  <a:pt x="102" y="221"/>
                  <a:pt x="102" y="221"/>
                </a:cubicBezTo>
                <a:cubicBezTo>
                  <a:pt x="102" y="221"/>
                  <a:pt x="102" y="221"/>
                  <a:pt x="102" y="221"/>
                </a:cubicBezTo>
                <a:cubicBezTo>
                  <a:pt x="99" y="221"/>
                  <a:pt x="94" y="220"/>
                  <a:pt x="90" y="217"/>
                </a:cubicBezTo>
                <a:cubicBezTo>
                  <a:pt x="87" y="215"/>
                  <a:pt x="86" y="214"/>
                  <a:pt x="85" y="212"/>
                </a:cubicBezTo>
                <a:cubicBezTo>
                  <a:pt x="85" y="212"/>
                  <a:pt x="85" y="212"/>
                  <a:pt x="85" y="212"/>
                </a:cubicBezTo>
                <a:cubicBezTo>
                  <a:pt x="97" y="181"/>
                  <a:pt x="97" y="181"/>
                  <a:pt x="97" y="181"/>
                </a:cubicBezTo>
                <a:cubicBezTo>
                  <a:pt x="97" y="181"/>
                  <a:pt x="97" y="181"/>
                  <a:pt x="97" y="181"/>
                </a:cubicBezTo>
                <a:cubicBezTo>
                  <a:pt x="103" y="182"/>
                  <a:pt x="109" y="185"/>
                  <a:pt x="110" y="187"/>
                </a:cubicBezTo>
                <a:cubicBezTo>
                  <a:pt x="110" y="187"/>
                  <a:pt x="110" y="187"/>
                  <a:pt x="110" y="187"/>
                </a:cubicBezTo>
                <a:cubicBezTo>
                  <a:pt x="110" y="188"/>
                  <a:pt x="111" y="191"/>
                  <a:pt x="110" y="197"/>
                </a:cubicBezTo>
                <a:close/>
                <a:moveTo>
                  <a:pt x="138" y="218"/>
                </a:moveTo>
                <a:cubicBezTo>
                  <a:pt x="138" y="218"/>
                  <a:pt x="138" y="218"/>
                  <a:pt x="138" y="218"/>
                </a:cubicBezTo>
                <a:cubicBezTo>
                  <a:pt x="138" y="218"/>
                  <a:pt x="138" y="218"/>
                  <a:pt x="138" y="218"/>
                </a:cubicBezTo>
                <a:cubicBezTo>
                  <a:pt x="138" y="219"/>
                  <a:pt x="137" y="219"/>
                  <a:pt x="137" y="219"/>
                </a:cubicBezTo>
                <a:cubicBezTo>
                  <a:pt x="136" y="221"/>
                  <a:pt x="136" y="223"/>
                  <a:pt x="136" y="225"/>
                </a:cubicBezTo>
                <a:cubicBezTo>
                  <a:pt x="136" y="225"/>
                  <a:pt x="136" y="225"/>
                  <a:pt x="136" y="225"/>
                </a:cubicBezTo>
                <a:cubicBezTo>
                  <a:pt x="136" y="225"/>
                  <a:pt x="136" y="225"/>
                  <a:pt x="136" y="225"/>
                </a:cubicBezTo>
                <a:cubicBezTo>
                  <a:pt x="135" y="227"/>
                  <a:pt x="134" y="229"/>
                  <a:pt x="132" y="230"/>
                </a:cubicBezTo>
                <a:cubicBezTo>
                  <a:pt x="131" y="231"/>
                  <a:pt x="130" y="231"/>
                  <a:pt x="128" y="231"/>
                </a:cubicBezTo>
                <a:cubicBezTo>
                  <a:pt x="124" y="231"/>
                  <a:pt x="118" y="228"/>
                  <a:pt x="115" y="225"/>
                </a:cubicBezTo>
                <a:cubicBezTo>
                  <a:pt x="115" y="225"/>
                  <a:pt x="115" y="225"/>
                  <a:pt x="115" y="225"/>
                </a:cubicBezTo>
                <a:cubicBezTo>
                  <a:pt x="115" y="225"/>
                  <a:pt x="115" y="225"/>
                  <a:pt x="115" y="225"/>
                </a:cubicBezTo>
                <a:cubicBezTo>
                  <a:pt x="122" y="201"/>
                  <a:pt x="122" y="201"/>
                  <a:pt x="122" y="201"/>
                </a:cubicBezTo>
                <a:cubicBezTo>
                  <a:pt x="122" y="201"/>
                  <a:pt x="122" y="201"/>
                  <a:pt x="122" y="201"/>
                </a:cubicBezTo>
                <a:cubicBezTo>
                  <a:pt x="124" y="200"/>
                  <a:pt x="127" y="199"/>
                  <a:pt x="129" y="200"/>
                </a:cubicBezTo>
                <a:cubicBezTo>
                  <a:pt x="132" y="200"/>
                  <a:pt x="137" y="201"/>
                  <a:pt x="138" y="205"/>
                </a:cubicBezTo>
                <a:cubicBezTo>
                  <a:pt x="139" y="208"/>
                  <a:pt x="139" y="213"/>
                  <a:pt x="138" y="218"/>
                </a:cubicBezTo>
                <a:close/>
                <a:moveTo>
                  <a:pt x="131" y="187"/>
                </a:moveTo>
                <a:cubicBezTo>
                  <a:pt x="129" y="187"/>
                  <a:pt x="126" y="187"/>
                  <a:pt x="124" y="187"/>
                </a:cubicBezTo>
                <a:cubicBezTo>
                  <a:pt x="123" y="187"/>
                  <a:pt x="123" y="187"/>
                  <a:pt x="123" y="187"/>
                </a:cubicBezTo>
                <a:cubicBezTo>
                  <a:pt x="123" y="187"/>
                  <a:pt x="123" y="187"/>
                  <a:pt x="123" y="187"/>
                </a:cubicBezTo>
                <a:cubicBezTo>
                  <a:pt x="123" y="185"/>
                  <a:pt x="123" y="184"/>
                  <a:pt x="123" y="184"/>
                </a:cubicBezTo>
                <a:cubicBezTo>
                  <a:pt x="121" y="175"/>
                  <a:pt x="109" y="169"/>
                  <a:pt x="98" y="168"/>
                </a:cubicBezTo>
                <a:cubicBezTo>
                  <a:pt x="98" y="168"/>
                  <a:pt x="98" y="168"/>
                  <a:pt x="98" y="168"/>
                </a:cubicBezTo>
                <a:cubicBezTo>
                  <a:pt x="98" y="168"/>
                  <a:pt x="98" y="168"/>
                  <a:pt x="98" y="168"/>
                </a:cubicBezTo>
                <a:cubicBezTo>
                  <a:pt x="98" y="168"/>
                  <a:pt x="98" y="168"/>
                  <a:pt x="98" y="167"/>
                </a:cubicBezTo>
                <a:cubicBezTo>
                  <a:pt x="96" y="162"/>
                  <a:pt x="90" y="156"/>
                  <a:pt x="84" y="154"/>
                </a:cubicBezTo>
                <a:cubicBezTo>
                  <a:pt x="78" y="151"/>
                  <a:pt x="73" y="150"/>
                  <a:pt x="68" y="152"/>
                </a:cubicBezTo>
                <a:cubicBezTo>
                  <a:pt x="65" y="153"/>
                  <a:pt x="63" y="155"/>
                  <a:pt x="60" y="158"/>
                </a:cubicBezTo>
                <a:cubicBezTo>
                  <a:pt x="60" y="159"/>
                  <a:pt x="60" y="159"/>
                  <a:pt x="60" y="159"/>
                </a:cubicBezTo>
                <a:cubicBezTo>
                  <a:pt x="59" y="158"/>
                  <a:pt x="59" y="158"/>
                  <a:pt x="59" y="158"/>
                </a:cubicBezTo>
                <a:cubicBezTo>
                  <a:pt x="15" y="128"/>
                  <a:pt x="15" y="128"/>
                  <a:pt x="15" y="128"/>
                </a:cubicBezTo>
                <a:cubicBezTo>
                  <a:pt x="15" y="128"/>
                  <a:pt x="15" y="128"/>
                  <a:pt x="15" y="128"/>
                </a:cubicBezTo>
                <a:cubicBezTo>
                  <a:pt x="50" y="32"/>
                  <a:pt x="50" y="32"/>
                  <a:pt x="50" y="32"/>
                </a:cubicBezTo>
                <a:cubicBezTo>
                  <a:pt x="107" y="32"/>
                  <a:pt x="107" y="32"/>
                  <a:pt x="107" y="32"/>
                </a:cubicBezTo>
                <a:cubicBezTo>
                  <a:pt x="107" y="32"/>
                  <a:pt x="107" y="32"/>
                  <a:pt x="107" y="32"/>
                </a:cubicBezTo>
                <a:cubicBezTo>
                  <a:pt x="82" y="90"/>
                  <a:pt x="82" y="90"/>
                  <a:pt x="82" y="90"/>
                </a:cubicBezTo>
                <a:cubicBezTo>
                  <a:pt x="82" y="90"/>
                  <a:pt x="82" y="91"/>
                  <a:pt x="82" y="91"/>
                </a:cubicBezTo>
                <a:cubicBezTo>
                  <a:pt x="82" y="92"/>
                  <a:pt x="79" y="101"/>
                  <a:pt x="86" y="108"/>
                </a:cubicBezTo>
                <a:cubicBezTo>
                  <a:pt x="91" y="115"/>
                  <a:pt x="100" y="117"/>
                  <a:pt x="113" y="116"/>
                </a:cubicBezTo>
                <a:cubicBezTo>
                  <a:pt x="135" y="114"/>
                  <a:pt x="142" y="101"/>
                  <a:pt x="148" y="91"/>
                </a:cubicBezTo>
                <a:cubicBezTo>
                  <a:pt x="150" y="86"/>
                  <a:pt x="152" y="82"/>
                  <a:pt x="155" y="79"/>
                </a:cubicBezTo>
                <a:cubicBezTo>
                  <a:pt x="164" y="72"/>
                  <a:pt x="174" y="70"/>
                  <a:pt x="187" y="74"/>
                </a:cubicBezTo>
                <a:cubicBezTo>
                  <a:pt x="193" y="75"/>
                  <a:pt x="214" y="96"/>
                  <a:pt x="231" y="115"/>
                </a:cubicBezTo>
                <a:cubicBezTo>
                  <a:pt x="231" y="115"/>
                  <a:pt x="231" y="115"/>
                  <a:pt x="231" y="115"/>
                </a:cubicBezTo>
                <a:cubicBezTo>
                  <a:pt x="272" y="155"/>
                  <a:pt x="272" y="155"/>
                  <a:pt x="272" y="155"/>
                </a:cubicBezTo>
                <a:cubicBezTo>
                  <a:pt x="272" y="155"/>
                  <a:pt x="272" y="155"/>
                  <a:pt x="272" y="155"/>
                </a:cubicBezTo>
                <a:cubicBezTo>
                  <a:pt x="271" y="159"/>
                  <a:pt x="268" y="164"/>
                  <a:pt x="264" y="167"/>
                </a:cubicBezTo>
                <a:cubicBezTo>
                  <a:pt x="261" y="170"/>
                  <a:pt x="257" y="172"/>
                  <a:pt x="254" y="172"/>
                </a:cubicBezTo>
                <a:cubicBezTo>
                  <a:pt x="254" y="172"/>
                  <a:pt x="254" y="172"/>
                  <a:pt x="254" y="172"/>
                </a:cubicBezTo>
                <a:cubicBezTo>
                  <a:pt x="253" y="172"/>
                  <a:pt x="253" y="172"/>
                  <a:pt x="253" y="172"/>
                </a:cubicBezTo>
                <a:cubicBezTo>
                  <a:pt x="220" y="145"/>
                  <a:pt x="220" y="145"/>
                  <a:pt x="220" y="145"/>
                </a:cubicBezTo>
                <a:cubicBezTo>
                  <a:pt x="217" y="142"/>
                  <a:pt x="212" y="135"/>
                  <a:pt x="212" y="132"/>
                </a:cubicBezTo>
                <a:cubicBezTo>
                  <a:pt x="212" y="128"/>
                  <a:pt x="209" y="126"/>
                  <a:pt x="205" y="126"/>
                </a:cubicBezTo>
                <a:cubicBezTo>
                  <a:pt x="205" y="126"/>
                  <a:pt x="205" y="126"/>
                  <a:pt x="205" y="126"/>
                </a:cubicBezTo>
                <a:cubicBezTo>
                  <a:pt x="201" y="126"/>
                  <a:pt x="199" y="129"/>
                  <a:pt x="199" y="133"/>
                </a:cubicBezTo>
                <a:cubicBezTo>
                  <a:pt x="200" y="142"/>
                  <a:pt x="209" y="152"/>
                  <a:pt x="211" y="154"/>
                </a:cubicBezTo>
                <a:cubicBezTo>
                  <a:pt x="211" y="155"/>
                  <a:pt x="211" y="155"/>
                  <a:pt x="212" y="155"/>
                </a:cubicBezTo>
                <a:cubicBezTo>
                  <a:pt x="245" y="182"/>
                  <a:pt x="245" y="182"/>
                  <a:pt x="245" y="182"/>
                </a:cubicBezTo>
                <a:cubicBezTo>
                  <a:pt x="245" y="182"/>
                  <a:pt x="245" y="183"/>
                  <a:pt x="246" y="183"/>
                </a:cubicBezTo>
                <a:cubicBezTo>
                  <a:pt x="246" y="183"/>
                  <a:pt x="246" y="183"/>
                  <a:pt x="246" y="183"/>
                </a:cubicBezTo>
                <a:cubicBezTo>
                  <a:pt x="246" y="183"/>
                  <a:pt x="246" y="183"/>
                  <a:pt x="246" y="183"/>
                </a:cubicBezTo>
                <a:cubicBezTo>
                  <a:pt x="245" y="186"/>
                  <a:pt x="243" y="189"/>
                  <a:pt x="240" y="192"/>
                </a:cubicBezTo>
                <a:cubicBezTo>
                  <a:pt x="236" y="195"/>
                  <a:pt x="232" y="197"/>
                  <a:pt x="228" y="197"/>
                </a:cubicBezTo>
                <a:cubicBezTo>
                  <a:pt x="228" y="197"/>
                  <a:pt x="228" y="197"/>
                  <a:pt x="228" y="197"/>
                </a:cubicBezTo>
                <a:cubicBezTo>
                  <a:pt x="228" y="197"/>
                  <a:pt x="228" y="197"/>
                  <a:pt x="228" y="197"/>
                </a:cubicBezTo>
                <a:cubicBezTo>
                  <a:pt x="193" y="168"/>
                  <a:pt x="193" y="168"/>
                  <a:pt x="193" y="168"/>
                </a:cubicBezTo>
                <a:cubicBezTo>
                  <a:pt x="192" y="167"/>
                  <a:pt x="190" y="167"/>
                  <a:pt x="188" y="167"/>
                </a:cubicBezTo>
                <a:cubicBezTo>
                  <a:pt x="186" y="167"/>
                  <a:pt x="185" y="168"/>
                  <a:pt x="184" y="169"/>
                </a:cubicBezTo>
                <a:cubicBezTo>
                  <a:pt x="183" y="171"/>
                  <a:pt x="182" y="172"/>
                  <a:pt x="182" y="174"/>
                </a:cubicBezTo>
                <a:cubicBezTo>
                  <a:pt x="182" y="176"/>
                  <a:pt x="183" y="177"/>
                  <a:pt x="185" y="178"/>
                </a:cubicBezTo>
                <a:cubicBezTo>
                  <a:pt x="219" y="206"/>
                  <a:pt x="219" y="206"/>
                  <a:pt x="219" y="206"/>
                </a:cubicBezTo>
                <a:cubicBezTo>
                  <a:pt x="219" y="206"/>
                  <a:pt x="219" y="206"/>
                  <a:pt x="219" y="206"/>
                </a:cubicBezTo>
                <a:cubicBezTo>
                  <a:pt x="218" y="210"/>
                  <a:pt x="216" y="213"/>
                  <a:pt x="213" y="215"/>
                </a:cubicBezTo>
                <a:cubicBezTo>
                  <a:pt x="211" y="218"/>
                  <a:pt x="207" y="219"/>
                  <a:pt x="204" y="219"/>
                </a:cubicBezTo>
                <a:cubicBezTo>
                  <a:pt x="204" y="219"/>
                  <a:pt x="204" y="219"/>
                  <a:pt x="204" y="219"/>
                </a:cubicBezTo>
                <a:cubicBezTo>
                  <a:pt x="204" y="219"/>
                  <a:pt x="204" y="219"/>
                  <a:pt x="204" y="219"/>
                </a:cubicBezTo>
                <a:cubicBezTo>
                  <a:pt x="171" y="194"/>
                  <a:pt x="171" y="194"/>
                  <a:pt x="171" y="194"/>
                </a:cubicBezTo>
                <a:cubicBezTo>
                  <a:pt x="170" y="193"/>
                  <a:pt x="168" y="193"/>
                  <a:pt x="166" y="193"/>
                </a:cubicBezTo>
                <a:cubicBezTo>
                  <a:pt x="165" y="193"/>
                  <a:pt x="163" y="194"/>
                  <a:pt x="162" y="196"/>
                </a:cubicBezTo>
                <a:cubicBezTo>
                  <a:pt x="161" y="197"/>
                  <a:pt x="161" y="199"/>
                  <a:pt x="161" y="201"/>
                </a:cubicBezTo>
                <a:cubicBezTo>
                  <a:pt x="161" y="202"/>
                  <a:pt x="162" y="204"/>
                  <a:pt x="163" y="205"/>
                </a:cubicBezTo>
                <a:cubicBezTo>
                  <a:pt x="188" y="224"/>
                  <a:pt x="188" y="224"/>
                  <a:pt x="188" y="224"/>
                </a:cubicBezTo>
                <a:cubicBezTo>
                  <a:pt x="188" y="224"/>
                  <a:pt x="188" y="224"/>
                  <a:pt x="188" y="224"/>
                </a:cubicBezTo>
                <a:cubicBezTo>
                  <a:pt x="187" y="224"/>
                  <a:pt x="186" y="225"/>
                  <a:pt x="185" y="225"/>
                </a:cubicBezTo>
                <a:cubicBezTo>
                  <a:pt x="182" y="225"/>
                  <a:pt x="179" y="226"/>
                  <a:pt x="176" y="226"/>
                </a:cubicBezTo>
                <a:cubicBezTo>
                  <a:pt x="168" y="226"/>
                  <a:pt x="158" y="223"/>
                  <a:pt x="151" y="220"/>
                </a:cubicBezTo>
                <a:cubicBezTo>
                  <a:pt x="151" y="220"/>
                  <a:pt x="151" y="220"/>
                  <a:pt x="151" y="220"/>
                </a:cubicBezTo>
                <a:cubicBezTo>
                  <a:pt x="151" y="220"/>
                  <a:pt x="151" y="220"/>
                  <a:pt x="151" y="220"/>
                </a:cubicBezTo>
                <a:cubicBezTo>
                  <a:pt x="153" y="212"/>
                  <a:pt x="152" y="205"/>
                  <a:pt x="151" y="201"/>
                </a:cubicBezTo>
                <a:cubicBezTo>
                  <a:pt x="149" y="193"/>
                  <a:pt x="141" y="188"/>
                  <a:pt x="131" y="18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32" name="Group 31">
            <a:extLst>
              <a:ext uri="{FF2B5EF4-FFF2-40B4-BE49-F238E27FC236}">
                <a16:creationId xmlns:a16="http://schemas.microsoft.com/office/drawing/2014/main" id="{DE8D8CA6-2132-3B4A-BC60-9F91E4B1458B}"/>
              </a:ext>
            </a:extLst>
          </p:cNvPr>
          <p:cNvGrpSpPr/>
          <p:nvPr userDrawn="1"/>
        </p:nvGrpSpPr>
        <p:grpSpPr>
          <a:xfrm>
            <a:off x="380999" y="1577830"/>
            <a:ext cx="11429980" cy="4734070"/>
            <a:chOff x="380999" y="1577845"/>
            <a:chExt cx="11520823" cy="5122866"/>
          </a:xfrm>
          <a:noFill/>
        </p:grpSpPr>
        <p:sp>
          <p:nvSpPr>
            <p:cNvPr id="3" name="Rectangle 2">
              <a:extLst>
                <a:ext uri="{FF2B5EF4-FFF2-40B4-BE49-F238E27FC236}">
                  <a16:creationId xmlns:a16="http://schemas.microsoft.com/office/drawing/2014/main" id="{6AE293C8-14C3-874B-8890-DD874D9F5187}"/>
                </a:ext>
              </a:extLst>
            </p:cNvPr>
            <p:cNvSpPr/>
            <p:nvPr userDrawn="1"/>
          </p:nvSpPr>
          <p:spPr>
            <a:xfrm>
              <a:off x="380999"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1" name="Rectangle 10">
              <a:extLst>
                <a:ext uri="{FF2B5EF4-FFF2-40B4-BE49-F238E27FC236}">
                  <a16:creationId xmlns:a16="http://schemas.microsoft.com/office/drawing/2014/main" id="{5956D8B7-72A3-4147-AD60-AFE0126E0C59}"/>
                </a:ext>
              </a:extLst>
            </p:cNvPr>
            <p:cNvSpPr/>
            <p:nvPr userDrawn="1"/>
          </p:nvSpPr>
          <p:spPr>
            <a:xfrm>
              <a:off x="166171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2" name="Rectangle 11">
              <a:extLst>
                <a:ext uri="{FF2B5EF4-FFF2-40B4-BE49-F238E27FC236}">
                  <a16:creationId xmlns:a16="http://schemas.microsoft.com/office/drawing/2014/main" id="{088FFDCF-08AC-A745-A14B-1FB83D20EF87}"/>
                </a:ext>
              </a:extLst>
            </p:cNvPr>
            <p:cNvSpPr/>
            <p:nvPr userDrawn="1"/>
          </p:nvSpPr>
          <p:spPr>
            <a:xfrm>
              <a:off x="294243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3" name="Rectangle 12">
              <a:extLst>
                <a:ext uri="{FF2B5EF4-FFF2-40B4-BE49-F238E27FC236}">
                  <a16:creationId xmlns:a16="http://schemas.microsoft.com/office/drawing/2014/main" id="{02B6DE6F-DAF8-E246-AB81-6B639342348F}"/>
                </a:ext>
              </a:extLst>
            </p:cNvPr>
            <p:cNvSpPr/>
            <p:nvPr userDrawn="1"/>
          </p:nvSpPr>
          <p:spPr>
            <a:xfrm>
              <a:off x="422314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14" name="Rectangle 13">
              <a:extLst>
                <a:ext uri="{FF2B5EF4-FFF2-40B4-BE49-F238E27FC236}">
                  <a16:creationId xmlns:a16="http://schemas.microsoft.com/office/drawing/2014/main" id="{23841CF2-263C-B04E-9960-36397C49999B}"/>
                </a:ext>
              </a:extLst>
            </p:cNvPr>
            <p:cNvSpPr/>
            <p:nvPr userDrawn="1"/>
          </p:nvSpPr>
          <p:spPr>
            <a:xfrm>
              <a:off x="550386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2" name="Rectangle 21">
              <a:extLst>
                <a:ext uri="{FF2B5EF4-FFF2-40B4-BE49-F238E27FC236}">
                  <a16:creationId xmlns:a16="http://schemas.microsoft.com/office/drawing/2014/main" id="{82987178-6410-AF4D-A95C-0F3F1BDEE23D}"/>
                </a:ext>
              </a:extLst>
            </p:cNvPr>
            <p:cNvSpPr/>
            <p:nvPr userDrawn="1"/>
          </p:nvSpPr>
          <p:spPr>
            <a:xfrm>
              <a:off x="380999"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3" name="Rectangle 22">
              <a:extLst>
                <a:ext uri="{FF2B5EF4-FFF2-40B4-BE49-F238E27FC236}">
                  <a16:creationId xmlns:a16="http://schemas.microsoft.com/office/drawing/2014/main" id="{2970435B-0CE9-444F-B4A6-D7E0FE1E8098}"/>
                </a:ext>
              </a:extLst>
            </p:cNvPr>
            <p:cNvSpPr/>
            <p:nvPr userDrawn="1"/>
          </p:nvSpPr>
          <p:spPr>
            <a:xfrm>
              <a:off x="166171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4" name="Rectangle 23">
              <a:extLst>
                <a:ext uri="{FF2B5EF4-FFF2-40B4-BE49-F238E27FC236}">
                  <a16:creationId xmlns:a16="http://schemas.microsoft.com/office/drawing/2014/main" id="{D637EA29-2A06-9242-B2F2-EA7F43329956}"/>
                </a:ext>
              </a:extLst>
            </p:cNvPr>
            <p:cNvSpPr/>
            <p:nvPr userDrawn="1"/>
          </p:nvSpPr>
          <p:spPr>
            <a:xfrm>
              <a:off x="294243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5" name="Rectangle 24">
              <a:extLst>
                <a:ext uri="{FF2B5EF4-FFF2-40B4-BE49-F238E27FC236}">
                  <a16:creationId xmlns:a16="http://schemas.microsoft.com/office/drawing/2014/main" id="{EA48AEFC-712D-D044-81E5-6C1E41110759}"/>
                </a:ext>
              </a:extLst>
            </p:cNvPr>
            <p:cNvSpPr/>
            <p:nvPr userDrawn="1"/>
          </p:nvSpPr>
          <p:spPr>
            <a:xfrm>
              <a:off x="422314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6" name="Rectangle 25">
              <a:extLst>
                <a:ext uri="{FF2B5EF4-FFF2-40B4-BE49-F238E27FC236}">
                  <a16:creationId xmlns:a16="http://schemas.microsoft.com/office/drawing/2014/main" id="{A7CBE003-D5E8-864C-98FA-9796248CE2AC}"/>
                </a:ext>
              </a:extLst>
            </p:cNvPr>
            <p:cNvSpPr/>
            <p:nvPr userDrawn="1"/>
          </p:nvSpPr>
          <p:spPr>
            <a:xfrm>
              <a:off x="550386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7" name="Rectangle 26">
              <a:extLst>
                <a:ext uri="{FF2B5EF4-FFF2-40B4-BE49-F238E27FC236}">
                  <a16:creationId xmlns:a16="http://schemas.microsoft.com/office/drawing/2014/main" id="{BADE82A5-95E4-6C4B-B11D-D53B6705F30D}"/>
                </a:ext>
              </a:extLst>
            </p:cNvPr>
            <p:cNvSpPr/>
            <p:nvPr userDrawn="1"/>
          </p:nvSpPr>
          <p:spPr>
            <a:xfrm>
              <a:off x="380999"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8" name="Rectangle 27">
              <a:extLst>
                <a:ext uri="{FF2B5EF4-FFF2-40B4-BE49-F238E27FC236}">
                  <a16:creationId xmlns:a16="http://schemas.microsoft.com/office/drawing/2014/main" id="{6D3153DA-7E96-5A48-85FB-7AA1D84749D2}"/>
                </a:ext>
              </a:extLst>
            </p:cNvPr>
            <p:cNvSpPr/>
            <p:nvPr userDrawn="1"/>
          </p:nvSpPr>
          <p:spPr>
            <a:xfrm>
              <a:off x="166171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29" name="Rectangle 28">
              <a:extLst>
                <a:ext uri="{FF2B5EF4-FFF2-40B4-BE49-F238E27FC236}">
                  <a16:creationId xmlns:a16="http://schemas.microsoft.com/office/drawing/2014/main" id="{784E1B72-B1CA-DE40-964D-0211741FA050}"/>
                </a:ext>
              </a:extLst>
            </p:cNvPr>
            <p:cNvSpPr/>
            <p:nvPr userDrawn="1"/>
          </p:nvSpPr>
          <p:spPr>
            <a:xfrm>
              <a:off x="294243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0" name="Rectangle 29">
              <a:extLst>
                <a:ext uri="{FF2B5EF4-FFF2-40B4-BE49-F238E27FC236}">
                  <a16:creationId xmlns:a16="http://schemas.microsoft.com/office/drawing/2014/main" id="{0EDEA1F2-0336-5941-9F8D-A8F560A28115}"/>
                </a:ext>
              </a:extLst>
            </p:cNvPr>
            <p:cNvSpPr/>
            <p:nvPr userDrawn="1"/>
          </p:nvSpPr>
          <p:spPr>
            <a:xfrm>
              <a:off x="422314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31" name="Rectangle 30">
              <a:extLst>
                <a:ext uri="{FF2B5EF4-FFF2-40B4-BE49-F238E27FC236}">
                  <a16:creationId xmlns:a16="http://schemas.microsoft.com/office/drawing/2014/main" id="{C57AB087-9AA7-2D4E-A82A-605B50372D51}"/>
                </a:ext>
              </a:extLst>
            </p:cNvPr>
            <p:cNvSpPr/>
            <p:nvPr userDrawn="1"/>
          </p:nvSpPr>
          <p:spPr>
            <a:xfrm>
              <a:off x="550386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2" name="Rectangle 41">
              <a:extLst>
                <a:ext uri="{FF2B5EF4-FFF2-40B4-BE49-F238E27FC236}">
                  <a16:creationId xmlns:a16="http://schemas.microsoft.com/office/drawing/2014/main" id="{0F447629-D1B9-0546-851F-E0D5ED605B7A}"/>
                </a:ext>
              </a:extLst>
            </p:cNvPr>
            <p:cNvSpPr/>
            <p:nvPr userDrawn="1"/>
          </p:nvSpPr>
          <p:spPr>
            <a:xfrm>
              <a:off x="6784581"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3" name="Rectangle 42">
              <a:extLst>
                <a:ext uri="{FF2B5EF4-FFF2-40B4-BE49-F238E27FC236}">
                  <a16:creationId xmlns:a16="http://schemas.microsoft.com/office/drawing/2014/main" id="{FE9B1291-33A4-EE48-806C-B5D7A1613345}"/>
                </a:ext>
              </a:extLst>
            </p:cNvPr>
            <p:cNvSpPr/>
            <p:nvPr userDrawn="1"/>
          </p:nvSpPr>
          <p:spPr>
            <a:xfrm>
              <a:off x="6784581"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4" name="Rectangle 43">
              <a:extLst>
                <a:ext uri="{FF2B5EF4-FFF2-40B4-BE49-F238E27FC236}">
                  <a16:creationId xmlns:a16="http://schemas.microsoft.com/office/drawing/2014/main" id="{69CEBC75-F9B2-DF40-8FAB-B56A760AED4B}"/>
                </a:ext>
              </a:extLst>
            </p:cNvPr>
            <p:cNvSpPr/>
            <p:nvPr userDrawn="1"/>
          </p:nvSpPr>
          <p:spPr>
            <a:xfrm>
              <a:off x="6784581"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5" name="Rectangle 44">
              <a:extLst>
                <a:ext uri="{FF2B5EF4-FFF2-40B4-BE49-F238E27FC236}">
                  <a16:creationId xmlns:a16="http://schemas.microsoft.com/office/drawing/2014/main" id="{EE5FF759-951A-054F-9F4A-482FE7225052}"/>
                </a:ext>
              </a:extLst>
            </p:cNvPr>
            <p:cNvSpPr/>
            <p:nvPr userDrawn="1"/>
          </p:nvSpPr>
          <p:spPr>
            <a:xfrm>
              <a:off x="8065298"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6" name="Rectangle 45">
              <a:extLst>
                <a:ext uri="{FF2B5EF4-FFF2-40B4-BE49-F238E27FC236}">
                  <a16:creationId xmlns:a16="http://schemas.microsoft.com/office/drawing/2014/main" id="{90EB0590-F226-6748-B645-71C913F9B674}"/>
                </a:ext>
              </a:extLst>
            </p:cNvPr>
            <p:cNvSpPr/>
            <p:nvPr userDrawn="1"/>
          </p:nvSpPr>
          <p:spPr>
            <a:xfrm>
              <a:off x="8065298"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7" name="Rectangle 46">
              <a:extLst>
                <a:ext uri="{FF2B5EF4-FFF2-40B4-BE49-F238E27FC236}">
                  <a16:creationId xmlns:a16="http://schemas.microsoft.com/office/drawing/2014/main" id="{5D31B860-B762-A94B-B4E7-355AC4826289}"/>
                </a:ext>
              </a:extLst>
            </p:cNvPr>
            <p:cNvSpPr/>
            <p:nvPr userDrawn="1"/>
          </p:nvSpPr>
          <p:spPr>
            <a:xfrm>
              <a:off x="8065298"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8" name="Rectangle 47">
              <a:extLst>
                <a:ext uri="{FF2B5EF4-FFF2-40B4-BE49-F238E27FC236}">
                  <a16:creationId xmlns:a16="http://schemas.microsoft.com/office/drawing/2014/main" id="{982F9D60-F80B-2F4A-9903-3996F96A22C1}"/>
                </a:ext>
              </a:extLst>
            </p:cNvPr>
            <p:cNvSpPr/>
            <p:nvPr userDrawn="1"/>
          </p:nvSpPr>
          <p:spPr>
            <a:xfrm>
              <a:off x="380999" y="5419994"/>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49" name="Rectangle 48">
              <a:extLst>
                <a:ext uri="{FF2B5EF4-FFF2-40B4-BE49-F238E27FC236}">
                  <a16:creationId xmlns:a16="http://schemas.microsoft.com/office/drawing/2014/main" id="{69C6B9A7-FBBB-F541-A935-BD7AF34D2A23}"/>
                </a:ext>
              </a:extLst>
            </p:cNvPr>
            <p:cNvSpPr/>
            <p:nvPr userDrawn="1"/>
          </p:nvSpPr>
          <p:spPr>
            <a:xfrm>
              <a:off x="166171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0" name="Rectangle 49">
              <a:extLst>
                <a:ext uri="{FF2B5EF4-FFF2-40B4-BE49-F238E27FC236}">
                  <a16:creationId xmlns:a16="http://schemas.microsoft.com/office/drawing/2014/main" id="{D53EEC05-B7DA-1540-9D32-177152835D78}"/>
                </a:ext>
              </a:extLst>
            </p:cNvPr>
            <p:cNvSpPr/>
            <p:nvPr userDrawn="1"/>
          </p:nvSpPr>
          <p:spPr>
            <a:xfrm>
              <a:off x="294243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1" name="Rectangle 50">
              <a:extLst>
                <a:ext uri="{FF2B5EF4-FFF2-40B4-BE49-F238E27FC236}">
                  <a16:creationId xmlns:a16="http://schemas.microsoft.com/office/drawing/2014/main" id="{4FF87792-0038-E245-A756-AFA193BEC33C}"/>
                </a:ext>
              </a:extLst>
            </p:cNvPr>
            <p:cNvSpPr/>
            <p:nvPr userDrawn="1"/>
          </p:nvSpPr>
          <p:spPr>
            <a:xfrm>
              <a:off x="422314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2" name="Rectangle 51">
              <a:extLst>
                <a:ext uri="{FF2B5EF4-FFF2-40B4-BE49-F238E27FC236}">
                  <a16:creationId xmlns:a16="http://schemas.microsoft.com/office/drawing/2014/main" id="{563EA47D-7036-6149-BFDD-AE64B4F0440E}"/>
                </a:ext>
              </a:extLst>
            </p:cNvPr>
            <p:cNvSpPr/>
            <p:nvPr userDrawn="1"/>
          </p:nvSpPr>
          <p:spPr>
            <a:xfrm>
              <a:off x="550386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3" name="Rectangle 52">
              <a:extLst>
                <a:ext uri="{FF2B5EF4-FFF2-40B4-BE49-F238E27FC236}">
                  <a16:creationId xmlns:a16="http://schemas.microsoft.com/office/drawing/2014/main" id="{04CBC1BB-E618-4143-8102-0EE9DB6F72F6}"/>
                </a:ext>
              </a:extLst>
            </p:cNvPr>
            <p:cNvSpPr/>
            <p:nvPr userDrawn="1"/>
          </p:nvSpPr>
          <p:spPr>
            <a:xfrm>
              <a:off x="6784581"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4" name="Rectangle 53">
              <a:extLst>
                <a:ext uri="{FF2B5EF4-FFF2-40B4-BE49-F238E27FC236}">
                  <a16:creationId xmlns:a16="http://schemas.microsoft.com/office/drawing/2014/main" id="{16302F22-33DC-404D-B9F7-4999125BE1C0}"/>
                </a:ext>
              </a:extLst>
            </p:cNvPr>
            <p:cNvSpPr/>
            <p:nvPr userDrawn="1"/>
          </p:nvSpPr>
          <p:spPr>
            <a:xfrm>
              <a:off x="8065298"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5" name="Rectangle 54">
              <a:extLst>
                <a:ext uri="{FF2B5EF4-FFF2-40B4-BE49-F238E27FC236}">
                  <a16:creationId xmlns:a16="http://schemas.microsoft.com/office/drawing/2014/main" id="{63913E2F-D6C7-6E4C-AF84-F30990D1C5F1}"/>
                </a:ext>
              </a:extLst>
            </p:cNvPr>
            <p:cNvSpPr/>
            <p:nvPr userDrawn="1"/>
          </p:nvSpPr>
          <p:spPr>
            <a:xfrm>
              <a:off x="9343202"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6" name="Rectangle 55">
              <a:extLst>
                <a:ext uri="{FF2B5EF4-FFF2-40B4-BE49-F238E27FC236}">
                  <a16:creationId xmlns:a16="http://schemas.microsoft.com/office/drawing/2014/main" id="{98F6AD2D-9784-F642-A106-04B3A189A305}"/>
                </a:ext>
              </a:extLst>
            </p:cNvPr>
            <p:cNvSpPr/>
            <p:nvPr userDrawn="1"/>
          </p:nvSpPr>
          <p:spPr>
            <a:xfrm>
              <a:off x="9343202"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7" name="Rectangle 56">
              <a:extLst>
                <a:ext uri="{FF2B5EF4-FFF2-40B4-BE49-F238E27FC236}">
                  <a16:creationId xmlns:a16="http://schemas.microsoft.com/office/drawing/2014/main" id="{15BAA71B-3977-2C45-BFCD-DD42EE282F3A}"/>
                </a:ext>
              </a:extLst>
            </p:cNvPr>
            <p:cNvSpPr/>
            <p:nvPr userDrawn="1"/>
          </p:nvSpPr>
          <p:spPr>
            <a:xfrm>
              <a:off x="9343202"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8" name="Rectangle 57">
              <a:extLst>
                <a:ext uri="{FF2B5EF4-FFF2-40B4-BE49-F238E27FC236}">
                  <a16:creationId xmlns:a16="http://schemas.microsoft.com/office/drawing/2014/main" id="{009A6B8D-0BC6-844C-98BC-26714B74B89C}"/>
                </a:ext>
              </a:extLst>
            </p:cNvPr>
            <p:cNvSpPr/>
            <p:nvPr userDrawn="1"/>
          </p:nvSpPr>
          <p:spPr>
            <a:xfrm>
              <a:off x="9343202"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59" name="Rectangle 58">
              <a:extLst>
                <a:ext uri="{FF2B5EF4-FFF2-40B4-BE49-F238E27FC236}">
                  <a16:creationId xmlns:a16="http://schemas.microsoft.com/office/drawing/2014/main" id="{D8F3FD9C-200A-6341-94B3-0C1EB6DACAB0}"/>
                </a:ext>
              </a:extLst>
            </p:cNvPr>
            <p:cNvSpPr/>
            <p:nvPr userDrawn="1"/>
          </p:nvSpPr>
          <p:spPr>
            <a:xfrm>
              <a:off x="10621105" y="1577845"/>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0" name="Rectangle 59">
              <a:extLst>
                <a:ext uri="{FF2B5EF4-FFF2-40B4-BE49-F238E27FC236}">
                  <a16:creationId xmlns:a16="http://schemas.microsoft.com/office/drawing/2014/main" id="{138373EE-C7AD-A948-BF2D-EFDCBD86A63D}"/>
                </a:ext>
              </a:extLst>
            </p:cNvPr>
            <p:cNvSpPr/>
            <p:nvPr userDrawn="1"/>
          </p:nvSpPr>
          <p:spPr>
            <a:xfrm>
              <a:off x="10621105" y="2858561"/>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1" name="Rectangle 60">
              <a:extLst>
                <a:ext uri="{FF2B5EF4-FFF2-40B4-BE49-F238E27FC236}">
                  <a16:creationId xmlns:a16="http://schemas.microsoft.com/office/drawing/2014/main" id="{1D9BF3B8-1553-CB43-861A-0C55AC833BFD}"/>
                </a:ext>
              </a:extLst>
            </p:cNvPr>
            <p:cNvSpPr/>
            <p:nvPr userDrawn="1"/>
          </p:nvSpPr>
          <p:spPr>
            <a:xfrm>
              <a:off x="10621105" y="4139278"/>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sp>
          <p:nvSpPr>
            <p:cNvPr id="62" name="Rectangle 61">
              <a:extLst>
                <a:ext uri="{FF2B5EF4-FFF2-40B4-BE49-F238E27FC236}">
                  <a16:creationId xmlns:a16="http://schemas.microsoft.com/office/drawing/2014/main" id="{A6D0F4D3-BA10-E141-99A5-7B49C20DF11A}"/>
                </a:ext>
              </a:extLst>
            </p:cNvPr>
            <p:cNvSpPr/>
            <p:nvPr userDrawn="1"/>
          </p:nvSpPr>
          <p:spPr>
            <a:xfrm>
              <a:off x="10621105" y="5419993"/>
              <a:ext cx="1280717" cy="1280717"/>
            </a:xfrm>
            <a:prstGeom prst="rect">
              <a:avLst/>
            </a:prstGeom>
            <a:grpFill/>
            <a:ln w="12700">
              <a:solidFill>
                <a:schemeClr val="bg2"/>
              </a:solidFill>
            </a:ln>
          </p:spPr>
          <p:style>
            <a:lnRef idx="1">
              <a:schemeClr val="accent1"/>
            </a:lnRef>
            <a:fillRef idx="0">
              <a:schemeClr val="accent1"/>
            </a:fillRef>
            <a:effectRef idx="0">
              <a:schemeClr val="accent1"/>
            </a:effectRef>
            <a:fontRef idx="minor">
              <a:schemeClr val="tx1"/>
            </a:fontRef>
          </p:style>
          <p:txBody>
            <a:bodyPr tIns="91440" bIns="91440" rtlCol="0" anchor="t"/>
            <a:lstStyle/>
            <a:p>
              <a:pPr algn="ctr"/>
              <a:endParaRPr lang="en-US" err="1"/>
            </a:p>
          </p:txBody>
        </p:sp>
      </p:grpSp>
      <p:sp>
        <p:nvSpPr>
          <p:cNvPr id="37" name="Freeform 69">
            <a:extLst>
              <a:ext uri="{FF2B5EF4-FFF2-40B4-BE49-F238E27FC236}">
                <a16:creationId xmlns:a16="http://schemas.microsoft.com/office/drawing/2014/main" id="{3634B592-2BB6-5C4B-A72F-5EE93BA6F81A}"/>
              </a:ext>
            </a:extLst>
          </p:cNvPr>
          <p:cNvSpPr>
            <a:spLocks noEditPoints="1"/>
          </p:cNvSpPr>
          <p:nvPr userDrawn="1"/>
        </p:nvSpPr>
        <p:spPr bwMode="auto">
          <a:xfrm>
            <a:off x="3325653" y="1967482"/>
            <a:ext cx="499664" cy="424950"/>
          </a:xfrm>
          <a:custGeom>
            <a:avLst/>
            <a:gdLst>
              <a:gd name="T0" fmla="*/ 90 w 289"/>
              <a:gd name="T1" fmla="*/ 246 h 246"/>
              <a:gd name="T2" fmla="*/ 86 w 289"/>
              <a:gd name="T3" fmla="*/ 244 h 246"/>
              <a:gd name="T4" fmla="*/ 2 w 289"/>
              <a:gd name="T5" fmla="*/ 160 h 246"/>
              <a:gd name="T6" fmla="*/ 2 w 289"/>
              <a:gd name="T7" fmla="*/ 152 h 246"/>
              <a:gd name="T8" fmla="*/ 44 w 289"/>
              <a:gd name="T9" fmla="*/ 110 h 246"/>
              <a:gd name="T10" fmla="*/ 53 w 289"/>
              <a:gd name="T11" fmla="*/ 110 h 246"/>
              <a:gd name="T12" fmla="*/ 90 w 289"/>
              <a:gd name="T13" fmla="*/ 148 h 246"/>
              <a:gd name="T14" fmla="*/ 236 w 289"/>
              <a:gd name="T15" fmla="*/ 2 h 246"/>
              <a:gd name="T16" fmla="*/ 245 w 289"/>
              <a:gd name="T17" fmla="*/ 2 h 246"/>
              <a:gd name="T18" fmla="*/ 287 w 289"/>
              <a:gd name="T19" fmla="*/ 44 h 246"/>
              <a:gd name="T20" fmla="*/ 287 w 289"/>
              <a:gd name="T21" fmla="*/ 52 h 246"/>
              <a:gd name="T22" fmla="*/ 95 w 289"/>
              <a:gd name="T23" fmla="*/ 244 h 246"/>
              <a:gd name="T24" fmla="*/ 90 w 289"/>
              <a:gd name="T25" fmla="*/ 246 h 246"/>
              <a:gd name="T26" fmla="*/ 15 w 289"/>
              <a:gd name="T27" fmla="*/ 156 h 246"/>
              <a:gd name="T28" fmla="*/ 90 w 289"/>
              <a:gd name="T29" fmla="*/ 232 h 246"/>
              <a:gd name="T30" fmla="*/ 274 w 289"/>
              <a:gd name="T31" fmla="*/ 48 h 246"/>
              <a:gd name="T32" fmla="*/ 240 w 289"/>
              <a:gd name="T33" fmla="*/ 15 h 246"/>
              <a:gd name="T34" fmla="*/ 95 w 289"/>
              <a:gd name="T35" fmla="*/ 160 h 246"/>
              <a:gd name="T36" fmla="*/ 86 w 289"/>
              <a:gd name="T37" fmla="*/ 160 h 246"/>
              <a:gd name="T38" fmla="*/ 48 w 289"/>
              <a:gd name="T39" fmla="*/ 123 h 246"/>
              <a:gd name="T40" fmla="*/ 15 w 289"/>
              <a:gd name="T41" fmla="*/ 15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9" h="246">
                <a:moveTo>
                  <a:pt x="90" y="246"/>
                </a:moveTo>
                <a:cubicBezTo>
                  <a:pt x="89" y="246"/>
                  <a:pt x="87" y="246"/>
                  <a:pt x="86" y="244"/>
                </a:cubicBezTo>
                <a:cubicBezTo>
                  <a:pt x="2" y="160"/>
                  <a:pt x="2" y="160"/>
                  <a:pt x="2" y="160"/>
                </a:cubicBezTo>
                <a:cubicBezTo>
                  <a:pt x="0" y="158"/>
                  <a:pt x="0" y="154"/>
                  <a:pt x="2" y="152"/>
                </a:cubicBezTo>
                <a:cubicBezTo>
                  <a:pt x="44" y="110"/>
                  <a:pt x="44" y="110"/>
                  <a:pt x="44" y="110"/>
                </a:cubicBezTo>
                <a:cubicBezTo>
                  <a:pt x="47" y="108"/>
                  <a:pt x="50" y="108"/>
                  <a:pt x="53" y="110"/>
                </a:cubicBezTo>
                <a:cubicBezTo>
                  <a:pt x="90" y="148"/>
                  <a:pt x="90" y="148"/>
                  <a:pt x="90" y="148"/>
                </a:cubicBezTo>
                <a:cubicBezTo>
                  <a:pt x="236" y="2"/>
                  <a:pt x="236" y="2"/>
                  <a:pt x="236" y="2"/>
                </a:cubicBezTo>
                <a:cubicBezTo>
                  <a:pt x="239" y="0"/>
                  <a:pt x="242" y="0"/>
                  <a:pt x="245" y="2"/>
                </a:cubicBezTo>
                <a:cubicBezTo>
                  <a:pt x="287" y="44"/>
                  <a:pt x="287" y="44"/>
                  <a:pt x="287" y="44"/>
                </a:cubicBezTo>
                <a:cubicBezTo>
                  <a:pt x="289" y="46"/>
                  <a:pt x="289" y="50"/>
                  <a:pt x="287" y="52"/>
                </a:cubicBezTo>
                <a:cubicBezTo>
                  <a:pt x="95" y="244"/>
                  <a:pt x="95" y="244"/>
                  <a:pt x="95" y="244"/>
                </a:cubicBezTo>
                <a:cubicBezTo>
                  <a:pt x="94" y="246"/>
                  <a:pt x="92" y="246"/>
                  <a:pt x="90" y="246"/>
                </a:cubicBezTo>
                <a:close/>
                <a:moveTo>
                  <a:pt x="15" y="156"/>
                </a:moveTo>
                <a:cubicBezTo>
                  <a:pt x="90" y="232"/>
                  <a:pt x="90" y="232"/>
                  <a:pt x="90" y="232"/>
                </a:cubicBezTo>
                <a:cubicBezTo>
                  <a:pt x="274" y="48"/>
                  <a:pt x="274" y="48"/>
                  <a:pt x="274" y="48"/>
                </a:cubicBezTo>
                <a:cubicBezTo>
                  <a:pt x="240" y="15"/>
                  <a:pt x="240" y="15"/>
                  <a:pt x="240" y="15"/>
                </a:cubicBezTo>
                <a:cubicBezTo>
                  <a:pt x="95" y="160"/>
                  <a:pt x="95" y="160"/>
                  <a:pt x="95" y="160"/>
                </a:cubicBezTo>
                <a:cubicBezTo>
                  <a:pt x="92" y="163"/>
                  <a:pt x="89" y="163"/>
                  <a:pt x="86" y="160"/>
                </a:cubicBezTo>
                <a:cubicBezTo>
                  <a:pt x="48" y="123"/>
                  <a:pt x="48" y="123"/>
                  <a:pt x="48" y="123"/>
                </a:cubicBezTo>
                <a:lnTo>
                  <a:pt x="15" y="156"/>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solidFill>
                <a:schemeClr val="bg2"/>
              </a:solidFill>
              <a:latin typeface="+mj-lt"/>
            </a:endParaRPr>
          </a:p>
        </p:txBody>
      </p:sp>
      <p:grpSp>
        <p:nvGrpSpPr>
          <p:cNvPr id="91" name="Group 98">
            <a:extLst>
              <a:ext uri="{FF2B5EF4-FFF2-40B4-BE49-F238E27FC236}">
                <a16:creationId xmlns:a16="http://schemas.microsoft.com/office/drawing/2014/main" id="{9AC922D9-7CEE-B448-86D3-66DA557B7FF2}"/>
              </a:ext>
            </a:extLst>
          </p:cNvPr>
          <p:cNvGrpSpPr>
            <a:grpSpLocks noChangeAspect="1"/>
          </p:cNvGrpSpPr>
          <p:nvPr userDrawn="1"/>
        </p:nvGrpSpPr>
        <p:grpSpPr bwMode="auto">
          <a:xfrm>
            <a:off x="2084826" y="5548256"/>
            <a:ext cx="448560" cy="372925"/>
            <a:chOff x="1371" y="1755"/>
            <a:chExt cx="427" cy="355"/>
          </a:xfrm>
          <a:solidFill>
            <a:schemeClr val="accent1"/>
          </a:solidFill>
        </p:grpSpPr>
        <p:sp>
          <p:nvSpPr>
            <p:cNvPr id="92" name="Freeform 99">
              <a:extLst>
                <a:ext uri="{FF2B5EF4-FFF2-40B4-BE49-F238E27FC236}">
                  <a16:creationId xmlns:a16="http://schemas.microsoft.com/office/drawing/2014/main" id="{6DD3FF56-53E8-3945-A690-6D0C81F64008}"/>
                </a:ext>
              </a:extLst>
            </p:cNvPr>
            <p:cNvSpPr>
              <a:spLocks noEditPoints="1"/>
            </p:cNvSpPr>
            <p:nvPr/>
          </p:nvSpPr>
          <p:spPr bwMode="auto">
            <a:xfrm>
              <a:off x="1371" y="1755"/>
              <a:ext cx="427" cy="355"/>
            </a:xfrm>
            <a:custGeom>
              <a:avLst/>
              <a:gdLst>
                <a:gd name="T0" fmla="*/ 282 w 288"/>
                <a:gd name="T1" fmla="*/ 240 h 240"/>
                <a:gd name="T2" fmla="*/ 6 w 288"/>
                <a:gd name="T3" fmla="*/ 240 h 240"/>
                <a:gd name="T4" fmla="*/ 0 w 288"/>
                <a:gd name="T5" fmla="*/ 234 h 240"/>
                <a:gd name="T6" fmla="*/ 0 w 288"/>
                <a:gd name="T7" fmla="*/ 6 h 240"/>
                <a:gd name="T8" fmla="*/ 6 w 288"/>
                <a:gd name="T9" fmla="*/ 0 h 240"/>
                <a:gd name="T10" fmla="*/ 282 w 288"/>
                <a:gd name="T11" fmla="*/ 0 h 240"/>
                <a:gd name="T12" fmla="*/ 288 w 288"/>
                <a:gd name="T13" fmla="*/ 6 h 240"/>
                <a:gd name="T14" fmla="*/ 288 w 288"/>
                <a:gd name="T15" fmla="*/ 234 h 240"/>
                <a:gd name="T16" fmla="*/ 282 w 288"/>
                <a:gd name="T17" fmla="*/ 240 h 240"/>
                <a:gd name="T18" fmla="*/ 12 w 288"/>
                <a:gd name="T19" fmla="*/ 228 h 240"/>
                <a:gd name="T20" fmla="*/ 276 w 288"/>
                <a:gd name="T21" fmla="*/ 228 h 240"/>
                <a:gd name="T22" fmla="*/ 276 w 288"/>
                <a:gd name="T23" fmla="*/ 12 h 240"/>
                <a:gd name="T24" fmla="*/ 12 w 288"/>
                <a:gd name="T25" fmla="*/ 12 h 240"/>
                <a:gd name="T26" fmla="*/ 12 w 288"/>
                <a:gd name="T27" fmla="*/ 228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40">
                  <a:moveTo>
                    <a:pt x="282" y="240"/>
                  </a:moveTo>
                  <a:cubicBezTo>
                    <a:pt x="6" y="240"/>
                    <a:pt x="6" y="240"/>
                    <a:pt x="6" y="240"/>
                  </a:cubicBezTo>
                  <a:cubicBezTo>
                    <a:pt x="3" y="240"/>
                    <a:pt x="0" y="237"/>
                    <a:pt x="0" y="234"/>
                  </a:cubicBezTo>
                  <a:cubicBezTo>
                    <a:pt x="0" y="6"/>
                    <a:pt x="0" y="6"/>
                    <a:pt x="0" y="6"/>
                  </a:cubicBezTo>
                  <a:cubicBezTo>
                    <a:pt x="0" y="3"/>
                    <a:pt x="3" y="0"/>
                    <a:pt x="6" y="0"/>
                  </a:cubicBezTo>
                  <a:cubicBezTo>
                    <a:pt x="282" y="0"/>
                    <a:pt x="282" y="0"/>
                    <a:pt x="282" y="0"/>
                  </a:cubicBezTo>
                  <a:cubicBezTo>
                    <a:pt x="285" y="0"/>
                    <a:pt x="288" y="3"/>
                    <a:pt x="288" y="6"/>
                  </a:cubicBezTo>
                  <a:cubicBezTo>
                    <a:pt x="288" y="234"/>
                    <a:pt x="288" y="234"/>
                    <a:pt x="288" y="234"/>
                  </a:cubicBezTo>
                  <a:cubicBezTo>
                    <a:pt x="288" y="237"/>
                    <a:pt x="285" y="240"/>
                    <a:pt x="282" y="240"/>
                  </a:cubicBezTo>
                  <a:close/>
                  <a:moveTo>
                    <a:pt x="12" y="228"/>
                  </a:moveTo>
                  <a:cubicBezTo>
                    <a:pt x="276" y="228"/>
                    <a:pt x="276" y="228"/>
                    <a:pt x="276" y="228"/>
                  </a:cubicBezTo>
                  <a:cubicBezTo>
                    <a:pt x="276" y="12"/>
                    <a:pt x="276" y="12"/>
                    <a:pt x="276" y="12"/>
                  </a:cubicBezTo>
                  <a:cubicBezTo>
                    <a:pt x="12" y="12"/>
                    <a:pt x="12" y="12"/>
                    <a:pt x="12" y="12"/>
                  </a:cubicBezTo>
                  <a:lnTo>
                    <a:pt x="12" y="2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3" name="Freeform 100">
              <a:extLst>
                <a:ext uri="{FF2B5EF4-FFF2-40B4-BE49-F238E27FC236}">
                  <a16:creationId xmlns:a16="http://schemas.microsoft.com/office/drawing/2014/main" id="{B9DD30D6-7FC5-4E4B-AA29-A488CEB79813}"/>
                </a:ext>
              </a:extLst>
            </p:cNvPr>
            <p:cNvSpPr>
              <a:spLocks/>
            </p:cNvSpPr>
            <p:nvPr/>
          </p:nvSpPr>
          <p:spPr bwMode="auto">
            <a:xfrm>
              <a:off x="1407" y="1790"/>
              <a:ext cx="71" cy="71"/>
            </a:xfrm>
            <a:custGeom>
              <a:avLst/>
              <a:gdLst>
                <a:gd name="T0" fmla="*/ 6 w 48"/>
                <a:gd name="T1" fmla="*/ 48 h 48"/>
                <a:gd name="T2" fmla="*/ 0 w 48"/>
                <a:gd name="T3" fmla="*/ 42 h 48"/>
                <a:gd name="T4" fmla="*/ 0 w 48"/>
                <a:gd name="T5" fmla="*/ 6 h 48"/>
                <a:gd name="T6" fmla="*/ 6 w 48"/>
                <a:gd name="T7" fmla="*/ 0 h 48"/>
                <a:gd name="T8" fmla="*/ 42 w 48"/>
                <a:gd name="T9" fmla="*/ 0 h 48"/>
                <a:gd name="T10" fmla="*/ 48 w 48"/>
                <a:gd name="T11" fmla="*/ 6 h 48"/>
                <a:gd name="T12" fmla="*/ 42 w 48"/>
                <a:gd name="T13" fmla="*/ 12 h 48"/>
                <a:gd name="T14" fmla="*/ 12 w 48"/>
                <a:gd name="T15" fmla="*/ 12 h 48"/>
                <a:gd name="T16" fmla="*/ 12 w 48"/>
                <a:gd name="T17" fmla="*/ 42 h 48"/>
                <a:gd name="T18" fmla="*/ 6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6" y="48"/>
                  </a:moveTo>
                  <a:cubicBezTo>
                    <a:pt x="3" y="48"/>
                    <a:pt x="0" y="45"/>
                    <a:pt x="0" y="42"/>
                  </a:cubicBezTo>
                  <a:cubicBezTo>
                    <a:pt x="0" y="6"/>
                    <a:pt x="0" y="6"/>
                    <a:pt x="0" y="6"/>
                  </a:cubicBezTo>
                  <a:cubicBezTo>
                    <a:pt x="0" y="3"/>
                    <a:pt x="3" y="0"/>
                    <a:pt x="6" y="0"/>
                  </a:cubicBezTo>
                  <a:cubicBezTo>
                    <a:pt x="42" y="0"/>
                    <a:pt x="42" y="0"/>
                    <a:pt x="42" y="0"/>
                  </a:cubicBezTo>
                  <a:cubicBezTo>
                    <a:pt x="45" y="0"/>
                    <a:pt x="48" y="3"/>
                    <a:pt x="48" y="6"/>
                  </a:cubicBezTo>
                  <a:cubicBezTo>
                    <a:pt x="48" y="9"/>
                    <a:pt x="45" y="12"/>
                    <a:pt x="42" y="12"/>
                  </a:cubicBezTo>
                  <a:cubicBezTo>
                    <a:pt x="12" y="12"/>
                    <a:pt x="12" y="12"/>
                    <a:pt x="12" y="12"/>
                  </a:cubicBezTo>
                  <a:cubicBezTo>
                    <a:pt x="12" y="42"/>
                    <a:pt x="12" y="42"/>
                    <a:pt x="12" y="42"/>
                  </a:cubicBezTo>
                  <a:cubicBezTo>
                    <a:pt x="12" y="45"/>
                    <a:pt x="9"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4" name="Freeform 101">
              <a:extLst>
                <a:ext uri="{FF2B5EF4-FFF2-40B4-BE49-F238E27FC236}">
                  <a16:creationId xmlns:a16="http://schemas.microsoft.com/office/drawing/2014/main" id="{B598F935-A581-034B-89D4-127294ECEFE4}"/>
                </a:ext>
              </a:extLst>
            </p:cNvPr>
            <p:cNvSpPr>
              <a:spLocks/>
            </p:cNvSpPr>
            <p:nvPr/>
          </p:nvSpPr>
          <p:spPr bwMode="auto">
            <a:xfrm>
              <a:off x="1691" y="1790"/>
              <a:ext cx="71" cy="71"/>
            </a:xfrm>
            <a:custGeom>
              <a:avLst/>
              <a:gdLst>
                <a:gd name="T0" fmla="*/ 42 w 48"/>
                <a:gd name="T1" fmla="*/ 48 h 48"/>
                <a:gd name="T2" fmla="*/ 36 w 48"/>
                <a:gd name="T3" fmla="*/ 42 h 48"/>
                <a:gd name="T4" fmla="*/ 36 w 48"/>
                <a:gd name="T5" fmla="*/ 12 h 48"/>
                <a:gd name="T6" fmla="*/ 6 w 48"/>
                <a:gd name="T7" fmla="*/ 12 h 48"/>
                <a:gd name="T8" fmla="*/ 0 w 48"/>
                <a:gd name="T9" fmla="*/ 6 h 48"/>
                <a:gd name="T10" fmla="*/ 6 w 48"/>
                <a:gd name="T11" fmla="*/ 0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39" y="48"/>
                    <a:pt x="36" y="45"/>
                    <a:pt x="36" y="42"/>
                  </a:cubicBezTo>
                  <a:cubicBezTo>
                    <a:pt x="36" y="12"/>
                    <a:pt x="36" y="12"/>
                    <a:pt x="36" y="12"/>
                  </a:cubicBezTo>
                  <a:cubicBezTo>
                    <a:pt x="6" y="12"/>
                    <a:pt x="6" y="12"/>
                    <a:pt x="6" y="12"/>
                  </a:cubicBezTo>
                  <a:cubicBezTo>
                    <a:pt x="3" y="12"/>
                    <a:pt x="0" y="9"/>
                    <a:pt x="0" y="6"/>
                  </a:cubicBezTo>
                  <a:cubicBezTo>
                    <a:pt x="0" y="3"/>
                    <a:pt x="3" y="0"/>
                    <a:pt x="6" y="0"/>
                  </a:cubicBezTo>
                  <a:cubicBezTo>
                    <a:pt x="42" y="0"/>
                    <a:pt x="42"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5" name="Freeform 102">
              <a:extLst>
                <a:ext uri="{FF2B5EF4-FFF2-40B4-BE49-F238E27FC236}">
                  <a16:creationId xmlns:a16="http://schemas.microsoft.com/office/drawing/2014/main" id="{24EC5BA8-8063-3241-A2BA-5D3F0C810EF9}"/>
                </a:ext>
              </a:extLst>
            </p:cNvPr>
            <p:cNvSpPr>
              <a:spLocks/>
            </p:cNvSpPr>
            <p:nvPr/>
          </p:nvSpPr>
          <p:spPr bwMode="auto">
            <a:xfrm>
              <a:off x="1407" y="2004"/>
              <a:ext cx="71" cy="71"/>
            </a:xfrm>
            <a:custGeom>
              <a:avLst/>
              <a:gdLst>
                <a:gd name="T0" fmla="*/ 42 w 48"/>
                <a:gd name="T1" fmla="*/ 48 h 48"/>
                <a:gd name="T2" fmla="*/ 6 w 48"/>
                <a:gd name="T3" fmla="*/ 48 h 48"/>
                <a:gd name="T4" fmla="*/ 0 w 48"/>
                <a:gd name="T5" fmla="*/ 42 h 48"/>
                <a:gd name="T6" fmla="*/ 0 w 48"/>
                <a:gd name="T7" fmla="*/ 6 h 48"/>
                <a:gd name="T8" fmla="*/ 6 w 48"/>
                <a:gd name="T9" fmla="*/ 0 h 48"/>
                <a:gd name="T10" fmla="*/ 12 w 48"/>
                <a:gd name="T11" fmla="*/ 6 h 48"/>
                <a:gd name="T12" fmla="*/ 12 w 48"/>
                <a:gd name="T13" fmla="*/ 36 h 48"/>
                <a:gd name="T14" fmla="*/ 42 w 48"/>
                <a:gd name="T15" fmla="*/ 3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6"/>
                    <a:pt x="0" y="6"/>
                    <a:pt x="0" y="6"/>
                  </a:cubicBezTo>
                  <a:cubicBezTo>
                    <a:pt x="0" y="3"/>
                    <a:pt x="3" y="0"/>
                    <a:pt x="6" y="0"/>
                  </a:cubicBezTo>
                  <a:cubicBezTo>
                    <a:pt x="9" y="0"/>
                    <a:pt x="12" y="3"/>
                    <a:pt x="12" y="6"/>
                  </a:cubicBezTo>
                  <a:cubicBezTo>
                    <a:pt x="12" y="36"/>
                    <a:pt x="12" y="36"/>
                    <a:pt x="12" y="36"/>
                  </a:cubicBezTo>
                  <a:cubicBezTo>
                    <a:pt x="42" y="36"/>
                    <a:pt x="42" y="36"/>
                    <a:pt x="42" y="36"/>
                  </a:cubicBezTo>
                  <a:cubicBezTo>
                    <a:pt x="45" y="36"/>
                    <a:pt x="48" y="39"/>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6" name="Freeform 103">
              <a:extLst>
                <a:ext uri="{FF2B5EF4-FFF2-40B4-BE49-F238E27FC236}">
                  <a16:creationId xmlns:a16="http://schemas.microsoft.com/office/drawing/2014/main" id="{CF8C2DB6-381F-254A-B48E-15AFF4C7C781}"/>
                </a:ext>
              </a:extLst>
            </p:cNvPr>
            <p:cNvSpPr>
              <a:spLocks/>
            </p:cNvSpPr>
            <p:nvPr/>
          </p:nvSpPr>
          <p:spPr bwMode="auto">
            <a:xfrm>
              <a:off x="1691" y="2004"/>
              <a:ext cx="71" cy="71"/>
            </a:xfrm>
            <a:custGeom>
              <a:avLst/>
              <a:gdLst>
                <a:gd name="T0" fmla="*/ 42 w 48"/>
                <a:gd name="T1" fmla="*/ 48 h 48"/>
                <a:gd name="T2" fmla="*/ 6 w 48"/>
                <a:gd name="T3" fmla="*/ 48 h 48"/>
                <a:gd name="T4" fmla="*/ 0 w 48"/>
                <a:gd name="T5" fmla="*/ 42 h 48"/>
                <a:gd name="T6" fmla="*/ 6 w 48"/>
                <a:gd name="T7" fmla="*/ 36 h 48"/>
                <a:gd name="T8" fmla="*/ 36 w 48"/>
                <a:gd name="T9" fmla="*/ 36 h 48"/>
                <a:gd name="T10" fmla="*/ 36 w 48"/>
                <a:gd name="T11" fmla="*/ 6 h 48"/>
                <a:gd name="T12" fmla="*/ 42 w 48"/>
                <a:gd name="T13" fmla="*/ 0 h 48"/>
                <a:gd name="T14" fmla="*/ 48 w 48"/>
                <a:gd name="T15" fmla="*/ 6 h 48"/>
                <a:gd name="T16" fmla="*/ 48 w 48"/>
                <a:gd name="T17" fmla="*/ 42 h 48"/>
                <a:gd name="T18" fmla="*/ 42 w 48"/>
                <a:gd name="T19"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42" y="48"/>
                  </a:moveTo>
                  <a:cubicBezTo>
                    <a:pt x="6" y="48"/>
                    <a:pt x="6" y="48"/>
                    <a:pt x="6" y="48"/>
                  </a:cubicBezTo>
                  <a:cubicBezTo>
                    <a:pt x="3" y="48"/>
                    <a:pt x="0" y="45"/>
                    <a:pt x="0" y="42"/>
                  </a:cubicBezTo>
                  <a:cubicBezTo>
                    <a:pt x="0" y="39"/>
                    <a:pt x="3" y="36"/>
                    <a:pt x="6" y="36"/>
                  </a:cubicBezTo>
                  <a:cubicBezTo>
                    <a:pt x="36" y="36"/>
                    <a:pt x="36" y="36"/>
                    <a:pt x="36" y="36"/>
                  </a:cubicBezTo>
                  <a:cubicBezTo>
                    <a:pt x="36" y="6"/>
                    <a:pt x="36" y="6"/>
                    <a:pt x="36" y="6"/>
                  </a:cubicBezTo>
                  <a:cubicBezTo>
                    <a:pt x="36" y="3"/>
                    <a:pt x="39" y="0"/>
                    <a:pt x="42" y="0"/>
                  </a:cubicBezTo>
                  <a:cubicBezTo>
                    <a:pt x="45" y="0"/>
                    <a:pt x="48" y="3"/>
                    <a:pt x="48" y="6"/>
                  </a:cubicBezTo>
                  <a:cubicBezTo>
                    <a:pt x="48" y="42"/>
                    <a:pt x="48" y="42"/>
                    <a:pt x="48" y="42"/>
                  </a:cubicBezTo>
                  <a:cubicBezTo>
                    <a:pt x="48" y="45"/>
                    <a:pt x="45" y="48"/>
                    <a:pt x="42"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7" name="Freeform 104">
              <a:extLst>
                <a:ext uri="{FF2B5EF4-FFF2-40B4-BE49-F238E27FC236}">
                  <a16:creationId xmlns:a16="http://schemas.microsoft.com/office/drawing/2014/main" id="{0667E557-C3C5-454F-BFFD-0892A85D1147}"/>
                </a:ext>
              </a:extLst>
            </p:cNvPr>
            <p:cNvSpPr>
              <a:spLocks noEditPoints="1"/>
            </p:cNvSpPr>
            <p:nvPr/>
          </p:nvSpPr>
          <p:spPr bwMode="auto">
            <a:xfrm>
              <a:off x="1441" y="1844"/>
              <a:ext cx="286" cy="177"/>
            </a:xfrm>
            <a:custGeom>
              <a:avLst/>
              <a:gdLst>
                <a:gd name="T0" fmla="*/ 97 w 193"/>
                <a:gd name="T1" fmla="*/ 120 h 120"/>
                <a:gd name="T2" fmla="*/ 2 w 193"/>
                <a:gd name="T3" fmla="*/ 64 h 120"/>
                <a:gd name="T4" fmla="*/ 2 w 193"/>
                <a:gd name="T5" fmla="*/ 56 h 120"/>
                <a:gd name="T6" fmla="*/ 97 w 193"/>
                <a:gd name="T7" fmla="*/ 0 h 120"/>
                <a:gd name="T8" fmla="*/ 191 w 193"/>
                <a:gd name="T9" fmla="*/ 56 h 120"/>
                <a:gd name="T10" fmla="*/ 191 w 193"/>
                <a:gd name="T11" fmla="*/ 64 h 120"/>
                <a:gd name="T12" fmla="*/ 97 w 193"/>
                <a:gd name="T13" fmla="*/ 120 h 120"/>
                <a:gd name="T14" fmla="*/ 15 w 193"/>
                <a:gd name="T15" fmla="*/ 60 h 120"/>
                <a:gd name="T16" fmla="*/ 97 w 193"/>
                <a:gd name="T17" fmla="*/ 108 h 120"/>
                <a:gd name="T18" fmla="*/ 179 w 193"/>
                <a:gd name="T19" fmla="*/ 60 h 120"/>
                <a:gd name="T20" fmla="*/ 97 w 193"/>
                <a:gd name="T21" fmla="*/ 12 h 120"/>
                <a:gd name="T22" fmla="*/ 15 w 193"/>
                <a:gd name="T23" fmla="*/ 6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3" h="120">
                  <a:moveTo>
                    <a:pt x="97" y="120"/>
                  </a:moveTo>
                  <a:cubicBezTo>
                    <a:pt x="53" y="120"/>
                    <a:pt x="4" y="66"/>
                    <a:pt x="2" y="64"/>
                  </a:cubicBezTo>
                  <a:cubicBezTo>
                    <a:pt x="0" y="62"/>
                    <a:pt x="0" y="58"/>
                    <a:pt x="2" y="56"/>
                  </a:cubicBezTo>
                  <a:cubicBezTo>
                    <a:pt x="4" y="54"/>
                    <a:pt x="53" y="0"/>
                    <a:pt x="97" y="0"/>
                  </a:cubicBezTo>
                  <a:cubicBezTo>
                    <a:pt x="141" y="0"/>
                    <a:pt x="189" y="54"/>
                    <a:pt x="191" y="56"/>
                  </a:cubicBezTo>
                  <a:cubicBezTo>
                    <a:pt x="193" y="58"/>
                    <a:pt x="193" y="62"/>
                    <a:pt x="191" y="64"/>
                  </a:cubicBezTo>
                  <a:cubicBezTo>
                    <a:pt x="189" y="66"/>
                    <a:pt x="141" y="120"/>
                    <a:pt x="97" y="120"/>
                  </a:cubicBezTo>
                  <a:close/>
                  <a:moveTo>
                    <a:pt x="15" y="60"/>
                  </a:moveTo>
                  <a:cubicBezTo>
                    <a:pt x="27" y="72"/>
                    <a:pt x="64" y="108"/>
                    <a:pt x="97" y="108"/>
                  </a:cubicBezTo>
                  <a:cubicBezTo>
                    <a:pt x="129" y="108"/>
                    <a:pt x="167" y="72"/>
                    <a:pt x="179" y="60"/>
                  </a:cubicBezTo>
                  <a:cubicBezTo>
                    <a:pt x="167" y="48"/>
                    <a:pt x="129" y="12"/>
                    <a:pt x="97" y="12"/>
                  </a:cubicBezTo>
                  <a:cubicBezTo>
                    <a:pt x="64" y="12"/>
                    <a:pt x="27" y="48"/>
                    <a:pt x="15"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8" name="Freeform 105">
              <a:extLst>
                <a:ext uri="{FF2B5EF4-FFF2-40B4-BE49-F238E27FC236}">
                  <a16:creationId xmlns:a16="http://schemas.microsoft.com/office/drawing/2014/main" id="{3BB22AA7-DF3C-C443-90C8-1FB2B5423AB0}"/>
                </a:ext>
              </a:extLst>
            </p:cNvPr>
            <p:cNvSpPr>
              <a:spLocks noEditPoints="1"/>
            </p:cNvSpPr>
            <p:nvPr/>
          </p:nvSpPr>
          <p:spPr bwMode="auto">
            <a:xfrm>
              <a:off x="1531" y="1879"/>
              <a:ext cx="107"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99" name="Oval 106">
              <a:extLst>
                <a:ext uri="{FF2B5EF4-FFF2-40B4-BE49-F238E27FC236}">
                  <a16:creationId xmlns:a16="http://schemas.microsoft.com/office/drawing/2014/main" id="{840F5257-5088-364D-878D-3C2254FB2EC8}"/>
                </a:ext>
              </a:extLst>
            </p:cNvPr>
            <p:cNvSpPr>
              <a:spLocks noChangeArrowheads="1"/>
            </p:cNvSpPr>
            <p:nvPr/>
          </p:nvSpPr>
          <p:spPr bwMode="auto">
            <a:xfrm>
              <a:off x="1567" y="1915"/>
              <a:ext cx="35" cy="3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11" name="Group 41">
            <a:extLst>
              <a:ext uri="{FF2B5EF4-FFF2-40B4-BE49-F238E27FC236}">
                <a16:creationId xmlns:a16="http://schemas.microsoft.com/office/drawing/2014/main" id="{CAE15CC3-F3B0-4346-93C0-B55CF2674050}"/>
              </a:ext>
            </a:extLst>
          </p:cNvPr>
          <p:cNvGrpSpPr>
            <a:grpSpLocks noChangeAspect="1"/>
          </p:cNvGrpSpPr>
          <p:nvPr userDrawn="1"/>
        </p:nvGrpSpPr>
        <p:grpSpPr bwMode="auto">
          <a:xfrm>
            <a:off x="9695631" y="5524348"/>
            <a:ext cx="459581" cy="420743"/>
            <a:chOff x="3439" y="460"/>
            <a:chExt cx="426" cy="390"/>
          </a:xfrm>
          <a:solidFill>
            <a:schemeClr val="accent1"/>
          </a:solidFill>
        </p:grpSpPr>
        <p:sp>
          <p:nvSpPr>
            <p:cNvPr id="112" name="Freeform 42">
              <a:extLst>
                <a:ext uri="{FF2B5EF4-FFF2-40B4-BE49-F238E27FC236}">
                  <a16:creationId xmlns:a16="http://schemas.microsoft.com/office/drawing/2014/main" id="{FC866253-99F8-F940-8BD2-B8A0B5BABFB5}"/>
                </a:ext>
              </a:extLst>
            </p:cNvPr>
            <p:cNvSpPr>
              <a:spLocks noEditPoints="1"/>
            </p:cNvSpPr>
            <p:nvPr/>
          </p:nvSpPr>
          <p:spPr bwMode="auto">
            <a:xfrm>
              <a:off x="3439" y="584"/>
              <a:ext cx="426" cy="266"/>
            </a:xfrm>
            <a:custGeom>
              <a:avLst/>
              <a:gdLst>
                <a:gd name="T0" fmla="*/ 265 w 288"/>
                <a:gd name="T1" fmla="*/ 180 h 180"/>
                <a:gd name="T2" fmla="*/ 23 w 288"/>
                <a:gd name="T3" fmla="*/ 180 h 180"/>
                <a:gd name="T4" fmla="*/ 0 w 288"/>
                <a:gd name="T5" fmla="*/ 157 h 180"/>
                <a:gd name="T6" fmla="*/ 0 w 288"/>
                <a:gd name="T7" fmla="*/ 6 h 180"/>
                <a:gd name="T8" fmla="*/ 6 w 288"/>
                <a:gd name="T9" fmla="*/ 0 h 180"/>
                <a:gd name="T10" fmla="*/ 282 w 288"/>
                <a:gd name="T11" fmla="*/ 0 h 180"/>
                <a:gd name="T12" fmla="*/ 288 w 288"/>
                <a:gd name="T13" fmla="*/ 6 h 180"/>
                <a:gd name="T14" fmla="*/ 288 w 288"/>
                <a:gd name="T15" fmla="*/ 157 h 180"/>
                <a:gd name="T16" fmla="*/ 265 w 288"/>
                <a:gd name="T17" fmla="*/ 180 h 180"/>
                <a:gd name="T18" fmla="*/ 12 w 288"/>
                <a:gd name="T19" fmla="*/ 12 h 180"/>
                <a:gd name="T20" fmla="*/ 12 w 288"/>
                <a:gd name="T21" fmla="*/ 157 h 180"/>
                <a:gd name="T22" fmla="*/ 23 w 288"/>
                <a:gd name="T23" fmla="*/ 168 h 180"/>
                <a:gd name="T24" fmla="*/ 265 w 288"/>
                <a:gd name="T25" fmla="*/ 168 h 180"/>
                <a:gd name="T26" fmla="*/ 276 w 288"/>
                <a:gd name="T27" fmla="*/ 157 h 180"/>
                <a:gd name="T28" fmla="*/ 276 w 288"/>
                <a:gd name="T29" fmla="*/ 12 h 180"/>
                <a:gd name="T30" fmla="*/ 12 w 288"/>
                <a:gd name="T31" fmla="*/ 12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180">
                  <a:moveTo>
                    <a:pt x="265" y="180"/>
                  </a:moveTo>
                  <a:cubicBezTo>
                    <a:pt x="23" y="180"/>
                    <a:pt x="23" y="180"/>
                    <a:pt x="23" y="180"/>
                  </a:cubicBezTo>
                  <a:cubicBezTo>
                    <a:pt x="10" y="180"/>
                    <a:pt x="0" y="170"/>
                    <a:pt x="0" y="157"/>
                  </a:cubicBezTo>
                  <a:cubicBezTo>
                    <a:pt x="0" y="6"/>
                    <a:pt x="0" y="6"/>
                    <a:pt x="0" y="6"/>
                  </a:cubicBezTo>
                  <a:cubicBezTo>
                    <a:pt x="0" y="3"/>
                    <a:pt x="3" y="0"/>
                    <a:pt x="6" y="0"/>
                  </a:cubicBezTo>
                  <a:cubicBezTo>
                    <a:pt x="282" y="0"/>
                    <a:pt x="282" y="0"/>
                    <a:pt x="282" y="0"/>
                  </a:cubicBezTo>
                  <a:cubicBezTo>
                    <a:pt x="285" y="0"/>
                    <a:pt x="288" y="3"/>
                    <a:pt x="288" y="6"/>
                  </a:cubicBezTo>
                  <a:cubicBezTo>
                    <a:pt x="288" y="157"/>
                    <a:pt x="288" y="157"/>
                    <a:pt x="288" y="157"/>
                  </a:cubicBezTo>
                  <a:cubicBezTo>
                    <a:pt x="288" y="170"/>
                    <a:pt x="277" y="180"/>
                    <a:pt x="265" y="180"/>
                  </a:cubicBezTo>
                  <a:close/>
                  <a:moveTo>
                    <a:pt x="12" y="12"/>
                  </a:moveTo>
                  <a:cubicBezTo>
                    <a:pt x="12" y="157"/>
                    <a:pt x="12" y="157"/>
                    <a:pt x="12" y="157"/>
                  </a:cubicBezTo>
                  <a:cubicBezTo>
                    <a:pt x="12" y="163"/>
                    <a:pt x="17" y="168"/>
                    <a:pt x="23" y="168"/>
                  </a:cubicBezTo>
                  <a:cubicBezTo>
                    <a:pt x="265" y="168"/>
                    <a:pt x="265" y="168"/>
                    <a:pt x="265" y="168"/>
                  </a:cubicBezTo>
                  <a:cubicBezTo>
                    <a:pt x="271" y="168"/>
                    <a:pt x="276" y="163"/>
                    <a:pt x="276" y="157"/>
                  </a:cubicBezTo>
                  <a:cubicBezTo>
                    <a:pt x="276" y="12"/>
                    <a:pt x="276" y="12"/>
                    <a:pt x="276"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3" name="Freeform 43">
              <a:extLst>
                <a:ext uri="{FF2B5EF4-FFF2-40B4-BE49-F238E27FC236}">
                  <a16:creationId xmlns:a16="http://schemas.microsoft.com/office/drawing/2014/main" id="{DAD71534-CAEB-4342-9B3B-ACB93687E4EC}"/>
                </a:ext>
              </a:extLst>
            </p:cNvPr>
            <p:cNvSpPr>
              <a:spLocks noEditPoints="1"/>
            </p:cNvSpPr>
            <p:nvPr/>
          </p:nvSpPr>
          <p:spPr bwMode="auto">
            <a:xfrm>
              <a:off x="3581" y="637"/>
              <a:ext cx="160" cy="160"/>
            </a:xfrm>
            <a:custGeom>
              <a:avLst/>
              <a:gdLst>
                <a:gd name="T0" fmla="*/ 6 w 108"/>
                <a:gd name="T1" fmla="*/ 108 h 108"/>
                <a:gd name="T2" fmla="*/ 3 w 108"/>
                <a:gd name="T3" fmla="*/ 107 h 108"/>
                <a:gd name="T4" fmla="*/ 0 w 108"/>
                <a:gd name="T5" fmla="*/ 102 h 108"/>
                <a:gd name="T6" fmla="*/ 0 w 108"/>
                <a:gd name="T7" fmla="*/ 6 h 108"/>
                <a:gd name="T8" fmla="*/ 3 w 108"/>
                <a:gd name="T9" fmla="*/ 1 h 108"/>
                <a:gd name="T10" fmla="*/ 9 w 108"/>
                <a:gd name="T11" fmla="*/ 1 h 108"/>
                <a:gd name="T12" fmla="*/ 105 w 108"/>
                <a:gd name="T13" fmla="*/ 49 h 108"/>
                <a:gd name="T14" fmla="*/ 108 w 108"/>
                <a:gd name="T15" fmla="*/ 54 h 108"/>
                <a:gd name="T16" fmla="*/ 105 w 108"/>
                <a:gd name="T17" fmla="*/ 60 h 108"/>
                <a:gd name="T18" fmla="*/ 9 w 108"/>
                <a:gd name="T19" fmla="*/ 108 h 108"/>
                <a:gd name="T20" fmla="*/ 6 w 108"/>
                <a:gd name="T21" fmla="*/ 108 h 108"/>
                <a:gd name="T22" fmla="*/ 12 w 108"/>
                <a:gd name="T23" fmla="*/ 16 h 108"/>
                <a:gd name="T24" fmla="*/ 12 w 108"/>
                <a:gd name="T25" fmla="*/ 93 h 108"/>
                <a:gd name="T26" fmla="*/ 88 w 108"/>
                <a:gd name="T27" fmla="*/ 54 h 108"/>
                <a:gd name="T28" fmla="*/ 12 w 108"/>
                <a:gd name="T29" fmla="*/ 1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8" h="108">
                  <a:moveTo>
                    <a:pt x="6" y="108"/>
                  </a:moveTo>
                  <a:cubicBezTo>
                    <a:pt x="5" y="108"/>
                    <a:pt x="4" y="108"/>
                    <a:pt x="3" y="107"/>
                  </a:cubicBezTo>
                  <a:cubicBezTo>
                    <a:pt x="1" y="106"/>
                    <a:pt x="0" y="104"/>
                    <a:pt x="0" y="102"/>
                  </a:cubicBezTo>
                  <a:cubicBezTo>
                    <a:pt x="0" y="6"/>
                    <a:pt x="0" y="6"/>
                    <a:pt x="0" y="6"/>
                  </a:cubicBezTo>
                  <a:cubicBezTo>
                    <a:pt x="0" y="4"/>
                    <a:pt x="1" y="2"/>
                    <a:pt x="3" y="1"/>
                  </a:cubicBezTo>
                  <a:cubicBezTo>
                    <a:pt x="4" y="0"/>
                    <a:pt x="7" y="0"/>
                    <a:pt x="9" y="1"/>
                  </a:cubicBezTo>
                  <a:cubicBezTo>
                    <a:pt x="105" y="49"/>
                    <a:pt x="105" y="49"/>
                    <a:pt x="105" y="49"/>
                  </a:cubicBezTo>
                  <a:cubicBezTo>
                    <a:pt x="107" y="50"/>
                    <a:pt x="108" y="52"/>
                    <a:pt x="108" y="54"/>
                  </a:cubicBezTo>
                  <a:cubicBezTo>
                    <a:pt x="108" y="57"/>
                    <a:pt x="107" y="59"/>
                    <a:pt x="105" y="60"/>
                  </a:cubicBezTo>
                  <a:cubicBezTo>
                    <a:pt x="9" y="108"/>
                    <a:pt x="9" y="108"/>
                    <a:pt x="9" y="108"/>
                  </a:cubicBezTo>
                  <a:cubicBezTo>
                    <a:pt x="8" y="108"/>
                    <a:pt x="7" y="108"/>
                    <a:pt x="6" y="108"/>
                  </a:cubicBezTo>
                  <a:close/>
                  <a:moveTo>
                    <a:pt x="12" y="16"/>
                  </a:moveTo>
                  <a:cubicBezTo>
                    <a:pt x="12" y="93"/>
                    <a:pt x="12" y="93"/>
                    <a:pt x="12" y="93"/>
                  </a:cubicBezTo>
                  <a:cubicBezTo>
                    <a:pt x="88" y="54"/>
                    <a:pt x="88" y="54"/>
                    <a:pt x="88" y="54"/>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4" name="Freeform 44">
              <a:extLst>
                <a:ext uri="{FF2B5EF4-FFF2-40B4-BE49-F238E27FC236}">
                  <a16:creationId xmlns:a16="http://schemas.microsoft.com/office/drawing/2014/main" id="{69604E24-F016-194E-9E2B-1ACF8EBA526D}"/>
                </a:ext>
              </a:extLst>
            </p:cNvPr>
            <p:cNvSpPr>
              <a:spLocks noEditPoints="1"/>
            </p:cNvSpPr>
            <p:nvPr/>
          </p:nvSpPr>
          <p:spPr bwMode="auto">
            <a:xfrm>
              <a:off x="3439" y="460"/>
              <a:ext cx="426" cy="106"/>
            </a:xfrm>
            <a:custGeom>
              <a:avLst/>
              <a:gdLst>
                <a:gd name="T0" fmla="*/ 282 w 288"/>
                <a:gd name="T1" fmla="*/ 72 h 72"/>
                <a:gd name="T2" fmla="*/ 6 w 288"/>
                <a:gd name="T3" fmla="*/ 72 h 72"/>
                <a:gd name="T4" fmla="*/ 0 w 288"/>
                <a:gd name="T5" fmla="*/ 66 h 72"/>
                <a:gd name="T6" fmla="*/ 0 w 288"/>
                <a:gd name="T7" fmla="*/ 18 h 72"/>
                <a:gd name="T8" fmla="*/ 18 w 288"/>
                <a:gd name="T9" fmla="*/ 0 h 72"/>
                <a:gd name="T10" fmla="*/ 270 w 288"/>
                <a:gd name="T11" fmla="*/ 0 h 72"/>
                <a:gd name="T12" fmla="*/ 288 w 288"/>
                <a:gd name="T13" fmla="*/ 18 h 72"/>
                <a:gd name="T14" fmla="*/ 288 w 288"/>
                <a:gd name="T15" fmla="*/ 66 h 72"/>
                <a:gd name="T16" fmla="*/ 282 w 288"/>
                <a:gd name="T17" fmla="*/ 72 h 72"/>
                <a:gd name="T18" fmla="*/ 12 w 288"/>
                <a:gd name="T19" fmla="*/ 60 h 72"/>
                <a:gd name="T20" fmla="*/ 276 w 288"/>
                <a:gd name="T21" fmla="*/ 60 h 72"/>
                <a:gd name="T22" fmla="*/ 276 w 288"/>
                <a:gd name="T23" fmla="*/ 18 h 72"/>
                <a:gd name="T24" fmla="*/ 270 w 288"/>
                <a:gd name="T25" fmla="*/ 12 h 72"/>
                <a:gd name="T26" fmla="*/ 18 w 288"/>
                <a:gd name="T27" fmla="*/ 12 h 72"/>
                <a:gd name="T28" fmla="*/ 12 w 288"/>
                <a:gd name="T29" fmla="*/ 18 h 72"/>
                <a:gd name="T30" fmla="*/ 12 w 288"/>
                <a:gd name="T31"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8" h="72">
                  <a:moveTo>
                    <a:pt x="282" y="72"/>
                  </a:moveTo>
                  <a:cubicBezTo>
                    <a:pt x="6" y="72"/>
                    <a:pt x="6" y="72"/>
                    <a:pt x="6" y="72"/>
                  </a:cubicBezTo>
                  <a:cubicBezTo>
                    <a:pt x="3" y="72"/>
                    <a:pt x="0" y="70"/>
                    <a:pt x="0" y="66"/>
                  </a:cubicBezTo>
                  <a:cubicBezTo>
                    <a:pt x="0" y="18"/>
                    <a:pt x="0" y="18"/>
                    <a:pt x="0" y="18"/>
                  </a:cubicBezTo>
                  <a:cubicBezTo>
                    <a:pt x="0" y="8"/>
                    <a:pt x="8" y="0"/>
                    <a:pt x="18" y="0"/>
                  </a:cubicBezTo>
                  <a:cubicBezTo>
                    <a:pt x="270" y="0"/>
                    <a:pt x="270" y="0"/>
                    <a:pt x="270" y="0"/>
                  </a:cubicBezTo>
                  <a:cubicBezTo>
                    <a:pt x="280" y="0"/>
                    <a:pt x="288" y="8"/>
                    <a:pt x="288" y="18"/>
                  </a:cubicBezTo>
                  <a:cubicBezTo>
                    <a:pt x="288" y="66"/>
                    <a:pt x="288" y="66"/>
                    <a:pt x="288" y="66"/>
                  </a:cubicBezTo>
                  <a:cubicBezTo>
                    <a:pt x="288" y="70"/>
                    <a:pt x="285" y="72"/>
                    <a:pt x="282" y="72"/>
                  </a:cubicBezTo>
                  <a:close/>
                  <a:moveTo>
                    <a:pt x="12" y="60"/>
                  </a:moveTo>
                  <a:cubicBezTo>
                    <a:pt x="276" y="60"/>
                    <a:pt x="276" y="60"/>
                    <a:pt x="276" y="60"/>
                  </a:cubicBezTo>
                  <a:cubicBezTo>
                    <a:pt x="276" y="18"/>
                    <a:pt x="276" y="18"/>
                    <a:pt x="276" y="18"/>
                  </a:cubicBezTo>
                  <a:cubicBezTo>
                    <a:pt x="276" y="15"/>
                    <a:pt x="273" y="12"/>
                    <a:pt x="270" y="12"/>
                  </a:cubicBezTo>
                  <a:cubicBezTo>
                    <a:pt x="18" y="12"/>
                    <a:pt x="18" y="12"/>
                    <a:pt x="18" y="12"/>
                  </a:cubicBezTo>
                  <a:cubicBezTo>
                    <a:pt x="15" y="12"/>
                    <a:pt x="12" y="15"/>
                    <a:pt x="12" y="18"/>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5" name="Freeform 45">
              <a:extLst>
                <a:ext uri="{FF2B5EF4-FFF2-40B4-BE49-F238E27FC236}">
                  <a16:creationId xmlns:a16="http://schemas.microsoft.com/office/drawing/2014/main" id="{0272F795-CB5C-EC40-AB73-8271C831B7E3}"/>
                </a:ext>
              </a:extLst>
            </p:cNvPr>
            <p:cNvSpPr>
              <a:spLocks/>
            </p:cNvSpPr>
            <p:nvPr/>
          </p:nvSpPr>
          <p:spPr bwMode="auto">
            <a:xfrm>
              <a:off x="3442" y="463"/>
              <a:ext cx="92" cy="91"/>
            </a:xfrm>
            <a:custGeom>
              <a:avLst/>
              <a:gdLst>
                <a:gd name="T0" fmla="*/ 12 w 92"/>
                <a:gd name="T1" fmla="*/ 91 h 91"/>
                <a:gd name="T2" fmla="*/ 0 w 92"/>
                <a:gd name="T3" fmla="*/ 80 h 91"/>
                <a:gd name="T4" fmla="*/ 80 w 92"/>
                <a:gd name="T5" fmla="*/ 0 h 91"/>
                <a:gd name="T6" fmla="*/ 92 w 92"/>
                <a:gd name="T7" fmla="*/ 11 h 91"/>
                <a:gd name="T8" fmla="*/ 12 w 92"/>
                <a:gd name="T9" fmla="*/ 91 h 91"/>
              </a:gdLst>
              <a:ahLst/>
              <a:cxnLst>
                <a:cxn ang="0">
                  <a:pos x="T0" y="T1"/>
                </a:cxn>
                <a:cxn ang="0">
                  <a:pos x="T2" y="T3"/>
                </a:cxn>
                <a:cxn ang="0">
                  <a:pos x="T4" y="T5"/>
                </a:cxn>
                <a:cxn ang="0">
                  <a:pos x="T6" y="T7"/>
                </a:cxn>
                <a:cxn ang="0">
                  <a:pos x="T8" y="T9"/>
                </a:cxn>
              </a:cxnLst>
              <a:rect l="0" t="0" r="r" b="b"/>
              <a:pathLst>
                <a:path w="92" h="91">
                  <a:moveTo>
                    <a:pt x="12" y="91"/>
                  </a:moveTo>
                  <a:lnTo>
                    <a:pt x="0" y="80"/>
                  </a:lnTo>
                  <a:lnTo>
                    <a:pt x="80" y="0"/>
                  </a:lnTo>
                  <a:lnTo>
                    <a:pt x="92" y="11"/>
                  </a:lnTo>
                  <a:lnTo>
                    <a:pt x="12" y="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6" name="Freeform 46">
              <a:extLst>
                <a:ext uri="{FF2B5EF4-FFF2-40B4-BE49-F238E27FC236}">
                  <a16:creationId xmlns:a16="http://schemas.microsoft.com/office/drawing/2014/main" id="{58894E59-5B8C-E746-BE36-282800DC218E}"/>
                </a:ext>
              </a:extLst>
            </p:cNvPr>
            <p:cNvSpPr>
              <a:spLocks/>
            </p:cNvSpPr>
            <p:nvPr/>
          </p:nvSpPr>
          <p:spPr bwMode="auto">
            <a:xfrm>
              <a:off x="3495"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7" name="Freeform 47">
              <a:extLst>
                <a:ext uri="{FF2B5EF4-FFF2-40B4-BE49-F238E27FC236}">
                  <a16:creationId xmlns:a16="http://schemas.microsoft.com/office/drawing/2014/main" id="{89C3B5C2-0698-134A-8C5B-F8C984B3D30A}"/>
                </a:ext>
              </a:extLst>
            </p:cNvPr>
            <p:cNvSpPr>
              <a:spLocks/>
            </p:cNvSpPr>
            <p:nvPr/>
          </p:nvSpPr>
          <p:spPr bwMode="auto">
            <a:xfrm>
              <a:off x="3566"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8" name="Freeform 48">
              <a:extLst>
                <a:ext uri="{FF2B5EF4-FFF2-40B4-BE49-F238E27FC236}">
                  <a16:creationId xmlns:a16="http://schemas.microsoft.com/office/drawing/2014/main" id="{98ED0FAF-2170-CC4B-893D-B4DFEB1E987B}"/>
                </a:ext>
              </a:extLst>
            </p:cNvPr>
            <p:cNvSpPr>
              <a:spLocks/>
            </p:cNvSpPr>
            <p:nvPr/>
          </p:nvSpPr>
          <p:spPr bwMode="auto">
            <a:xfrm>
              <a:off x="3637" y="463"/>
              <a:ext cx="101" cy="102"/>
            </a:xfrm>
            <a:custGeom>
              <a:avLst/>
              <a:gdLst>
                <a:gd name="T0" fmla="*/ 12 w 101"/>
                <a:gd name="T1" fmla="*/ 102 h 102"/>
                <a:gd name="T2" fmla="*/ 0 w 101"/>
                <a:gd name="T3" fmla="*/ 88 h 102"/>
                <a:gd name="T4" fmla="*/ 89 w 101"/>
                <a:gd name="T5" fmla="*/ 0 h 102"/>
                <a:gd name="T6" fmla="*/ 101 w 101"/>
                <a:gd name="T7" fmla="*/ 11 h 102"/>
                <a:gd name="T8" fmla="*/ 12 w 101"/>
                <a:gd name="T9" fmla="*/ 102 h 102"/>
              </a:gdLst>
              <a:ahLst/>
              <a:cxnLst>
                <a:cxn ang="0">
                  <a:pos x="T0" y="T1"/>
                </a:cxn>
                <a:cxn ang="0">
                  <a:pos x="T2" y="T3"/>
                </a:cxn>
                <a:cxn ang="0">
                  <a:pos x="T4" y="T5"/>
                </a:cxn>
                <a:cxn ang="0">
                  <a:pos x="T6" y="T7"/>
                </a:cxn>
                <a:cxn ang="0">
                  <a:pos x="T8" y="T9"/>
                </a:cxn>
              </a:cxnLst>
              <a:rect l="0" t="0" r="r" b="b"/>
              <a:pathLst>
                <a:path w="101" h="102">
                  <a:moveTo>
                    <a:pt x="12" y="102"/>
                  </a:moveTo>
                  <a:lnTo>
                    <a:pt x="0" y="88"/>
                  </a:lnTo>
                  <a:lnTo>
                    <a:pt x="89" y="0"/>
                  </a:lnTo>
                  <a:lnTo>
                    <a:pt x="101" y="11"/>
                  </a:lnTo>
                  <a:lnTo>
                    <a:pt x="12"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19" name="Freeform 49">
              <a:extLst>
                <a:ext uri="{FF2B5EF4-FFF2-40B4-BE49-F238E27FC236}">
                  <a16:creationId xmlns:a16="http://schemas.microsoft.com/office/drawing/2014/main" id="{E93B3885-01CD-824B-9BBD-D9A7BC873F3E}"/>
                </a:ext>
              </a:extLst>
            </p:cNvPr>
            <p:cNvSpPr>
              <a:spLocks/>
            </p:cNvSpPr>
            <p:nvPr/>
          </p:nvSpPr>
          <p:spPr bwMode="auto">
            <a:xfrm>
              <a:off x="3708" y="463"/>
              <a:ext cx="100" cy="100"/>
            </a:xfrm>
            <a:custGeom>
              <a:avLst/>
              <a:gdLst>
                <a:gd name="T0" fmla="*/ 12 w 100"/>
                <a:gd name="T1" fmla="*/ 100 h 100"/>
                <a:gd name="T2" fmla="*/ 0 w 100"/>
                <a:gd name="T3" fmla="*/ 88 h 100"/>
                <a:gd name="T4" fmla="*/ 89 w 100"/>
                <a:gd name="T5" fmla="*/ 0 h 100"/>
                <a:gd name="T6" fmla="*/ 100 w 100"/>
                <a:gd name="T7" fmla="*/ 11 h 100"/>
                <a:gd name="T8" fmla="*/ 12 w 100"/>
                <a:gd name="T9" fmla="*/ 100 h 100"/>
              </a:gdLst>
              <a:ahLst/>
              <a:cxnLst>
                <a:cxn ang="0">
                  <a:pos x="T0" y="T1"/>
                </a:cxn>
                <a:cxn ang="0">
                  <a:pos x="T2" y="T3"/>
                </a:cxn>
                <a:cxn ang="0">
                  <a:pos x="T4" y="T5"/>
                </a:cxn>
                <a:cxn ang="0">
                  <a:pos x="T6" y="T7"/>
                </a:cxn>
                <a:cxn ang="0">
                  <a:pos x="T8" y="T9"/>
                </a:cxn>
              </a:cxnLst>
              <a:rect l="0" t="0" r="r" b="b"/>
              <a:pathLst>
                <a:path w="100" h="100">
                  <a:moveTo>
                    <a:pt x="12" y="100"/>
                  </a:moveTo>
                  <a:lnTo>
                    <a:pt x="0" y="88"/>
                  </a:lnTo>
                  <a:lnTo>
                    <a:pt x="89" y="0"/>
                  </a:lnTo>
                  <a:lnTo>
                    <a:pt x="100" y="11"/>
                  </a:lnTo>
                  <a:lnTo>
                    <a:pt x="12"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20" name="Freeform 50">
              <a:extLst>
                <a:ext uri="{FF2B5EF4-FFF2-40B4-BE49-F238E27FC236}">
                  <a16:creationId xmlns:a16="http://schemas.microsoft.com/office/drawing/2014/main" id="{4B94C46B-FB83-4F43-83C7-AC36E95C6A04}"/>
                </a:ext>
              </a:extLst>
            </p:cNvPr>
            <p:cNvSpPr>
              <a:spLocks/>
            </p:cNvSpPr>
            <p:nvPr/>
          </p:nvSpPr>
          <p:spPr bwMode="auto">
            <a:xfrm>
              <a:off x="3779" y="480"/>
              <a:ext cx="83" cy="83"/>
            </a:xfrm>
            <a:custGeom>
              <a:avLst/>
              <a:gdLst>
                <a:gd name="T0" fmla="*/ 12 w 83"/>
                <a:gd name="T1" fmla="*/ 83 h 83"/>
                <a:gd name="T2" fmla="*/ 0 w 83"/>
                <a:gd name="T3" fmla="*/ 71 h 83"/>
                <a:gd name="T4" fmla="*/ 71 w 83"/>
                <a:gd name="T5" fmla="*/ 0 h 83"/>
                <a:gd name="T6" fmla="*/ 83 w 83"/>
                <a:gd name="T7" fmla="*/ 12 h 83"/>
                <a:gd name="T8" fmla="*/ 12 w 83"/>
                <a:gd name="T9" fmla="*/ 83 h 83"/>
              </a:gdLst>
              <a:ahLst/>
              <a:cxnLst>
                <a:cxn ang="0">
                  <a:pos x="T0" y="T1"/>
                </a:cxn>
                <a:cxn ang="0">
                  <a:pos x="T2" y="T3"/>
                </a:cxn>
                <a:cxn ang="0">
                  <a:pos x="T4" y="T5"/>
                </a:cxn>
                <a:cxn ang="0">
                  <a:pos x="T6" y="T7"/>
                </a:cxn>
                <a:cxn ang="0">
                  <a:pos x="T8" y="T9"/>
                </a:cxn>
              </a:cxnLst>
              <a:rect l="0" t="0" r="r" b="b"/>
              <a:pathLst>
                <a:path w="83" h="83">
                  <a:moveTo>
                    <a:pt x="12" y="83"/>
                  </a:moveTo>
                  <a:lnTo>
                    <a:pt x="0" y="71"/>
                  </a:lnTo>
                  <a:lnTo>
                    <a:pt x="71" y="0"/>
                  </a:lnTo>
                  <a:lnTo>
                    <a:pt x="83" y="12"/>
                  </a:lnTo>
                  <a:lnTo>
                    <a:pt x="12" y="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21" name="Group 10">
            <a:extLst>
              <a:ext uri="{FF2B5EF4-FFF2-40B4-BE49-F238E27FC236}">
                <a16:creationId xmlns:a16="http://schemas.microsoft.com/office/drawing/2014/main" id="{EDE454D0-8C87-B549-B592-7DDDDDA65FAD}"/>
              </a:ext>
            </a:extLst>
          </p:cNvPr>
          <p:cNvGrpSpPr>
            <a:grpSpLocks noChangeAspect="1"/>
          </p:cNvGrpSpPr>
          <p:nvPr userDrawn="1"/>
        </p:nvGrpSpPr>
        <p:grpSpPr bwMode="auto">
          <a:xfrm>
            <a:off x="10965185" y="5500310"/>
            <a:ext cx="467720" cy="468818"/>
            <a:chOff x="1374" y="442"/>
            <a:chExt cx="425" cy="426"/>
          </a:xfrm>
          <a:solidFill>
            <a:schemeClr val="accent1"/>
          </a:solidFill>
        </p:grpSpPr>
        <p:sp>
          <p:nvSpPr>
            <p:cNvPr id="122" name="Freeform 11">
              <a:extLst>
                <a:ext uri="{FF2B5EF4-FFF2-40B4-BE49-F238E27FC236}">
                  <a16:creationId xmlns:a16="http://schemas.microsoft.com/office/drawing/2014/main" id="{81B4BA5C-5D57-5243-95A0-B0939E103188}"/>
                </a:ext>
              </a:extLst>
            </p:cNvPr>
            <p:cNvSpPr>
              <a:spLocks noEditPoints="1"/>
            </p:cNvSpPr>
            <p:nvPr/>
          </p:nvSpPr>
          <p:spPr bwMode="auto">
            <a:xfrm>
              <a:off x="1374" y="442"/>
              <a:ext cx="425" cy="426"/>
            </a:xfrm>
            <a:custGeom>
              <a:avLst/>
              <a:gdLst>
                <a:gd name="T0" fmla="*/ 144 w 288"/>
                <a:gd name="T1" fmla="*/ 288 h 288"/>
                <a:gd name="T2" fmla="*/ 0 w 288"/>
                <a:gd name="T3" fmla="*/ 144 h 288"/>
                <a:gd name="T4" fmla="*/ 144 w 288"/>
                <a:gd name="T5" fmla="*/ 0 h 288"/>
                <a:gd name="T6" fmla="*/ 288 w 288"/>
                <a:gd name="T7" fmla="*/ 144 h 288"/>
                <a:gd name="T8" fmla="*/ 144 w 288"/>
                <a:gd name="T9" fmla="*/ 288 h 288"/>
                <a:gd name="T10" fmla="*/ 144 w 288"/>
                <a:gd name="T11" fmla="*/ 12 h 288"/>
                <a:gd name="T12" fmla="*/ 12 w 288"/>
                <a:gd name="T13" fmla="*/ 144 h 288"/>
                <a:gd name="T14" fmla="*/ 144 w 288"/>
                <a:gd name="T15" fmla="*/ 276 h 288"/>
                <a:gd name="T16" fmla="*/ 276 w 288"/>
                <a:gd name="T17" fmla="*/ 144 h 288"/>
                <a:gd name="T18" fmla="*/ 144 w 288"/>
                <a:gd name="T19"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8" h="288">
                  <a:moveTo>
                    <a:pt x="144" y="288"/>
                  </a:moveTo>
                  <a:cubicBezTo>
                    <a:pt x="64" y="288"/>
                    <a:pt x="0" y="223"/>
                    <a:pt x="0" y="144"/>
                  </a:cubicBezTo>
                  <a:cubicBezTo>
                    <a:pt x="0" y="64"/>
                    <a:pt x="64" y="0"/>
                    <a:pt x="144" y="0"/>
                  </a:cubicBezTo>
                  <a:cubicBezTo>
                    <a:pt x="223" y="0"/>
                    <a:pt x="288" y="64"/>
                    <a:pt x="288" y="144"/>
                  </a:cubicBezTo>
                  <a:cubicBezTo>
                    <a:pt x="288" y="223"/>
                    <a:pt x="223" y="288"/>
                    <a:pt x="144" y="288"/>
                  </a:cubicBezTo>
                  <a:close/>
                  <a:moveTo>
                    <a:pt x="144" y="12"/>
                  </a:moveTo>
                  <a:cubicBezTo>
                    <a:pt x="71" y="12"/>
                    <a:pt x="12" y="71"/>
                    <a:pt x="12" y="144"/>
                  </a:cubicBezTo>
                  <a:cubicBezTo>
                    <a:pt x="12" y="216"/>
                    <a:pt x="71" y="276"/>
                    <a:pt x="144" y="276"/>
                  </a:cubicBezTo>
                  <a:cubicBezTo>
                    <a:pt x="216" y="276"/>
                    <a:pt x="276" y="216"/>
                    <a:pt x="276" y="144"/>
                  </a:cubicBezTo>
                  <a:cubicBezTo>
                    <a:pt x="276" y="71"/>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3" name="Freeform 12">
              <a:extLst>
                <a:ext uri="{FF2B5EF4-FFF2-40B4-BE49-F238E27FC236}">
                  <a16:creationId xmlns:a16="http://schemas.microsoft.com/office/drawing/2014/main" id="{DBE386C7-E758-5C4A-95CF-157D349ABDEC}"/>
                </a:ext>
              </a:extLst>
            </p:cNvPr>
            <p:cNvSpPr>
              <a:spLocks noEditPoints="1"/>
            </p:cNvSpPr>
            <p:nvPr/>
          </p:nvSpPr>
          <p:spPr bwMode="auto">
            <a:xfrm>
              <a:off x="1516" y="565"/>
              <a:ext cx="177" cy="179"/>
            </a:xfrm>
            <a:custGeom>
              <a:avLst/>
              <a:gdLst>
                <a:gd name="T0" fmla="*/ 6 w 120"/>
                <a:gd name="T1" fmla="*/ 121 h 121"/>
                <a:gd name="T2" fmla="*/ 2 w 120"/>
                <a:gd name="T3" fmla="*/ 120 h 121"/>
                <a:gd name="T4" fmla="*/ 0 w 120"/>
                <a:gd name="T5" fmla="*/ 115 h 121"/>
                <a:gd name="T6" fmla="*/ 0 w 120"/>
                <a:gd name="T7" fmla="*/ 7 h 121"/>
                <a:gd name="T8" fmla="*/ 2 w 120"/>
                <a:gd name="T9" fmla="*/ 2 h 121"/>
                <a:gd name="T10" fmla="*/ 8 w 120"/>
                <a:gd name="T11" fmla="*/ 1 h 121"/>
                <a:gd name="T12" fmla="*/ 116 w 120"/>
                <a:gd name="T13" fmla="*/ 55 h 121"/>
                <a:gd name="T14" fmla="*/ 120 w 120"/>
                <a:gd name="T15" fmla="*/ 61 h 121"/>
                <a:gd name="T16" fmla="*/ 116 w 120"/>
                <a:gd name="T17" fmla="*/ 66 h 121"/>
                <a:gd name="T18" fmla="*/ 8 w 120"/>
                <a:gd name="T19" fmla="*/ 120 h 121"/>
                <a:gd name="T20" fmla="*/ 6 w 120"/>
                <a:gd name="T21" fmla="*/ 121 h 121"/>
                <a:gd name="T22" fmla="*/ 12 w 120"/>
                <a:gd name="T23" fmla="*/ 16 h 121"/>
                <a:gd name="T24" fmla="*/ 12 w 120"/>
                <a:gd name="T25" fmla="*/ 105 h 121"/>
                <a:gd name="T26" fmla="*/ 100 w 120"/>
                <a:gd name="T27" fmla="*/ 61 h 121"/>
                <a:gd name="T28" fmla="*/ 12 w 120"/>
                <a:gd name="T29" fmla="*/ 16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21">
                  <a:moveTo>
                    <a:pt x="6" y="121"/>
                  </a:moveTo>
                  <a:cubicBezTo>
                    <a:pt x="5" y="121"/>
                    <a:pt x="3" y="120"/>
                    <a:pt x="2" y="120"/>
                  </a:cubicBezTo>
                  <a:cubicBezTo>
                    <a:pt x="1" y="119"/>
                    <a:pt x="0" y="117"/>
                    <a:pt x="0" y="115"/>
                  </a:cubicBezTo>
                  <a:cubicBezTo>
                    <a:pt x="0" y="7"/>
                    <a:pt x="0" y="7"/>
                    <a:pt x="0" y="7"/>
                  </a:cubicBezTo>
                  <a:cubicBezTo>
                    <a:pt x="0" y="5"/>
                    <a:pt x="1" y="3"/>
                    <a:pt x="2" y="2"/>
                  </a:cubicBezTo>
                  <a:cubicBezTo>
                    <a:pt x="4" y="0"/>
                    <a:pt x="6" y="0"/>
                    <a:pt x="8" y="1"/>
                  </a:cubicBezTo>
                  <a:cubicBezTo>
                    <a:pt x="116" y="55"/>
                    <a:pt x="116" y="55"/>
                    <a:pt x="116" y="55"/>
                  </a:cubicBezTo>
                  <a:cubicBezTo>
                    <a:pt x="118" y="56"/>
                    <a:pt x="120" y="58"/>
                    <a:pt x="120" y="61"/>
                  </a:cubicBezTo>
                  <a:cubicBezTo>
                    <a:pt x="120" y="63"/>
                    <a:pt x="118" y="65"/>
                    <a:pt x="116" y="66"/>
                  </a:cubicBezTo>
                  <a:cubicBezTo>
                    <a:pt x="8" y="120"/>
                    <a:pt x="8" y="120"/>
                    <a:pt x="8" y="120"/>
                  </a:cubicBezTo>
                  <a:cubicBezTo>
                    <a:pt x="7" y="120"/>
                    <a:pt x="7" y="121"/>
                    <a:pt x="6" y="121"/>
                  </a:cubicBezTo>
                  <a:close/>
                  <a:moveTo>
                    <a:pt x="12" y="16"/>
                  </a:moveTo>
                  <a:cubicBezTo>
                    <a:pt x="12" y="105"/>
                    <a:pt x="12" y="105"/>
                    <a:pt x="12" y="105"/>
                  </a:cubicBezTo>
                  <a:cubicBezTo>
                    <a:pt x="100" y="61"/>
                    <a:pt x="100" y="61"/>
                    <a:pt x="100" y="61"/>
                  </a:cubicBezTo>
                  <a:lnTo>
                    <a:pt x="1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24" name="Group 87">
            <a:extLst>
              <a:ext uri="{FF2B5EF4-FFF2-40B4-BE49-F238E27FC236}">
                <a16:creationId xmlns:a16="http://schemas.microsoft.com/office/drawing/2014/main" id="{6BDE5202-854C-CC41-965A-533F32430AEE}"/>
              </a:ext>
            </a:extLst>
          </p:cNvPr>
          <p:cNvGrpSpPr>
            <a:grpSpLocks noChangeAspect="1"/>
          </p:cNvGrpSpPr>
          <p:nvPr userDrawn="1"/>
        </p:nvGrpSpPr>
        <p:grpSpPr bwMode="auto">
          <a:xfrm>
            <a:off x="4599644" y="1930124"/>
            <a:ext cx="499666" cy="499666"/>
            <a:chOff x="5510" y="1717"/>
            <a:chExt cx="428" cy="428"/>
          </a:xfrm>
          <a:solidFill>
            <a:schemeClr val="accent1"/>
          </a:solidFill>
        </p:grpSpPr>
        <p:sp>
          <p:nvSpPr>
            <p:cNvPr id="125" name="Freeform 88">
              <a:extLst>
                <a:ext uri="{FF2B5EF4-FFF2-40B4-BE49-F238E27FC236}">
                  <a16:creationId xmlns:a16="http://schemas.microsoft.com/office/drawing/2014/main" id="{5B0A10F8-A96B-5844-8703-D5883AC797AC}"/>
                </a:ext>
              </a:extLst>
            </p:cNvPr>
            <p:cNvSpPr>
              <a:spLocks/>
            </p:cNvSpPr>
            <p:nvPr/>
          </p:nvSpPr>
          <p:spPr bwMode="auto">
            <a:xfrm>
              <a:off x="5572" y="1717"/>
              <a:ext cx="366" cy="339"/>
            </a:xfrm>
            <a:custGeom>
              <a:avLst/>
              <a:gdLst>
                <a:gd name="T0" fmla="*/ 66 w 247"/>
                <a:gd name="T1" fmla="*/ 229 h 229"/>
                <a:gd name="T2" fmla="*/ 62 w 247"/>
                <a:gd name="T3" fmla="*/ 227 h 229"/>
                <a:gd name="T4" fmla="*/ 2 w 247"/>
                <a:gd name="T5" fmla="*/ 167 h 229"/>
                <a:gd name="T6" fmla="*/ 2 w 247"/>
                <a:gd name="T7" fmla="*/ 159 h 229"/>
                <a:gd name="T8" fmla="*/ 10 w 247"/>
                <a:gd name="T9" fmla="*/ 159 h 229"/>
                <a:gd name="T10" fmla="*/ 66 w 247"/>
                <a:gd name="T11" fmla="*/ 214 h 229"/>
                <a:gd name="T12" fmla="*/ 235 w 247"/>
                <a:gd name="T13" fmla="*/ 3 h 229"/>
                <a:gd name="T14" fmla="*/ 244 w 247"/>
                <a:gd name="T15" fmla="*/ 3 h 229"/>
                <a:gd name="T16" fmla="*/ 245 w 247"/>
                <a:gd name="T17" fmla="*/ 11 h 229"/>
                <a:gd name="T18" fmla="*/ 71 w 247"/>
                <a:gd name="T19" fmla="*/ 227 h 229"/>
                <a:gd name="T20" fmla="*/ 66 w 247"/>
                <a:gd name="T21" fmla="*/ 229 h 229"/>
                <a:gd name="T22" fmla="*/ 66 w 247"/>
                <a:gd name="T23" fmla="*/ 229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7" h="229">
                  <a:moveTo>
                    <a:pt x="66" y="229"/>
                  </a:moveTo>
                  <a:cubicBezTo>
                    <a:pt x="65" y="229"/>
                    <a:pt x="63" y="229"/>
                    <a:pt x="62" y="227"/>
                  </a:cubicBezTo>
                  <a:cubicBezTo>
                    <a:pt x="2" y="167"/>
                    <a:pt x="2" y="167"/>
                    <a:pt x="2" y="167"/>
                  </a:cubicBezTo>
                  <a:cubicBezTo>
                    <a:pt x="0" y="165"/>
                    <a:pt x="0" y="161"/>
                    <a:pt x="2" y="159"/>
                  </a:cubicBezTo>
                  <a:cubicBezTo>
                    <a:pt x="4" y="157"/>
                    <a:pt x="8" y="157"/>
                    <a:pt x="10" y="159"/>
                  </a:cubicBezTo>
                  <a:cubicBezTo>
                    <a:pt x="66" y="214"/>
                    <a:pt x="66" y="214"/>
                    <a:pt x="66" y="214"/>
                  </a:cubicBezTo>
                  <a:cubicBezTo>
                    <a:pt x="235" y="3"/>
                    <a:pt x="235" y="3"/>
                    <a:pt x="235" y="3"/>
                  </a:cubicBezTo>
                  <a:cubicBezTo>
                    <a:pt x="238" y="1"/>
                    <a:pt x="241" y="0"/>
                    <a:pt x="244" y="3"/>
                  </a:cubicBezTo>
                  <a:cubicBezTo>
                    <a:pt x="246" y="5"/>
                    <a:pt x="247" y="8"/>
                    <a:pt x="245" y="11"/>
                  </a:cubicBezTo>
                  <a:cubicBezTo>
                    <a:pt x="71" y="227"/>
                    <a:pt x="71" y="227"/>
                    <a:pt x="71" y="227"/>
                  </a:cubicBezTo>
                  <a:cubicBezTo>
                    <a:pt x="70" y="228"/>
                    <a:pt x="68" y="229"/>
                    <a:pt x="66" y="229"/>
                  </a:cubicBezTo>
                  <a:cubicBezTo>
                    <a:pt x="66" y="229"/>
                    <a:pt x="66" y="229"/>
                    <a:pt x="6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sp>
          <p:nvSpPr>
            <p:cNvPr id="126" name="Freeform 89">
              <a:extLst>
                <a:ext uri="{FF2B5EF4-FFF2-40B4-BE49-F238E27FC236}">
                  <a16:creationId xmlns:a16="http://schemas.microsoft.com/office/drawing/2014/main" id="{04185316-B34F-294A-A34C-BE4AAF5B7697}"/>
                </a:ext>
              </a:extLst>
            </p:cNvPr>
            <p:cNvSpPr>
              <a:spLocks/>
            </p:cNvSpPr>
            <p:nvPr/>
          </p:nvSpPr>
          <p:spPr bwMode="auto">
            <a:xfrm>
              <a:off x="5510" y="1808"/>
              <a:ext cx="337" cy="337"/>
            </a:xfrm>
            <a:custGeom>
              <a:avLst/>
              <a:gdLst>
                <a:gd name="T0" fmla="*/ 114 w 228"/>
                <a:gd name="T1" fmla="*/ 228 h 228"/>
                <a:gd name="T2" fmla="*/ 0 w 228"/>
                <a:gd name="T3" fmla="*/ 114 h 228"/>
                <a:gd name="T4" fmla="*/ 114 w 228"/>
                <a:gd name="T5" fmla="*/ 0 h 228"/>
                <a:gd name="T6" fmla="*/ 165 w 228"/>
                <a:gd name="T7" fmla="*/ 12 h 228"/>
                <a:gd name="T8" fmla="*/ 168 w 228"/>
                <a:gd name="T9" fmla="*/ 20 h 228"/>
                <a:gd name="T10" fmla="*/ 159 w 228"/>
                <a:gd name="T11" fmla="*/ 23 h 228"/>
                <a:gd name="T12" fmla="*/ 114 w 228"/>
                <a:gd name="T13" fmla="*/ 12 h 228"/>
                <a:gd name="T14" fmla="*/ 12 w 228"/>
                <a:gd name="T15" fmla="*/ 114 h 228"/>
                <a:gd name="T16" fmla="*/ 114 w 228"/>
                <a:gd name="T17" fmla="*/ 216 h 228"/>
                <a:gd name="T18" fmla="*/ 216 w 228"/>
                <a:gd name="T19" fmla="*/ 114 h 228"/>
                <a:gd name="T20" fmla="*/ 214 w 228"/>
                <a:gd name="T21" fmla="*/ 92 h 228"/>
                <a:gd name="T22" fmla="*/ 218 w 228"/>
                <a:gd name="T23" fmla="*/ 84 h 228"/>
                <a:gd name="T24" fmla="*/ 225 w 228"/>
                <a:gd name="T25" fmla="*/ 89 h 228"/>
                <a:gd name="T26" fmla="*/ 228 w 228"/>
                <a:gd name="T27" fmla="*/ 114 h 228"/>
                <a:gd name="T28" fmla="*/ 114 w 228"/>
                <a:gd name="T29" fmla="*/ 228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8" h="228">
                  <a:moveTo>
                    <a:pt x="114" y="228"/>
                  </a:moveTo>
                  <a:cubicBezTo>
                    <a:pt x="51" y="228"/>
                    <a:pt x="0" y="177"/>
                    <a:pt x="0" y="114"/>
                  </a:cubicBezTo>
                  <a:cubicBezTo>
                    <a:pt x="0" y="51"/>
                    <a:pt x="51" y="0"/>
                    <a:pt x="114" y="0"/>
                  </a:cubicBezTo>
                  <a:cubicBezTo>
                    <a:pt x="132" y="0"/>
                    <a:pt x="149" y="4"/>
                    <a:pt x="165" y="12"/>
                  </a:cubicBezTo>
                  <a:cubicBezTo>
                    <a:pt x="168" y="14"/>
                    <a:pt x="169" y="17"/>
                    <a:pt x="168" y="20"/>
                  </a:cubicBezTo>
                  <a:cubicBezTo>
                    <a:pt x="166" y="23"/>
                    <a:pt x="162" y="24"/>
                    <a:pt x="159" y="23"/>
                  </a:cubicBezTo>
                  <a:cubicBezTo>
                    <a:pt x="145" y="16"/>
                    <a:pt x="130" y="12"/>
                    <a:pt x="114" y="12"/>
                  </a:cubicBezTo>
                  <a:cubicBezTo>
                    <a:pt x="58" y="12"/>
                    <a:pt x="12" y="58"/>
                    <a:pt x="12" y="114"/>
                  </a:cubicBezTo>
                  <a:cubicBezTo>
                    <a:pt x="12" y="170"/>
                    <a:pt x="58" y="216"/>
                    <a:pt x="114" y="216"/>
                  </a:cubicBezTo>
                  <a:cubicBezTo>
                    <a:pt x="170" y="216"/>
                    <a:pt x="216" y="170"/>
                    <a:pt x="216" y="114"/>
                  </a:cubicBezTo>
                  <a:cubicBezTo>
                    <a:pt x="216" y="107"/>
                    <a:pt x="215" y="99"/>
                    <a:pt x="214" y="92"/>
                  </a:cubicBezTo>
                  <a:cubicBezTo>
                    <a:pt x="213" y="88"/>
                    <a:pt x="215" y="85"/>
                    <a:pt x="218" y="84"/>
                  </a:cubicBezTo>
                  <a:cubicBezTo>
                    <a:pt x="221" y="84"/>
                    <a:pt x="225" y="86"/>
                    <a:pt x="225" y="89"/>
                  </a:cubicBezTo>
                  <a:cubicBezTo>
                    <a:pt x="227" y="97"/>
                    <a:pt x="228" y="106"/>
                    <a:pt x="228" y="114"/>
                  </a:cubicBezTo>
                  <a:cubicBezTo>
                    <a:pt x="228" y="177"/>
                    <a:pt x="177" y="228"/>
                    <a:pt x="114" y="2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latin typeface="+mj-lt"/>
              </a:endParaRPr>
            </a:p>
          </p:txBody>
        </p:sp>
      </p:grpSp>
      <p:grpSp>
        <p:nvGrpSpPr>
          <p:cNvPr id="127" name="Group 78">
            <a:extLst>
              <a:ext uri="{FF2B5EF4-FFF2-40B4-BE49-F238E27FC236}">
                <a16:creationId xmlns:a16="http://schemas.microsoft.com/office/drawing/2014/main" id="{11722946-2303-184D-8463-D62F3154D89B}"/>
              </a:ext>
            </a:extLst>
          </p:cNvPr>
          <p:cNvGrpSpPr>
            <a:grpSpLocks noChangeAspect="1"/>
          </p:cNvGrpSpPr>
          <p:nvPr userDrawn="1"/>
        </p:nvGrpSpPr>
        <p:grpSpPr bwMode="auto">
          <a:xfrm>
            <a:off x="5953323" y="1958607"/>
            <a:ext cx="332545" cy="442701"/>
            <a:chOff x="5561" y="440"/>
            <a:chExt cx="320" cy="426"/>
          </a:xfrm>
          <a:solidFill>
            <a:schemeClr val="accent1"/>
          </a:solidFill>
        </p:grpSpPr>
        <p:sp>
          <p:nvSpPr>
            <p:cNvPr id="128" name="Freeform 79">
              <a:extLst>
                <a:ext uri="{FF2B5EF4-FFF2-40B4-BE49-F238E27FC236}">
                  <a16:creationId xmlns:a16="http://schemas.microsoft.com/office/drawing/2014/main" id="{B5E1DA5A-F0CE-4447-9220-974C2855E08C}"/>
                </a:ext>
              </a:extLst>
            </p:cNvPr>
            <p:cNvSpPr>
              <a:spLocks noEditPoints="1"/>
            </p:cNvSpPr>
            <p:nvPr/>
          </p:nvSpPr>
          <p:spPr bwMode="auto">
            <a:xfrm>
              <a:off x="5561" y="440"/>
              <a:ext cx="320" cy="426"/>
            </a:xfrm>
            <a:custGeom>
              <a:avLst/>
              <a:gdLst>
                <a:gd name="T0" fmla="*/ 210 w 216"/>
                <a:gd name="T1" fmla="*/ 288 h 288"/>
                <a:gd name="T2" fmla="*/ 6 w 216"/>
                <a:gd name="T3" fmla="*/ 288 h 288"/>
                <a:gd name="T4" fmla="*/ 0 w 216"/>
                <a:gd name="T5" fmla="*/ 282 h 288"/>
                <a:gd name="T6" fmla="*/ 0 w 216"/>
                <a:gd name="T7" fmla="*/ 6 h 288"/>
                <a:gd name="T8" fmla="*/ 6 w 216"/>
                <a:gd name="T9" fmla="*/ 0 h 288"/>
                <a:gd name="T10" fmla="*/ 138 w 216"/>
                <a:gd name="T11" fmla="*/ 0 h 288"/>
                <a:gd name="T12" fmla="*/ 142 w 216"/>
                <a:gd name="T13" fmla="*/ 2 h 288"/>
                <a:gd name="T14" fmla="*/ 214 w 216"/>
                <a:gd name="T15" fmla="*/ 74 h 288"/>
                <a:gd name="T16" fmla="*/ 216 w 216"/>
                <a:gd name="T17" fmla="*/ 78 h 288"/>
                <a:gd name="T18" fmla="*/ 216 w 216"/>
                <a:gd name="T19" fmla="*/ 282 h 288"/>
                <a:gd name="T20" fmla="*/ 210 w 216"/>
                <a:gd name="T21" fmla="*/ 288 h 288"/>
                <a:gd name="T22" fmla="*/ 12 w 216"/>
                <a:gd name="T23" fmla="*/ 276 h 288"/>
                <a:gd name="T24" fmla="*/ 204 w 216"/>
                <a:gd name="T25" fmla="*/ 276 h 288"/>
                <a:gd name="T26" fmla="*/ 204 w 216"/>
                <a:gd name="T27" fmla="*/ 81 h 288"/>
                <a:gd name="T28" fmla="*/ 136 w 216"/>
                <a:gd name="T29" fmla="*/ 12 h 288"/>
                <a:gd name="T30" fmla="*/ 12 w 216"/>
                <a:gd name="T31" fmla="*/ 12 h 288"/>
                <a:gd name="T32" fmla="*/ 12 w 216"/>
                <a:gd name="T33" fmla="*/ 276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6" h="288">
                  <a:moveTo>
                    <a:pt x="210" y="288"/>
                  </a:moveTo>
                  <a:cubicBezTo>
                    <a:pt x="6" y="288"/>
                    <a:pt x="6" y="288"/>
                    <a:pt x="6" y="288"/>
                  </a:cubicBezTo>
                  <a:cubicBezTo>
                    <a:pt x="3" y="288"/>
                    <a:pt x="0" y="286"/>
                    <a:pt x="0" y="282"/>
                  </a:cubicBezTo>
                  <a:cubicBezTo>
                    <a:pt x="0" y="6"/>
                    <a:pt x="0" y="6"/>
                    <a:pt x="0" y="6"/>
                  </a:cubicBezTo>
                  <a:cubicBezTo>
                    <a:pt x="0" y="3"/>
                    <a:pt x="3" y="0"/>
                    <a:pt x="6" y="0"/>
                  </a:cubicBezTo>
                  <a:cubicBezTo>
                    <a:pt x="138" y="0"/>
                    <a:pt x="138" y="0"/>
                    <a:pt x="138" y="0"/>
                  </a:cubicBezTo>
                  <a:cubicBezTo>
                    <a:pt x="140" y="0"/>
                    <a:pt x="141" y="1"/>
                    <a:pt x="142" y="2"/>
                  </a:cubicBezTo>
                  <a:cubicBezTo>
                    <a:pt x="214" y="74"/>
                    <a:pt x="214" y="74"/>
                    <a:pt x="214" y="74"/>
                  </a:cubicBezTo>
                  <a:cubicBezTo>
                    <a:pt x="216" y="75"/>
                    <a:pt x="216" y="77"/>
                    <a:pt x="216" y="78"/>
                  </a:cubicBezTo>
                  <a:cubicBezTo>
                    <a:pt x="216" y="282"/>
                    <a:pt x="216" y="282"/>
                    <a:pt x="216" y="282"/>
                  </a:cubicBezTo>
                  <a:cubicBezTo>
                    <a:pt x="216" y="286"/>
                    <a:pt x="214" y="288"/>
                    <a:pt x="210" y="288"/>
                  </a:cubicBezTo>
                  <a:close/>
                  <a:moveTo>
                    <a:pt x="12" y="276"/>
                  </a:moveTo>
                  <a:cubicBezTo>
                    <a:pt x="204" y="276"/>
                    <a:pt x="204" y="276"/>
                    <a:pt x="204" y="276"/>
                  </a:cubicBezTo>
                  <a:cubicBezTo>
                    <a:pt x="204" y="81"/>
                    <a:pt x="204" y="81"/>
                    <a:pt x="204" y="81"/>
                  </a:cubicBezTo>
                  <a:cubicBezTo>
                    <a:pt x="136" y="12"/>
                    <a:pt x="136" y="12"/>
                    <a:pt x="136" y="12"/>
                  </a:cubicBezTo>
                  <a:cubicBezTo>
                    <a:pt x="12" y="12"/>
                    <a:pt x="12" y="12"/>
                    <a:pt x="12" y="12"/>
                  </a:cubicBezTo>
                  <a:lnTo>
                    <a:pt x="12" y="2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29" name="Freeform 80">
              <a:extLst>
                <a:ext uri="{FF2B5EF4-FFF2-40B4-BE49-F238E27FC236}">
                  <a16:creationId xmlns:a16="http://schemas.microsoft.com/office/drawing/2014/main" id="{ABA3B36B-BE79-3540-89D8-3AD859FC58BF}"/>
                </a:ext>
              </a:extLst>
            </p:cNvPr>
            <p:cNvSpPr>
              <a:spLocks/>
            </p:cNvSpPr>
            <p:nvPr/>
          </p:nvSpPr>
          <p:spPr bwMode="auto">
            <a:xfrm>
              <a:off x="5757" y="440"/>
              <a:ext cx="124" cy="125"/>
            </a:xfrm>
            <a:custGeom>
              <a:avLst/>
              <a:gdLst>
                <a:gd name="T0" fmla="*/ 78 w 84"/>
                <a:gd name="T1" fmla="*/ 84 h 84"/>
                <a:gd name="T2" fmla="*/ 6 w 84"/>
                <a:gd name="T3" fmla="*/ 84 h 84"/>
                <a:gd name="T4" fmla="*/ 0 w 84"/>
                <a:gd name="T5" fmla="*/ 78 h 84"/>
                <a:gd name="T6" fmla="*/ 0 w 84"/>
                <a:gd name="T7" fmla="*/ 6 h 84"/>
                <a:gd name="T8" fmla="*/ 6 w 84"/>
                <a:gd name="T9" fmla="*/ 0 h 84"/>
                <a:gd name="T10" fmla="*/ 12 w 84"/>
                <a:gd name="T11" fmla="*/ 6 h 84"/>
                <a:gd name="T12" fmla="*/ 12 w 84"/>
                <a:gd name="T13" fmla="*/ 72 h 84"/>
                <a:gd name="T14" fmla="*/ 78 w 84"/>
                <a:gd name="T15" fmla="*/ 72 h 84"/>
                <a:gd name="T16" fmla="*/ 84 w 84"/>
                <a:gd name="T17" fmla="*/ 78 h 84"/>
                <a:gd name="T18" fmla="*/ 78 w 84"/>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78" y="84"/>
                  </a:moveTo>
                  <a:cubicBezTo>
                    <a:pt x="6" y="84"/>
                    <a:pt x="6" y="84"/>
                    <a:pt x="6" y="84"/>
                  </a:cubicBezTo>
                  <a:cubicBezTo>
                    <a:pt x="3" y="84"/>
                    <a:pt x="0" y="82"/>
                    <a:pt x="0" y="78"/>
                  </a:cubicBezTo>
                  <a:cubicBezTo>
                    <a:pt x="0" y="6"/>
                    <a:pt x="0" y="6"/>
                    <a:pt x="0" y="6"/>
                  </a:cubicBezTo>
                  <a:cubicBezTo>
                    <a:pt x="0" y="3"/>
                    <a:pt x="3" y="0"/>
                    <a:pt x="6" y="0"/>
                  </a:cubicBezTo>
                  <a:cubicBezTo>
                    <a:pt x="10" y="0"/>
                    <a:pt x="12" y="3"/>
                    <a:pt x="12" y="6"/>
                  </a:cubicBezTo>
                  <a:cubicBezTo>
                    <a:pt x="12" y="72"/>
                    <a:pt x="12" y="72"/>
                    <a:pt x="12" y="72"/>
                  </a:cubicBezTo>
                  <a:cubicBezTo>
                    <a:pt x="78" y="72"/>
                    <a:pt x="78" y="72"/>
                    <a:pt x="78" y="72"/>
                  </a:cubicBezTo>
                  <a:cubicBezTo>
                    <a:pt x="82" y="72"/>
                    <a:pt x="84" y="75"/>
                    <a:pt x="84" y="78"/>
                  </a:cubicBezTo>
                  <a:cubicBezTo>
                    <a:pt x="84" y="82"/>
                    <a:pt x="82"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0" name="Freeform 81">
              <a:extLst>
                <a:ext uri="{FF2B5EF4-FFF2-40B4-BE49-F238E27FC236}">
                  <a16:creationId xmlns:a16="http://schemas.microsoft.com/office/drawing/2014/main" id="{25C5AFD0-4C23-1A40-A6D1-BE0869FC7639}"/>
                </a:ext>
              </a:extLst>
            </p:cNvPr>
            <p:cNvSpPr>
              <a:spLocks/>
            </p:cNvSpPr>
            <p:nvPr/>
          </p:nvSpPr>
          <p:spPr bwMode="auto">
            <a:xfrm>
              <a:off x="5721" y="618"/>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1" name="Freeform 82">
              <a:extLst>
                <a:ext uri="{FF2B5EF4-FFF2-40B4-BE49-F238E27FC236}">
                  <a16:creationId xmlns:a16="http://schemas.microsoft.com/office/drawing/2014/main" id="{D412E5BA-BAFD-7249-9FD7-E1C872BDFC99}"/>
                </a:ext>
              </a:extLst>
            </p:cNvPr>
            <p:cNvSpPr>
              <a:spLocks/>
            </p:cNvSpPr>
            <p:nvPr/>
          </p:nvSpPr>
          <p:spPr bwMode="auto">
            <a:xfrm>
              <a:off x="5721" y="689"/>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2" name="Freeform 83">
              <a:extLst>
                <a:ext uri="{FF2B5EF4-FFF2-40B4-BE49-F238E27FC236}">
                  <a16:creationId xmlns:a16="http://schemas.microsoft.com/office/drawing/2014/main" id="{427BAFDA-991B-DF4F-A7FE-4061E7986915}"/>
                </a:ext>
              </a:extLst>
            </p:cNvPr>
            <p:cNvSpPr>
              <a:spLocks/>
            </p:cNvSpPr>
            <p:nvPr/>
          </p:nvSpPr>
          <p:spPr bwMode="auto">
            <a:xfrm>
              <a:off x="5721" y="760"/>
              <a:ext cx="89" cy="17"/>
            </a:xfrm>
            <a:custGeom>
              <a:avLst/>
              <a:gdLst>
                <a:gd name="T0" fmla="*/ 54 w 60"/>
                <a:gd name="T1" fmla="*/ 12 h 12"/>
                <a:gd name="T2" fmla="*/ 6 w 60"/>
                <a:gd name="T3" fmla="*/ 12 h 12"/>
                <a:gd name="T4" fmla="*/ 0 w 60"/>
                <a:gd name="T5" fmla="*/ 6 h 12"/>
                <a:gd name="T6" fmla="*/ 6 w 60"/>
                <a:gd name="T7" fmla="*/ 0 h 12"/>
                <a:gd name="T8" fmla="*/ 54 w 60"/>
                <a:gd name="T9" fmla="*/ 0 h 12"/>
                <a:gd name="T10" fmla="*/ 60 w 60"/>
                <a:gd name="T11" fmla="*/ 6 h 12"/>
                <a:gd name="T12" fmla="*/ 54 w 6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60" h="12">
                  <a:moveTo>
                    <a:pt x="54" y="12"/>
                  </a:moveTo>
                  <a:cubicBezTo>
                    <a:pt x="6" y="12"/>
                    <a:pt x="6" y="12"/>
                    <a:pt x="6" y="12"/>
                  </a:cubicBezTo>
                  <a:cubicBezTo>
                    <a:pt x="3" y="12"/>
                    <a:pt x="0" y="10"/>
                    <a:pt x="0" y="6"/>
                  </a:cubicBezTo>
                  <a:cubicBezTo>
                    <a:pt x="0" y="3"/>
                    <a:pt x="3" y="0"/>
                    <a:pt x="6" y="0"/>
                  </a:cubicBezTo>
                  <a:cubicBezTo>
                    <a:pt x="54" y="0"/>
                    <a:pt x="54" y="0"/>
                    <a:pt x="54" y="0"/>
                  </a:cubicBezTo>
                  <a:cubicBezTo>
                    <a:pt x="58" y="0"/>
                    <a:pt x="60" y="3"/>
                    <a:pt x="60" y="6"/>
                  </a:cubicBezTo>
                  <a:cubicBezTo>
                    <a:pt x="60" y="10"/>
                    <a:pt x="5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3" name="Freeform 84">
              <a:extLst>
                <a:ext uri="{FF2B5EF4-FFF2-40B4-BE49-F238E27FC236}">
                  <a16:creationId xmlns:a16="http://schemas.microsoft.com/office/drawing/2014/main" id="{B4508F28-8BDC-9245-9C66-6834A3DEBB70}"/>
                </a:ext>
              </a:extLst>
            </p:cNvPr>
            <p:cNvSpPr>
              <a:spLocks/>
            </p:cNvSpPr>
            <p:nvPr/>
          </p:nvSpPr>
          <p:spPr bwMode="auto">
            <a:xfrm>
              <a:off x="5614" y="582"/>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4" name="Freeform 85">
              <a:extLst>
                <a:ext uri="{FF2B5EF4-FFF2-40B4-BE49-F238E27FC236}">
                  <a16:creationId xmlns:a16="http://schemas.microsoft.com/office/drawing/2014/main" id="{4B821B86-B791-D441-90DA-D286CAEB5607}"/>
                </a:ext>
              </a:extLst>
            </p:cNvPr>
            <p:cNvSpPr>
              <a:spLocks/>
            </p:cNvSpPr>
            <p:nvPr/>
          </p:nvSpPr>
          <p:spPr bwMode="auto">
            <a:xfrm>
              <a:off x="5614" y="653"/>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5" name="Freeform 86">
              <a:extLst>
                <a:ext uri="{FF2B5EF4-FFF2-40B4-BE49-F238E27FC236}">
                  <a16:creationId xmlns:a16="http://schemas.microsoft.com/office/drawing/2014/main" id="{0961530D-62F0-7F40-BD08-0D4F17005F35}"/>
                </a:ext>
              </a:extLst>
            </p:cNvPr>
            <p:cNvSpPr>
              <a:spLocks/>
            </p:cNvSpPr>
            <p:nvPr/>
          </p:nvSpPr>
          <p:spPr bwMode="auto">
            <a:xfrm>
              <a:off x="5614" y="724"/>
              <a:ext cx="91" cy="62"/>
            </a:xfrm>
            <a:custGeom>
              <a:avLst/>
              <a:gdLst>
                <a:gd name="T0" fmla="*/ 24 w 61"/>
                <a:gd name="T1" fmla="*/ 42 h 42"/>
                <a:gd name="T2" fmla="*/ 20 w 61"/>
                <a:gd name="T3" fmla="*/ 41 h 42"/>
                <a:gd name="T4" fmla="*/ 2 w 61"/>
                <a:gd name="T5" fmla="*/ 23 h 42"/>
                <a:gd name="T6" fmla="*/ 2 w 61"/>
                <a:gd name="T7" fmla="*/ 14 h 42"/>
                <a:gd name="T8" fmla="*/ 10 w 61"/>
                <a:gd name="T9" fmla="*/ 14 h 42"/>
                <a:gd name="T10" fmla="*/ 24 w 61"/>
                <a:gd name="T11" fmla="*/ 28 h 42"/>
                <a:gd name="T12" fmla="*/ 50 w 61"/>
                <a:gd name="T13" fmla="*/ 2 h 42"/>
                <a:gd name="T14" fmla="*/ 58 w 61"/>
                <a:gd name="T15" fmla="*/ 2 h 42"/>
                <a:gd name="T16" fmla="*/ 58 w 61"/>
                <a:gd name="T17" fmla="*/ 11 h 42"/>
                <a:gd name="T18" fmla="*/ 28 w 61"/>
                <a:gd name="T19" fmla="*/ 41 h 42"/>
                <a:gd name="T20" fmla="*/ 24 w 61"/>
                <a:gd name="T21"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42">
                  <a:moveTo>
                    <a:pt x="24" y="42"/>
                  </a:moveTo>
                  <a:cubicBezTo>
                    <a:pt x="23" y="42"/>
                    <a:pt x="21" y="42"/>
                    <a:pt x="20" y="41"/>
                  </a:cubicBezTo>
                  <a:cubicBezTo>
                    <a:pt x="2" y="23"/>
                    <a:pt x="2" y="23"/>
                    <a:pt x="2" y="23"/>
                  </a:cubicBezTo>
                  <a:cubicBezTo>
                    <a:pt x="0" y="20"/>
                    <a:pt x="0" y="17"/>
                    <a:pt x="2" y="14"/>
                  </a:cubicBezTo>
                  <a:cubicBezTo>
                    <a:pt x="4" y="12"/>
                    <a:pt x="8" y="12"/>
                    <a:pt x="10" y="14"/>
                  </a:cubicBezTo>
                  <a:cubicBezTo>
                    <a:pt x="24" y="28"/>
                    <a:pt x="24" y="28"/>
                    <a:pt x="24" y="28"/>
                  </a:cubicBezTo>
                  <a:cubicBezTo>
                    <a:pt x="50" y="2"/>
                    <a:pt x="50" y="2"/>
                    <a:pt x="50" y="2"/>
                  </a:cubicBezTo>
                  <a:cubicBezTo>
                    <a:pt x="52" y="0"/>
                    <a:pt x="56" y="0"/>
                    <a:pt x="58" y="2"/>
                  </a:cubicBezTo>
                  <a:cubicBezTo>
                    <a:pt x="61" y="5"/>
                    <a:pt x="61" y="8"/>
                    <a:pt x="58" y="11"/>
                  </a:cubicBezTo>
                  <a:cubicBezTo>
                    <a:pt x="28" y="41"/>
                    <a:pt x="28" y="41"/>
                    <a:pt x="28" y="41"/>
                  </a:cubicBezTo>
                  <a:cubicBezTo>
                    <a:pt x="27" y="42"/>
                    <a:pt x="26" y="42"/>
                    <a:pt x="24" y="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36" name="Group 45">
            <a:extLst>
              <a:ext uri="{FF2B5EF4-FFF2-40B4-BE49-F238E27FC236}">
                <a16:creationId xmlns:a16="http://schemas.microsoft.com/office/drawing/2014/main" id="{516FF822-0AC6-8F49-982F-1D1D7300DD43}"/>
              </a:ext>
            </a:extLst>
          </p:cNvPr>
          <p:cNvGrpSpPr>
            <a:grpSpLocks noChangeAspect="1"/>
          </p:cNvGrpSpPr>
          <p:nvPr userDrawn="1"/>
        </p:nvGrpSpPr>
        <p:grpSpPr bwMode="auto">
          <a:xfrm>
            <a:off x="783204" y="3116889"/>
            <a:ext cx="481666" cy="481666"/>
            <a:chOff x="5507" y="439"/>
            <a:chExt cx="426" cy="426"/>
          </a:xfrm>
          <a:solidFill>
            <a:schemeClr val="accent1"/>
          </a:solidFill>
        </p:grpSpPr>
        <p:sp>
          <p:nvSpPr>
            <p:cNvPr id="137" name="Freeform 46">
              <a:extLst>
                <a:ext uri="{FF2B5EF4-FFF2-40B4-BE49-F238E27FC236}">
                  <a16:creationId xmlns:a16="http://schemas.microsoft.com/office/drawing/2014/main" id="{F4B73D59-02E7-6541-B93C-C6650620AAF5}"/>
                </a:ext>
              </a:extLst>
            </p:cNvPr>
            <p:cNvSpPr>
              <a:spLocks noEditPoints="1"/>
            </p:cNvSpPr>
            <p:nvPr/>
          </p:nvSpPr>
          <p:spPr bwMode="auto">
            <a:xfrm>
              <a:off x="5596" y="652"/>
              <a:ext cx="124" cy="124"/>
            </a:xfrm>
            <a:custGeom>
              <a:avLst/>
              <a:gdLst>
                <a:gd name="T0" fmla="*/ 42 w 84"/>
                <a:gd name="T1" fmla="*/ 84 h 84"/>
                <a:gd name="T2" fmla="*/ 0 w 84"/>
                <a:gd name="T3" fmla="*/ 42 h 84"/>
                <a:gd name="T4" fmla="*/ 42 w 84"/>
                <a:gd name="T5" fmla="*/ 0 h 84"/>
                <a:gd name="T6" fmla="*/ 84 w 84"/>
                <a:gd name="T7" fmla="*/ 42 h 84"/>
                <a:gd name="T8" fmla="*/ 42 w 84"/>
                <a:gd name="T9" fmla="*/ 84 h 84"/>
                <a:gd name="T10" fmla="*/ 42 w 84"/>
                <a:gd name="T11" fmla="*/ 12 h 84"/>
                <a:gd name="T12" fmla="*/ 12 w 84"/>
                <a:gd name="T13" fmla="*/ 42 h 84"/>
                <a:gd name="T14" fmla="*/ 42 w 84"/>
                <a:gd name="T15" fmla="*/ 72 h 84"/>
                <a:gd name="T16" fmla="*/ 72 w 84"/>
                <a:gd name="T17" fmla="*/ 42 h 84"/>
                <a:gd name="T18" fmla="*/ 42 w 84"/>
                <a:gd name="T19" fmla="*/ 1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4" h="84">
                  <a:moveTo>
                    <a:pt x="42" y="84"/>
                  </a:moveTo>
                  <a:cubicBezTo>
                    <a:pt x="19" y="84"/>
                    <a:pt x="0" y="65"/>
                    <a:pt x="0" y="42"/>
                  </a:cubicBezTo>
                  <a:cubicBezTo>
                    <a:pt x="0" y="18"/>
                    <a:pt x="19" y="0"/>
                    <a:pt x="42" y="0"/>
                  </a:cubicBezTo>
                  <a:cubicBezTo>
                    <a:pt x="66" y="0"/>
                    <a:pt x="84" y="18"/>
                    <a:pt x="84" y="42"/>
                  </a:cubicBezTo>
                  <a:cubicBezTo>
                    <a:pt x="84" y="65"/>
                    <a:pt x="66" y="84"/>
                    <a:pt x="42" y="84"/>
                  </a:cubicBezTo>
                  <a:close/>
                  <a:moveTo>
                    <a:pt x="42" y="12"/>
                  </a:moveTo>
                  <a:cubicBezTo>
                    <a:pt x="26" y="12"/>
                    <a:pt x="12" y="25"/>
                    <a:pt x="12" y="42"/>
                  </a:cubicBezTo>
                  <a:cubicBezTo>
                    <a:pt x="12" y="58"/>
                    <a:pt x="26" y="72"/>
                    <a:pt x="42" y="72"/>
                  </a:cubicBezTo>
                  <a:cubicBezTo>
                    <a:pt x="59" y="72"/>
                    <a:pt x="72" y="58"/>
                    <a:pt x="72" y="42"/>
                  </a:cubicBezTo>
                  <a:cubicBezTo>
                    <a:pt x="72" y="25"/>
                    <a:pt x="59"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8" name="Freeform 47">
              <a:extLst>
                <a:ext uri="{FF2B5EF4-FFF2-40B4-BE49-F238E27FC236}">
                  <a16:creationId xmlns:a16="http://schemas.microsoft.com/office/drawing/2014/main" id="{A069EDB2-D1F1-4B46-9633-D4A833BD8A7A}"/>
                </a:ext>
              </a:extLst>
            </p:cNvPr>
            <p:cNvSpPr>
              <a:spLocks noEditPoints="1"/>
            </p:cNvSpPr>
            <p:nvPr/>
          </p:nvSpPr>
          <p:spPr bwMode="auto">
            <a:xfrm>
              <a:off x="5809" y="492"/>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39" name="Freeform 48">
              <a:extLst>
                <a:ext uri="{FF2B5EF4-FFF2-40B4-BE49-F238E27FC236}">
                  <a16:creationId xmlns:a16="http://schemas.microsoft.com/office/drawing/2014/main" id="{28E39315-063A-D84B-9973-3C71C544EA25}"/>
                </a:ext>
              </a:extLst>
            </p:cNvPr>
            <p:cNvSpPr>
              <a:spLocks noEditPoints="1"/>
            </p:cNvSpPr>
            <p:nvPr/>
          </p:nvSpPr>
          <p:spPr bwMode="auto">
            <a:xfrm>
              <a:off x="5507" y="563"/>
              <a:ext cx="302" cy="302"/>
            </a:xfrm>
            <a:custGeom>
              <a:avLst/>
              <a:gdLst>
                <a:gd name="T0" fmla="*/ 79 w 204"/>
                <a:gd name="T1" fmla="*/ 204 h 204"/>
                <a:gd name="T2" fmla="*/ 73 w 204"/>
                <a:gd name="T3" fmla="*/ 180 h 204"/>
                <a:gd name="T4" fmla="*/ 34 w 204"/>
                <a:gd name="T5" fmla="*/ 176 h 204"/>
                <a:gd name="T6" fmla="*/ 2 w 204"/>
                <a:gd name="T7" fmla="*/ 132 h 204"/>
                <a:gd name="T8" fmla="*/ 19 w 204"/>
                <a:gd name="T9" fmla="*/ 115 h 204"/>
                <a:gd name="T10" fmla="*/ 19 w 204"/>
                <a:gd name="T11" fmla="*/ 88 h 204"/>
                <a:gd name="T12" fmla="*/ 2 w 204"/>
                <a:gd name="T13" fmla="*/ 76 h 204"/>
                <a:gd name="T14" fmla="*/ 26 w 204"/>
                <a:gd name="T15" fmla="*/ 30 h 204"/>
                <a:gd name="T16" fmla="*/ 50 w 204"/>
                <a:gd name="T17" fmla="*/ 36 h 204"/>
                <a:gd name="T18" fmla="*/ 73 w 204"/>
                <a:gd name="T19" fmla="*/ 6 h 204"/>
                <a:gd name="T20" fmla="*/ 127 w 204"/>
                <a:gd name="T21" fmla="*/ 0 h 204"/>
                <a:gd name="T22" fmla="*/ 133 w 204"/>
                <a:gd name="T23" fmla="*/ 23 h 204"/>
                <a:gd name="T24" fmla="*/ 170 w 204"/>
                <a:gd name="T25" fmla="*/ 28 h 204"/>
                <a:gd name="T26" fmla="*/ 179 w 204"/>
                <a:gd name="T27" fmla="*/ 30 h 204"/>
                <a:gd name="T28" fmla="*/ 200 w 204"/>
                <a:gd name="T29" fmla="*/ 80 h 204"/>
                <a:gd name="T30" fmla="*/ 186 w 204"/>
                <a:gd name="T31" fmla="*/ 102 h 204"/>
                <a:gd name="T32" fmla="*/ 201 w 204"/>
                <a:gd name="T33" fmla="*/ 124 h 204"/>
                <a:gd name="T34" fmla="*/ 179 w 204"/>
                <a:gd name="T35" fmla="*/ 173 h 204"/>
                <a:gd name="T36" fmla="*/ 171 w 204"/>
                <a:gd name="T37" fmla="*/ 176 h 204"/>
                <a:gd name="T38" fmla="*/ 133 w 204"/>
                <a:gd name="T39" fmla="*/ 180 h 204"/>
                <a:gd name="T40" fmla="*/ 127 w 204"/>
                <a:gd name="T41" fmla="*/ 204 h 204"/>
                <a:gd name="T42" fmla="*/ 121 w 204"/>
                <a:gd name="T43" fmla="*/ 192 h 204"/>
                <a:gd name="T44" fmla="*/ 126 w 204"/>
                <a:gd name="T45" fmla="*/ 170 h 204"/>
                <a:gd name="T46" fmla="*/ 158 w 204"/>
                <a:gd name="T47" fmla="*/ 154 h 204"/>
                <a:gd name="T48" fmla="*/ 189 w 204"/>
                <a:gd name="T49" fmla="*/ 131 h 204"/>
                <a:gd name="T50" fmla="*/ 173 w 204"/>
                <a:gd name="T51" fmla="*/ 117 h 204"/>
                <a:gd name="T52" fmla="*/ 173 w 204"/>
                <a:gd name="T53" fmla="*/ 87 h 204"/>
                <a:gd name="T54" fmla="*/ 189 w 204"/>
                <a:gd name="T55" fmla="*/ 72 h 204"/>
                <a:gd name="T56" fmla="*/ 158 w 204"/>
                <a:gd name="T57" fmla="*/ 49 h 204"/>
                <a:gd name="T58" fmla="*/ 126 w 204"/>
                <a:gd name="T59" fmla="*/ 33 h 204"/>
                <a:gd name="T60" fmla="*/ 121 w 204"/>
                <a:gd name="T61" fmla="*/ 12 h 204"/>
                <a:gd name="T62" fmla="*/ 85 w 204"/>
                <a:gd name="T63" fmla="*/ 27 h 204"/>
                <a:gd name="T64" fmla="*/ 55 w 204"/>
                <a:gd name="T65" fmla="*/ 48 h 204"/>
                <a:gd name="T66" fmla="*/ 34 w 204"/>
                <a:gd name="T67" fmla="*/ 41 h 204"/>
                <a:gd name="T68" fmla="*/ 29 w 204"/>
                <a:gd name="T69" fmla="*/ 80 h 204"/>
                <a:gd name="T70" fmla="*/ 30 w 204"/>
                <a:gd name="T71" fmla="*/ 102 h 204"/>
                <a:gd name="T72" fmla="*/ 29 w 204"/>
                <a:gd name="T73" fmla="*/ 123 h 204"/>
                <a:gd name="T74" fmla="*/ 33 w 204"/>
                <a:gd name="T75" fmla="*/ 162 h 204"/>
                <a:gd name="T76" fmla="*/ 55 w 204"/>
                <a:gd name="T77" fmla="*/ 155 h 204"/>
                <a:gd name="T78" fmla="*/ 85 w 204"/>
                <a:gd name="T79" fmla="*/ 17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04" h="204">
                  <a:moveTo>
                    <a:pt x="127" y="204"/>
                  </a:moveTo>
                  <a:cubicBezTo>
                    <a:pt x="79" y="204"/>
                    <a:pt x="79" y="204"/>
                    <a:pt x="79" y="204"/>
                  </a:cubicBezTo>
                  <a:cubicBezTo>
                    <a:pt x="76" y="204"/>
                    <a:pt x="73" y="201"/>
                    <a:pt x="73" y="198"/>
                  </a:cubicBezTo>
                  <a:cubicBezTo>
                    <a:pt x="73" y="180"/>
                    <a:pt x="73" y="180"/>
                    <a:pt x="73" y="180"/>
                  </a:cubicBezTo>
                  <a:cubicBezTo>
                    <a:pt x="65" y="177"/>
                    <a:pt x="57" y="173"/>
                    <a:pt x="50" y="167"/>
                  </a:cubicBezTo>
                  <a:cubicBezTo>
                    <a:pt x="34" y="176"/>
                    <a:pt x="34" y="176"/>
                    <a:pt x="34" y="176"/>
                  </a:cubicBezTo>
                  <a:cubicBezTo>
                    <a:pt x="31" y="177"/>
                    <a:pt x="28" y="176"/>
                    <a:pt x="26" y="173"/>
                  </a:cubicBezTo>
                  <a:cubicBezTo>
                    <a:pt x="2" y="132"/>
                    <a:pt x="2" y="132"/>
                    <a:pt x="2" y="132"/>
                  </a:cubicBezTo>
                  <a:cubicBezTo>
                    <a:pt x="0" y="129"/>
                    <a:pt x="1" y="125"/>
                    <a:pt x="4" y="124"/>
                  </a:cubicBezTo>
                  <a:cubicBezTo>
                    <a:pt x="19" y="115"/>
                    <a:pt x="19" y="115"/>
                    <a:pt x="19" y="115"/>
                  </a:cubicBezTo>
                  <a:cubicBezTo>
                    <a:pt x="19" y="111"/>
                    <a:pt x="18" y="106"/>
                    <a:pt x="18" y="102"/>
                  </a:cubicBezTo>
                  <a:cubicBezTo>
                    <a:pt x="18" y="97"/>
                    <a:pt x="19" y="93"/>
                    <a:pt x="19" y="88"/>
                  </a:cubicBezTo>
                  <a:cubicBezTo>
                    <a:pt x="4" y="80"/>
                    <a:pt x="4" y="80"/>
                    <a:pt x="4" y="80"/>
                  </a:cubicBezTo>
                  <a:cubicBezTo>
                    <a:pt x="3" y="79"/>
                    <a:pt x="2" y="78"/>
                    <a:pt x="2" y="76"/>
                  </a:cubicBezTo>
                  <a:cubicBezTo>
                    <a:pt x="1" y="74"/>
                    <a:pt x="1" y="73"/>
                    <a:pt x="2" y="71"/>
                  </a:cubicBezTo>
                  <a:cubicBezTo>
                    <a:pt x="26" y="30"/>
                    <a:pt x="26" y="30"/>
                    <a:pt x="26" y="30"/>
                  </a:cubicBezTo>
                  <a:cubicBezTo>
                    <a:pt x="28" y="27"/>
                    <a:pt x="32" y="26"/>
                    <a:pt x="34" y="28"/>
                  </a:cubicBezTo>
                  <a:cubicBezTo>
                    <a:pt x="50" y="36"/>
                    <a:pt x="50" y="36"/>
                    <a:pt x="50" y="36"/>
                  </a:cubicBezTo>
                  <a:cubicBezTo>
                    <a:pt x="57" y="30"/>
                    <a:pt x="65" y="26"/>
                    <a:pt x="73" y="23"/>
                  </a:cubicBezTo>
                  <a:cubicBezTo>
                    <a:pt x="73" y="6"/>
                    <a:pt x="73" y="6"/>
                    <a:pt x="73" y="6"/>
                  </a:cubicBezTo>
                  <a:cubicBezTo>
                    <a:pt x="73" y="2"/>
                    <a:pt x="76" y="0"/>
                    <a:pt x="79" y="0"/>
                  </a:cubicBezTo>
                  <a:cubicBezTo>
                    <a:pt x="127" y="0"/>
                    <a:pt x="127" y="0"/>
                    <a:pt x="127" y="0"/>
                  </a:cubicBezTo>
                  <a:cubicBezTo>
                    <a:pt x="131" y="0"/>
                    <a:pt x="133" y="2"/>
                    <a:pt x="133" y="6"/>
                  </a:cubicBezTo>
                  <a:cubicBezTo>
                    <a:pt x="133" y="23"/>
                    <a:pt x="133" y="23"/>
                    <a:pt x="133" y="23"/>
                  </a:cubicBezTo>
                  <a:cubicBezTo>
                    <a:pt x="142" y="26"/>
                    <a:pt x="149" y="31"/>
                    <a:pt x="156" y="36"/>
                  </a:cubicBezTo>
                  <a:cubicBezTo>
                    <a:pt x="170" y="28"/>
                    <a:pt x="170" y="28"/>
                    <a:pt x="170" y="28"/>
                  </a:cubicBezTo>
                  <a:cubicBezTo>
                    <a:pt x="172" y="27"/>
                    <a:pt x="173" y="27"/>
                    <a:pt x="175" y="27"/>
                  </a:cubicBezTo>
                  <a:cubicBezTo>
                    <a:pt x="177" y="27"/>
                    <a:pt x="178" y="28"/>
                    <a:pt x="179" y="30"/>
                  </a:cubicBezTo>
                  <a:cubicBezTo>
                    <a:pt x="203" y="71"/>
                    <a:pt x="203" y="71"/>
                    <a:pt x="203" y="71"/>
                  </a:cubicBezTo>
                  <a:cubicBezTo>
                    <a:pt x="204" y="74"/>
                    <a:pt x="203" y="78"/>
                    <a:pt x="200" y="80"/>
                  </a:cubicBezTo>
                  <a:cubicBezTo>
                    <a:pt x="185" y="88"/>
                    <a:pt x="185" y="88"/>
                    <a:pt x="185" y="88"/>
                  </a:cubicBezTo>
                  <a:cubicBezTo>
                    <a:pt x="186" y="93"/>
                    <a:pt x="186" y="97"/>
                    <a:pt x="186" y="102"/>
                  </a:cubicBezTo>
                  <a:cubicBezTo>
                    <a:pt x="186" y="106"/>
                    <a:pt x="186" y="111"/>
                    <a:pt x="185" y="115"/>
                  </a:cubicBezTo>
                  <a:cubicBezTo>
                    <a:pt x="201" y="124"/>
                    <a:pt x="201" y="124"/>
                    <a:pt x="201" y="124"/>
                  </a:cubicBezTo>
                  <a:cubicBezTo>
                    <a:pt x="203" y="125"/>
                    <a:pt x="204" y="129"/>
                    <a:pt x="203" y="132"/>
                  </a:cubicBezTo>
                  <a:cubicBezTo>
                    <a:pt x="179" y="173"/>
                    <a:pt x="179" y="173"/>
                    <a:pt x="179" y="173"/>
                  </a:cubicBezTo>
                  <a:cubicBezTo>
                    <a:pt x="178" y="175"/>
                    <a:pt x="177" y="176"/>
                    <a:pt x="175" y="176"/>
                  </a:cubicBezTo>
                  <a:cubicBezTo>
                    <a:pt x="174" y="177"/>
                    <a:pt x="172" y="176"/>
                    <a:pt x="171" y="176"/>
                  </a:cubicBezTo>
                  <a:cubicBezTo>
                    <a:pt x="156" y="167"/>
                    <a:pt x="156" y="167"/>
                    <a:pt x="156" y="167"/>
                  </a:cubicBezTo>
                  <a:cubicBezTo>
                    <a:pt x="149" y="173"/>
                    <a:pt x="142" y="177"/>
                    <a:pt x="133" y="180"/>
                  </a:cubicBezTo>
                  <a:cubicBezTo>
                    <a:pt x="133" y="198"/>
                    <a:pt x="133" y="198"/>
                    <a:pt x="133" y="198"/>
                  </a:cubicBezTo>
                  <a:cubicBezTo>
                    <a:pt x="133" y="201"/>
                    <a:pt x="131" y="204"/>
                    <a:pt x="127" y="204"/>
                  </a:cubicBezTo>
                  <a:close/>
                  <a:moveTo>
                    <a:pt x="85" y="192"/>
                  </a:moveTo>
                  <a:cubicBezTo>
                    <a:pt x="121" y="192"/>
                    <a:pt x="121" y="192"/>
                    <a:pt x="121" y="192"/>
                  </a:cubicBezTo>
                  <a:cubicBezTo>
                    <a:pt x="121" y="176"/>
                    <a:pt x="121" y="176"/>
                    <a:pt x="121" y="176"/>
                  </a:cubicBezTo>
                  <a:cubicBezTo>
                    <a:pt x="121" y="173"/>
                    <a:pt x="123" y="171"/>
                    <a:pt x="126" y="170"/>
                  </a:cubicBezTo>
                  <a:cubicBezTo>
                    <a:pt x="136" y="167"/>
                    <a:pt x="143" y="162"/>
                    <a:pt x="151" y="155"/>
                  </a:cubicBezTo>
                  <a:cubicBezTo>
                    <a:pt x="153" y="153"/>
                    <a:pt x="156" y="153"/>
                    <a:pt x="158" y="154"/>
                  </a:cubicBezTo>
                  <a:cubicBezTo>
                    <a:pt x="172" y="162"/>
                    <a:pt x="172" y="162"/>
                    <a:pt x="172" y="162"/>
                  </a:cubicBezTo>
                  <a:cubicBezTo>
                    <a:pt x="189" y="131"/>
                    <a:pt x="189" y="131"/>
                    <a:pt x="189" y="131"/>
                  </a:cubicBezTo>
                  <a:cubicBezTo>
                    <a:pt x="176" y="123"/>
                    <a:pt x="176" y="123"/>
                    <a:pt x="176" y="123"/>
                  </a:cubicBezTo>
                  <a:cubicBezTo>
                    <a:pt x="173" y="122"/>
                    <a:pt x="172" y="119"/>
                    <a:pt x="173" y="117"/>
                  </a:cubicBezTo>
                  <a:cubicBezTo>
                    <a:pt x="174" y="112"/>
                    <a:pt x="174" y="107"/>
                    <a:pt x="174" y="102"/>
                  </a:cubicBezTo>
                  <a:cubicBezTo>
                    <a:pt x="174" y="97"/>
                    <a:pt x="174" y="92"/>
                    <a:pt x="173" y="87"/>
                  </a:cubicBezTo>
                  <a:cubicBezTo>
                    <a:pt x="172" y="84"/>
                    <a:pt x="173" y="81"/>
                    <a:pt x="176" y="80"/>
                  </a:cubicBezTo>
                  <a:cubicBezTo>
                    <a:pt x="189" y="72"/>
                    <a:pt x="189" y="72"/>
                    <a:pt x="189" y="72"/>
                  </a:cubicBezTo>
                  <a:cubicBezTo>
                    <a:pt x="171" y="41"/>
                    <a:pt x="171" y="41"/>
                    <a:pt x="171" y="41"/>
                  </a:cubicBezTo>
                  <a:cubicBezTo>
                    <a:pt x="158" y="49"/>
                    <a:pt x="158" y="49"/>
                    <a:pt x="158" y="49"/>
                  </a:cubicBezTo>
                  <a:cubicBezTo>
                    <a:pt x="156" y="50"/>
                    <a:pt x="153" y="50"/>
                    <a:pt x="151" y="48"/>
                  </a:cubicBezTo>
                  <a:cubicBezTo>
                    <a:pt x="143" y="41"/>
                    <a:pt x="136" y="36"/>
                    <a:pt x="126" y="33"/>
                  </a:cubicBezTo>
                  <a:cubicBezTo>
                    <a:pt x="123" y="33"/>
                    <a:pt x="121" y="30"/>
                    <a:pt x="121" y="27"/>
                  </a:cubicBezTo>
                  <a:cubicBezTo>
                    <a:pt x="121" y="12"/>
                    <a:pt x="121" y="12"/>
                    <a:pt x="121" y="12"/>
                  </a:cubicBezTo>
                  <a:cubicBezTo>
                    <a:pt x="85" y="12"/>
                    <a:pt x="85" y="12"/>
                    <a:pt x="85" y="12"/>
                  </a:cubicBezTo>
                  <a:cubicBezTo>
                    <a:pt x="85" y="27"/>
                    <a:pt x="85" y="27"/>
                    <a:pt x="85" y="27"/>
                  </a:cubicBezTo>
                  <a:cubicBezTo>
                    <a:pt x="85" y="30"/>
                    <a:pt x="83" y="32"/>
                    <a:pt x="81" y="33"/>
                  </a:cubicBezTo>
                  <a:cubicBezTo>
                    <a:pt x="71" y="36"/>
                    <a:pt x="63" y="40"/>
                    <a:pt x="55" y="48"/>
                  </a:cubicBezTo>
                  <a:cubicBezTo>
                    <a:pt x="53" y="50"/>
                    <a:pt x="50" y="50"/>
                    <a:pt x="48" y="49"/>
                  </a:cubicBezTo>
                  <a:cubicBezTo>
                    <a:pt x="34" y="41"/>
                    <a:pt x="34" y="41"/>
                    <a:pt x="34" y="41"/>
                  </a:cubicBezTo>
                  <a:cubicBezTo>
                    <a:pt x="16" y="72"/>
                    <a:pt x="16" y="72"/>
                    <a:pt x="16" y="72"/>
                  </a:cubicBezTo>
                  <a:cubicBezTo>
                    <a:pt x="29" y="80"/>
                    <a:pt x="29" y="80"/>
                    <a:pt x="29" y="80"/>
                  </a:cubicBezTo>
                  <a:cubicBezTo>
                    <a:pt x="31" y="81"/>
                    <a:pt x="33" y="84"/>
                    <a:pt x="32" y="87"/>
                  </a:cubicBezTo>
                  <a:cubicBezTo>
                    <a:pt x="31" y="92"/>
                    <a:pt x="30" y="97"/>
                    <a:pt x="30" y="102"/>
                  </a:cubicBezTo>
                  <a:cubicBezTo>
                    <a:pt x="30" y="107"/>
                    <a:pt x="31" y="112"/>
                    <a:pt x="32" y="117"/>
                  </a:cubicBezTo>
                  <a:cubicBezTo>
                    <a:pt x="33" y="119"/>
                    <a:pt x="31" y="122"/>
                    <a:pt x="29" y="123"/>
                  </a:cubicBezTo>
                  <a:cubicBezTo>
                    <a:pt x="15" y="131"/>
                    <a:pt x="15" y="131"/>
                    <a:pt x="15" y="131"/>
                  </a:cubicBezTo>
                  <a:cubicBezTo>
                    <a:pt x="33" y="162"/>
                    <a:pt x="33" y="162"/>
                    <a:pt x="33" y="162"/>
                  </a:cubicBezTo>
                  <a:cubicBezTo>
                    <a:pt x="48" y="154"/>
                    <a:pt x="48" y="154"/>
                    <a:pt x="48" y="154"/>
                  </a:cubicBezTo>
                  <a:cubicBezTo>
                    <a:pt x="50" y="153"/>
                    <a:pt x="53" y="153"/>
                    <a:pt x="55" y="155"/>
                  </a:cubicBezTo>
                  <a:cubicBezTo>
                    <a:pt x="63" y="163"/>
                    <a:pt x="71" y="167"/>
                    <a:pt x="81" y="170"/>
                  </a:cubicBezTo>
                  <a:cubicBezTo>
                    <a:pt x="83" y="171"/>
                    <a:pt x="85" y="173"/>
                    <a:pt x="85" y="176"/>
                  </a:cubicBezTo>
                  <a:lnTo>
                    <a:pt x="85"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140" name="Freeform 49">
              <a:extLst>
                <a:ext uri="{FF2B5EF4-FFF2-40B4-BE49-F238E27FC236}">
                  <a16:creationId xmlns:a16="http://schemas.microsoft.com/office/drawing/2014/main" id="{25703F0B-4AFB-1142-AB77-64647188DC7B}"/>
                </a:ext>
              </a:extLst>
            </p:cNvPr>
            <p:cNvSpPr>
              <a:spLocks noEditPoints="1"/>
            </p:cNvSpPr>
            <p:nvPr/>
          </p:nvSpPr>
          <p:spPr bwMode="auto">
            <a:xfrm>
              <a:off x="5757" y="439"/>
              <a:ext cx="176" cy="178"/>
            </a:xfrm>
            <a:custGeom>
              <a:avLst/>
              <a:gdLst>
                <a:gd name="T0" fmla="*/ 48 w 119"/>
                <a:gd name="T1" fmla="*/ 120 h 120"/>
                <a:gd name="T2" fmla="*/ 42 w 119"/>
                <a:gd name="T3" fmla="*/ 104 h 120"/>
                <a:gd name="T4" fmla="*/ 21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07 w 119"/>
                <a:gd name="T31" fmla="*/ 53 h 120"/>
                <a:gd name="T32" fmla="*/ 107 w 119"/>
                <a:gd name="T33" fmla="*/ 66 h 120"/>
                <a:gd name="T34" fmla="*/ 117 w 119"/>
                <a:gd name="T35" fmla="*/ 79 h 120"/>
                <a:gd name="T36" fmla="*/ 102 w 119"/>
                <a:gd name="T37" fmla="*/ 103 h 120"/>
                <a:gd name="T38" fmla="*/ 89 w 119"/>
                <a:gd name="T39" fmla="*/ 97 h 120"/>
                <a:gd name="T40" fmla="*/ 78 w 119"/>
                <a:gd name="T41" fmla="*/ 114 h 120"/>
                <a:gd name="T42" fmla="*/ 54 w 119"/>
                <a:gd name="T43" fmla="*/ 108 h 120"/>
                <a:gd name="T44" fmla="*/ 66 w 119"/>
                <a:gd name="T45" fmla="*/ 100 h 120"/>
                <a:gd name="T46" fmla="*/ 84 w 119"/>
                <a:gd name="T47" fmla="*/ 86 h 120"/>
                <a:gd name="T48" fmla="*/ 98 w 119"/>
                <a:gd name="T49" fmla="*/ 89 h 120"/>
                <a:gd name="T50" fmla="*/ 97 w 119"/>
                <a:gd name="T51" fmla="*/ 75 h 120"/>
                <a:gd name="T52" fmla="*/ 95 w 119"/>
                <a:gd name="T53" fmla="*/ 60 h 120"/>
                <a:gd name="T54" fmla="*/ 97 w 119"/>
                <a:gd name="T55" fmla="*/ 45 h 120"/>
                <a:gd name="T56" fmla="*/ 98 w 119"/>
                <a:gd name="T57" fmla="*/ 31 h 120"/>
                <a:gd name="T58" fmla="*/ 84 w 119"/>
                <a:gd name="T59" fmla="*/ 34 h 120"/>
                <a:gd name="T60" fmla="*/ 66 w 119"/>
                <a:gd name="T61" fmla="*/ 19 h 120"/>
                <a:gd name="T62" fmla="*/ 54 w 119"/>
                <a:gd name="T63" fmla="*/ 12 h 120"/>
                <a:gd name="T64" fmla="*/ 50 w 119"/>
                <a:gd name="T65" fmla="*/ 25 h 120"/>
                <a:gd name="T66" fmla="*/ 28 w 119"/>
                <a:gd name="T67" fmla="*/ 34 h 120"/>
                <a:gd name="T68" fmla="*/ 15 w 119"/>
                <a:gd name="T69" fmla="*/ 41 h 120"/>
                <a:gd name="T70" fmla="*/ 24 w 119"/>
                <a:gd name="T71" fmla="*/ 51 h 120"/>
                <a:gd name="T72" fmla="*/ 24 w 119"/>
                <a:gd name="T73" fmla="*/ 68 h 120"/>
                <a:gd name="T74" fmla="*/ 15 w 119"/>
                <a:gd name="T75" fmla="*/ 78 h 120"/>
                <a:gd name="T76" fmla="*/ 28 w 119"/>
                <a:gd name="T77" fmla="*/ 85 h 120"/>
                <a:gd name="T78" fmla="*/ 50 w 119"/>
                <a:gd name="T79" fmla="*/ 94 h 120"/>
                <a:gd name="T80" fmla="*/ 54 w 119"/>
                <a:gd name="T81"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1" y="102"/>
                    <a:pt x="21" y="102"/>
                    <a:pt x="21"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5"/>
                  </a:cubicBezTo>
                  <a:cubicBezTo>
                    <a:pt x="0"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8" y="16"/>
                    <a:pt x="100" y="16"/>
                    <a:pt x="102" y="16"/>
                  </a:cubicBezTo>
                  <a:cubicBezTo>
                    <a:pt x="103" y="17"/>
                    <a:pt x="105" y="18"/>
                    <a:pt x="105" y="19"/>
                  </a:cubicBezTo>
                  <a:cubicBezTo>
                    <a:pt x="117" y="40"/>
                    <a:pt x="117" y="40"/>
                    <a:pt x="117" y="40"/>
                  </a:cubicBezTo>
                  <a:cubicBezTo>
                    <a:pt x="119" y="43"/>
                    <a:pt x="118"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7" y="79"/>
                  </a:cubicBezTo>
                  <a:cubicBezTo>
                    <a:pt x="106" y="100"/>
                    <a:pt x="106" y="100"/>
                    <a:pt x="106" y="100"/>
                  </a:cubicBezTo>
                  <a:cubicBezTo>
                    <a:pt x="105" y="101"/>
                    <a:pt x="103"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0" y="94"/>
                  </a:cubicBezTo>
                  <a:cubicBezTo>
                    <a:pt x="76" y="93"/>
                    <a:pt x="80" y="90"/>
                    <a:pt x="84" y="86"/>
                  </a:cubicBezTo>
                  <a:cubicBezTo>
                    <a:pt x="86" y="84"/>
                    <a:pt x="89" y="84"/>
                    <a:pt x="92" y="85"/>
                  </a:cubicBezTo>
                  <a:cubicBezTo>
                    <a:pt x="98" y="89"/>
                    <a:pt x="98" y="89"/>
                    <a:pt x="98" y="89"/>
                  </a:cubicBezTo>
                  <a:cubicBezTo>
                    <a:pt x="104" y="78"/>
                    <a:pt x="104" y="78"/>
                    <a:pt x="104" y="78"/>
                  </a:cubicBezTo>
                  <a:cubicBezTo>
                    <a:pt x="97" y="75"/>
                    <a:pt x="97" y="75"/>
                    <a:pt x="97" y="75"/>
                  </a:cubicBezTo>
                  <a:cubicBezTo>
                    <a:pt x="95" y="73"/>
                    <a:pt x="94" y="71"/>
                    <a:pt x="94"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1"/>
                    <a:pt x="98" y="31"/>
                    <a:pt x="98" y="31"/>
                  </a:cubicBezTo>
                  <a:cubicBezTo>
                    <a:pt x="92" y="34"/>
                    <a:pt x="92" y="34"/>
                    <a:pt x="92" y="34"/>
                  </a:cubicBezTo>
                  <a:cubicBezTo>
                    <a:pt x="89" y="36"/>
                    <a:pt x="86" y="35"/>
                    <a:pt x="84" y="34"/>
                  </a:cubicBezTo>
                  <a:cubicBezTo>
                    <a:pt x="80"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4"/>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4" y="51"/>
                  </a:cubicBezTo>
                  <a:cubicBezTo>
                    <a:pt x="24" y="54"/>
                    <a:pt x="23" y="57"/>
                    <a:pt x="23" y="60"/>
                  </a:cubicBezTo>
                  <a:cubicBezTo>
                    <a:pt x="23" y="62"/>
                    <a:pt x="24" y="65"/>
                    <a:pt x="24" y="68"/>
                  </a:cubicBezTo>
                  <a:cubicBezTo>
                    <a:pt x="25" y="71"/>
                    <a:pt x="24" y="73"/>
                    <a:pt x="22" y="75"/>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141" name="Group 79">
            <a:extLst>
              <a:ext uri="{FF2B5EF4-FFF2-40B4-BE49-F238E27FC236}">
                <a16:creationId xmlns:a16="http://schemas.microsoft.com/office/drawing/2014/main" id="{F01FD265-4EA3-E648-9E9F-F7ED57259CE5}"/>
              </a:ext>
            </a:extLst>
          </p:cNvPr>
          <p:cNvGrpSpPr>
            <a:grpSpLocks noChangeAspect="1"/>
          </p:cNvGrpSpPr>
          <p:nvPr userDrawn="1"/>
        </p:nvGrpSpPr>
        <p:grpSpPr bwMode="auto">
          <a:xfrm>
            <a:off x="4608644" y="3186991"/>
            <a:ext cx="481666" cy="341462"/>
            <a:chOff x="3437" y="1784"/>
            <a:chExt cx="426" cy="302"/>
          </a:xfrm>
          <a:solidFill>
            <a:schemeClr val="accent1"/>
          </a:solidFill>
        </p:grpSpPr>
        <p:sp>
          <p:nvSpPr>
            <p:cNvPr id="142" name="Freeform 80">
              <a:extLst>
                <a:ext uri="{FF2B5EF4-FFF2-40B4-BE49-F238E27FC236}">
                  <a16:creationId xmlns:a16="http://schemas.microsoft.com/office/drawing/2014/main" id="{AD563135-6D41-B34F-8DBF-9789C1D2FC7D}"/>
                </a:ext>
              </a:extLst>
            </p:cNvPr>
            <p:cNvSpPr>
              <a:spLocks noEditPoints="1"/>
            </p:cNvSpPr>
            <p:nvPr/>
          </p:nvSpPr>
          <p:spPr bwMode="auto">
            <a:xfrm>
              <a:off x="3614" y="1962"/>
              <a:ext cx="72" cy="70"/>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3" name="Freeform 81">
              <a:extLst>
                <a:ext uri="{FF2B5EF4-FFF2-40B4-BE49-F238E27FC236}">
                  <a16:creationId xmlns:a16="http://schemas.microsoft.com/office/drawing/2014/main" id="{8E14FF8C-207B-F447-B912-AC19E0458359}"/>
                </a:ext>
              </a:extLst>
            </p:cNvPr>
            <p:cNvSpPr>
              <a:spLocks/>
            </p:cNvSpPr>
            <p:nvPr/>
          </p:nvSpPr>
          <p:spPr bwMode="auto">
            <a:xfrm>
              <a:off x="3659" y="1880"/>
              <a:ext cx="108" cy="107"/>
            </a:xfrm>
            <a:custGeom>
              <a:avLst/>
              <a:gdLst>
                <a:gd name="T0" fmla="*/ 7 w 73"/>
                <a:gd name="T1" fmla="*/ 72 h 72"/>
                <a:gd name="T2" fmla="*/ 3 w 73"/>
                <a:gd name="T3" fmla="*/ 70 h 72"/>
                <a:gd name="T4" fmla="*/ 3 w 73"/>
                <a:gd name="T5" fmla="*/ 62 h 72"/>
                <a:gd name="T6" fmla="*/ 62 w 73"/>
                <a:gd name="T7" fmla="*/ 2 h 72"/>
                <a:gd name="T8" fmla="*/ 71 w 73"/>
                <a:gd name="T9" fmla="*/ 2 h 72"/>
                <a:gd name="T10" fmla="*/ 71 w 73"/>
                <a:gd name="T11" fmla="*/ 11 h 72"/>
                <a:gd name="T12" fmla="*/ 11 w 73"/>
                <a:gd name="T13" fmla="*/ 70 h 72"/>
                <a:gd name="T14" fmla="*/ 7 w 73"/>
                <a:gd name="T15" fmla="*/ 72 h 7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3" h="72">
                  <a:moveTo>
                    <a:pt x="7" y="72"/>
                  </a:moveTo>
                  <a:cubicBezTo>
                    <a:pt x="5" y="72"/>
                    <a:pt x="4" y="72"/>
                    <a:pt x="3" y="70"/>
                  </a:cubicBezTo>
                  <a:cubicBezTo>
                    <a:pt x="0" y="68"/>
                    <a:pt x="0" y="64"/>
                    <a:pt x="3" y="62"/>
                  </a:cubicBezTo>
                  <a:cubicBezTo>
                    <a:pt x="62" y="2"/>
                    <a:pt x="62" y="2"/>
                    <a:pt x="62" y="2"/>
                  </a:cubicBezTo>
                  <a:cubicBezTo>
                    <a:pt x="64" y="0"/>
                    <a:pt x="68" y="0"/>
                    <a:pt x="71" y="2"/>
                  </a:cubicBezTo>
                  <a:cubicBezTo>
                    <a:pt x="73" y="5"/>
                    <a:pt x="73" y="9"/>
                    <a:pt x="71" y="11"/>
                  </a:cubicBezTo>
                  <a:cubicBezTo>
                    <a:pt x="11" y="70"/>
                    <a:pt x="11" y="70"/>
                    <a:pt x="11" y="70"/>
                  </a:cubicBezTo>
                  <a:cubicBezTo>
                    <a:pt x="10" y="72"/>
                    <a:pt x="9" y="72"/>
                    <a:pt x="7"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4" name="Freeform 82">
              <a:extLst>
                <a:ext uri="{FF2B5EF4-FFF2-40B4-BE49-F238E27FC236}">
                  <a16:creationId xmlns:a16="http://schemas.microsoft.com/office/drawing/2014/main" id="{D89E874B-0787-064A-B6EE-771B86487C5E}"/>
                </a:ext>
              </a:extLst>
            </p:cNvPr>
            <p:cNvSpPr>
              <a:spLocks/>
            </p:cNvSpPr>
            <p:nvPr/>
          </p:nvSpPr>
          <p:spPr bwMode="auto">
            <a:xfrm>
              <a:off x="3472"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5" name="Freeform 83">
              <a:extLst>
                <a:ext uri="{FF2B5EF4-FFF2-40B4-BE49-F238E27FC236}">
                  <a16:creationId xmlns:a16="http://schemas.microsoft.com/office/drawing/2014/main" id="{B0BBC9BB-9478-DD40-9544-993DEB7E0F10}"/>
                </a:ext>
              </a:extLst>
            </p:cNvPr>
            <p:cNvSpPr>
              <a:spLocks/>
            </p:cNvSpPr>
            <p:nvPr/>
          </p:nvSpPr>
          <p:spPr bwMode="auto">
            <a:xfrm>
              <a:off x="3774" y="1997"/>
              <a:ext cx="54" cy="18"/>
            </a:xfrm>
            <a:custGeom>
              <a:avLst/>
              <a:gdLst>
                <a:gd name="T0" fmla="*/ 30 w 36"/>
                <a:gd name="T1" fmla="*/ 12 h 12"/>
                <a:gd name="T2" fmla="*/ 6 w 36"/>
                <a:gd name="T3" fmla="*/ 12 h 12"/>
                <a:gd name="T4" fmla="*/ 0 w 36"/>
                <a:gd name="T5" fmla="*/ 6 h 12"/>
                <a:gd name="T6" fmla="*/ 6 w 36"/>
                <a:gd name="T7" fmla="*/ 0 h 12"/>
                <a:gd name="T8" fmla="*/ 30 w 36"/>
                <a:gd name="T9" fmla="*/ 0 h 12"/>
                <a:gd name="T10" fmla="*/ 36 w 36"/>
                <a:gd name="T11" fmla="*/ 6 h 12"/>
                <a:gd name="T12" fmla="*/ 30 w 3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12"/>
                  </a:moveTo>
                  <a:cubicBezTo>
                    <a:pt x="6" y="12"/>
                    <a:pt x="6" y="12"/>
                    <a:pt x="6" y="12"/>
                  </a:cubicBezTo>
                  <a:cubicBezTo>
                    <a:pt x="3" y="12"/>
                    <a:pt x="0" y="9"/>
                    <a:pt x="0" y="6"/>
                  </a:cubicBezTo>
                  <a:cubicBezTo>
                    <a:pt x="0" y="3"/>
                    <a:pt x="3" y="0"/>
                    <a:pt x="6" y="0"/>
                  </a:cubicBezTo>
                  <a:cubicBezTo>
                    <a:pt x="30" y="0"/>
                    <a:pt x="30" y="0"/>
                    <a:pt x="30" y="0"/>
                  </a:cubicBezTo>
                  <a:cubicBezTo>
                    <a:pt x="34" y="0"/>
                    <a:pt x="36" y="3"/>
                    <a:pt x="36" y="6"/>
                  </a:cubicBezTo>
                  <a:cubicBezTo>
                    <a:pt x="36" y="9"/>
                    <a:pt x="34"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6" name="Freeform 84">
              <a:extLst>
                <a:ext uri="{FF2B5EF4-FFF2-40B4-BE49-F238E27FC236}">
                  <a16:creationId xmlns:a16="http://schemas.microsoft.com/office/drawing/2014/main" id="{52E27719-BDA4-694D-83C1-C827D694BDD0}"/>
                </a:ext>
              </a:extLst>
            </p:cNvPr>
            <p:cNvSpPr>
              <a:spLocks/>
            </p:cNvSpPr>
            <p:nvPr/>
          </p:nvSpPr>
          <p:spPr bwMode="auto">
            <a:xfrm>
              <a:off x="3764" y="1922"/>
              <a:ext cx="52" cy="32"/>
            </a:xfrm>
            <a:custGeom>
              <a:avLst/>
              <a:gdLst>
                <a:gd name="T0" fmla="*/ 6 w 35"/>
                <a:gd name="T1" fmla="*/ 22 h 22"/>
                <a:gd name="T2" fmla="*/ 1 w 35"/>
                <a:gd name="T3" fmla="*/ 19 h 22"/>
                <a:gd name="T4" fmla="*/ 4 w 35"/>
                <a:gd name="T5" fmla="*/ 11 h 22"/>
                <a:gd name="T6" fmla="*/ 26 w 35"/>
                <a:gd name="T7" fmla="*/ 2 h 22"/>
                <a:gd name="T8" fmla="*/ 34 w 35"/>
                <a:gd name="T9" fmla="*/ 5 h 22"/>
                <a:gd name="T10" fmla="*/ 31 w 35"/>
                <a:gd name="T11" fmla="*/ 13 h 22"/>
                <a:gd name="T12" fmla="*/ 9 w 35"/>
                <a:gd name="T13" fmla="*/ 22 h 22"/>
                <a:gd name="T14" fmla="*/ 6 w 35"/>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22">
                  <a:moveTo>
                    <a:pt x="6" y="22"/>
                  </a:moveTo>
                  <a:cubicBezTo>
                    <a:pt x="4" y="22"/>
                    <a:pt x="2" y="21"/>
                    <a:pt x="1" y="19"/>
                  </a:cubicBezTo>
                  <a:cubicBezTo>
                    <a:pt x="0" y="16"/>
                    <a:pt x="1" y="12"/>
                    <a:pt x="4" y="11"/>
                  </a:cubicBezTo>
                  <a:cubicBezTo>
                    <a:pt x="26" y="2"/>
                    <a:pt x="26" y="2"/>
                    <a:pt x="26" y="2"/>
                  </a:cubicBezTo>
                  <a:cubicBezTo>
                    <a:pt x="29" y="0"/>
                    <a:pt x="33" y="2"/>
                    <a:pt x="34" y="5"/>
                  </a:cubicBezTo>
                  <a:cubicBezTo>
                    <a:pt x="35" y="8"/>
                    <a:pt x="34" y="11"/>
                    <a:pt x="31" y="13"/>
                  </a:cubicBezTo>
                  <a:cubicBezTo>
                    <a:pt x="9" y="22"/>
                    <a:pt x="9" y="22"/>
                    <a:pt x="9" y="22"/>
                  </a:cubicBezTo>
                  <a:cubicBezTo>
                    <a:pt x="8" y="22"/>
                    <a:pt x="7" y="22"/>
                    <a:pt x="6"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7" name="Freeform 85">
              <a:extLst>
                <a:ext uri="{FF2B5EF4-FFF2-40B4-BE49-F238E27FC236}">
                  <a16:creationId xmlns:a16="http://schemas.microsoft.com/office/drawing/2014/main" id="{FF113834-5F02-6A41-9F8F-FFF2D91F562A}"/>
                </a:ext>
              </a:extLst>
            </p:cNvPr>
            <p:cNvSpPr>
              <a:spLocks/>
            </p:cNvSpPr>
            <p:nvPr/>
          </p:nvSpPr>
          <p:spPr bwMode="auto">
            <a:xfrm>
              <a:off x="3691" y="1832"/>
              <a:ext cx="34" cy="51"/>
            </a:xfrm>
            <a:custGeom>
              <a:avLst/>
              <a:gdLst>
                <a:gd name="T0" fmla="*/ 7 w 23"/>
                <a:gd name="T1" fmla="*/ 35 h 35"/>
                <a:gd name="T2" fmla="*/ 4 w 23"/>
                <a:gd name="T3" fmla="*/ 34 h 35"/>
                <a:gd name="T4" fmla="*/ 1 w 23"/>
                <a:gd name="T5" fmla="*/ 26 h 35"/>
                <a:gd name="T6" fmla="*/ 10 w 23"/>
                <a:gd name="T7" fmla="*/ 4 h 35"/>
                <a:gd name="T8" fmla="*/ 18 w 23"/>
                <a:gd name="T9" fmla="*/ 1 h 35"/>
                <a:gd name="T10" fmla="*/ 21 w 23"/>
                <a:gd name="T11" fmla="*/ 9 h 35"/>
                <a:gd name="T12" fmla="*/ 12 w 23"/>
                <a:gd name="T13" fmla="*/ 31 h 35"/>
                <a:gd name="T14" fmla="*/ 7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7" y="35"/>
                  </a:moveTo>
                  <a:cubicBezTo>
                    <a:pt x="6" y="35"/>
                    <a:pt x="5" y="35"/>
                    <a:pt x="4" y="34"/>
                  </a:cubicBezTo>
                  <a:cubicBezTo>
                    <a:pt x="1" y="33"/>
                    <a:pt x="0" y="29"/>
                    <a:pt x="1" y="26"/>
                  </a:cubicBezTo>
                  <a:cubicBezTo>
                    <a:pt x="10" y="4"/>
                    <a:pt x="10" y="4"/>
                    <a:pt x="10" y="4"/>
                  </a:cubicBezTo>
                  <a:cubicBezTo>
                    <a:pt x="12" y="1"/>
                    <a:pt x="15" y="0"/>
                    <a:pt x="18" y="1"/>
                  </a:cubicBezTo>
                  <a:cubicBezTo>
                    <a:pt x="21" y="2"/>
                    <a:pt x="23" y="6"/>
                    <a:pt x="21" y="9"/>
                  </a:cubicBezTo>
                  <a:cubicBezTo>
                    <a:pt x="12" y="31"/>
                    <a:pt x="12" y="31"/>
                    <a:pt x="12" y="31"/>
                  </a:cubicBezTo>
                  <a:cubicBezTo>
                    <a:pt x="11" y="33"/>
                    <a:pt x="9" y="35"/>
                    <a:pt x="7"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8" name="Freeform 86">
              <a:extLst>
                <a:ext uri="{FF2B5EF4-FFF2-40B4-BE49-F238E27FC236}">
                  <a16:creationId xmlns:a16="http://schemas.microsoft.com/office/drawing/2014/main" id="{1F6BA6DB-8682-D240-BADC-571C01985129}"/>
                </a:ext>
              </a:extLst>
            </p:cNvPr>
            <p:cNvSpPr>
              <a:spLocks/>
            </p:cNvSpPr>
            <p:nvPr/>
          </p:nvSpPr>
          <p:spPr bwMode="auto">
            <a:xfrm>
              <a:off x="3641" y="1820"/>
              <a:ext cx="18" cy="53"/>
            </a:xfrm>
            <a:custGeom>
              <a:avLst/>
              <a:gdLst>
                <a:gd name="T0" fmla="*/ 6 w 12"/>
                <a:gd name="T1" fmla="*/ 36 h 36"/>
                <a:gd name="T2" fmla="*/ 0 w 12"/>
                <a:gd name="T3" fmla="*/ 30 h 36"/>
                <a:gd name="T4" fmla="*/ 0 w 12"/>
                <a:gd name="T5" fmla="*/ 6 h 36"/>
                <a:gd name="T6" fmla="*/ 6 w 12"/>
                <a:gd name="T7" fmla="*/ 0 h 36"/>
                <a:gd name="T8" fmla="*/ 12 w 12"/>
                <a:gd name="T9" fmla="*/ 6 h 36"/>
                <a:gd name="T10" fmla="*/ 12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3" y="36"/>
                    <a:pt x="0" y="33"/>
                    <a:pt x="0" y="30"/>
                  </a:cubicBezTo>
                  <a:cubicBezTo>
                    <a:pt x="0" y="6"/>
                    <a:pt x="0" y="6"/>
                    <a:pt x="0" y="6"/>
                  </a:cubicBezTo>
                  <a:cubicBezTo>
                    <a:pt x="0" y="3"/>
                    <a:pt x="3" y="0"/>
                    <a:pt x="6" y="0"/>
                  </a:cubicBezTo>
                  <a:cubicBezTo>
                    <a:pt x="10" y="0"/>
                    <a:pt x="12" y="3"/>
                    <a:pt x="12" y="6"/>
                  </a:cubicBezTo>
                  <a:cubicBezTo>
                    <a:pt x="12" y="30"/>
                    <a:pt x="12" y="30"/>
                    <a:pt x="12" y="30"/>
                  </a:cubicBezTo>
                  <a:cubicBezTo>
                    <a:pt x="12" y="33"/>
                    <a:pt x="10" y="36"/>
                    <a:pt x="6"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49" name="Freeform 87">
              <a:extLst>
                <a:ext uri="{FF2B5EF4-FFF2-40B4-BE49-F238E27FC236}">
                  <a16:creationId xmlns:a16="http://schemas.microsoft.com/office/drawing/2014/main" id="{FE697EC8-E5DA-6C49-A676-2F10E8AEA48A}"/>
                </a:ext>
              </a:extLst>
            </p:cNvPr>
            <p:cNvSpPr>
              <a:spLocks/>
            </p:cNvSpPr>
            <p:nvPr/>
          </p:nvSpPr>
          <p:spPr bwMode="auto">
            <a:xfrm>
              <a:off x="3576" y="1832"/>
              <a:ext cx="34" cy="51"/>
            </a:xfrm>
            <a:custGeom>
              <a:avLst/>
              <a:gdLst>
                <a:gd name="T0" fmla="*/ 16 w 23"/>
                <a:gd name="T1" fmla="*/ 35 h 35"/>
                <a:gd name="T2" fmla="*/ 10 w 23"/>
                <a:gd name="T3" fmla="*/ 31 h 35"/>
                <a:gd name="T4" fmla="*/ 1 w 23"/>
                <a:gd name="T5" fmla="*/ 9 h 35"/>
                <a:gd name="T6" fmla="*/ 4 w 23"/>
                <a:gd name="T7" fmla="*/ 1 h 35"/>
                <a:gd name="T8" fmla="*/ 12 w 23"/>
                <a:gd name="T9" fmla="*/ 4 h 35"/>
                <a:gd name="T10" fmla="*/ 21 w 23"/>
                <a:gd name="T11" fmla="*/ 26 h 35"/>
                <a:gd name="T12" fmla="*/ 18 w 23"/>
                <a:gd name="T13" fmla="*/ 34 h 35"/>
                <a:gd name="T14" fmla="*/ 16 w 23"/>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 h="35">
                  <a:moveTo>
                    <a:pt x="16" y="35"/>
                  </a:moveTo>
                  <a:cubicBezTo>
                    <a:pt x="13" y="35"/>
                    <a:pt x="11" y="33"/>
                    <a:pt x="10" y="31"/>
                  </a:cubicBezTo>
                  <a:cubicBezTo>
                    <a:pt x="1" y="9"/>
                    <a:pt x="1" y="9"/>
                    <a:pt x="1" y="9"/>
                  </a:cubicBezTo>
                  <a:cubicBezTo>
                    <a:pt x="0" y="6"/>
                    <a:pt x="1" y="2"/>
                    <a:pt x="4" y="1"/>
                  </a:cubicBezTo>
                  <a:cubicBezTo>
                    <a:pt x="7" y="0"/>
                    <a:pt x="11" y="1"/>
                    <a:pt x="12" y="4"/>
                  </a:cubicBezTo>
                  <a:cubicBezTo>
                    <a:pt x="21" y="26"/>
                    <a:pt x="21" y="26"/>
                    <a:pt x="21" y="26"/>
                  </a:cubicBezTo>
                  <a:cubicBezTo>
                    <a:pt x="23" y="29"/>
                    <a:pt x="21" y="33"/>
                    <a:pt x="18" y="34"/>
                  </a:cubicBezTo>
                  <a:cubicBezTo>
                    <a:pt x="17" y="35"/>
                    <a:pt x="17" y="35"/>
                    <a:pt x="16"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0" name="Freeform 88">
              <a:extLst>
                <a:ext uri="{FF2B5EF4-FFF2-40B4-BE49-F238E27FC236}">
                  <a16:creationId xmlns:a16="http://schemas.microsoft.com/office/drawing/2014/main" id="{12D6C954-2EF3-BD42-BFB7-359D0D4F6A5C}"/>
                </a:ext>
              </a:extLst>
            </p:cNvPr>
            <p:cNvSpPr>
              <a:spLocks/>
            </p:cNvSpPr>
            <p:nvPr/>
          </p:nvSpPr>
          <p:spPr bwMode="auto">
            <a:xfrm>
              <a:off x="3521" y="1869"/>
              <a:ext cx="45" cy="42"/>
            </a:xfrm>
            <a:custGeom>
              <a:avLst/>
              <a:gdLst>
                <a:gd name="T0" fmla="*/ 24 w 30"/>
                <a:gd name="T1" fmla="*/ 29 h 29"/>
                <a:gd name="T2" fmla="*/ 19 w 30"/>
                <a:gd name="T3" fmla="*/ 27 h 29"/>
                <a:gd name="T4" fmla="*/ 2 w 30"/>
                <a:gd name="T5" fmla="*/ 10 h 29"/>
                <a:gd name="T6" fmla="*/ 2 w 30"/>
                <a:gd name="T7" fmla="*/ 2 h 29"/>
                <a:gd name="T8" fmla="*/ 11 w 30"/>
                <a:gd name="T9" fmla="*/ 2 h 29"/>
                <a:gd name="T10" fmla="*/ 28 w 30"/>
                <a:gd name="T11" fmla="*/ 19 h 29"/>
                <a:gd name="T12" fmla="*/ 28 w 30"/>
                <a:gd name="T13" fmla="*/ 27 h 29"/>
                <a:gd name="T14" fmla="*/ 24 w 30"/>
                <a:gd name="T15" fmla="*/ 29 h 2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0" h="29">
                  <a:moveTo>
                    <a:pt x="24" y="29"/>
                  </a:moveTo>
                  <a:cubicBezTo>
                    <a:pt x="22" y="29"/>
                    <a:pt x="21" y="29"/>
                    <a:pt x="19" y="27"/>
                  </a:cubicBezTo>
                  <a:cubicBezTo>
                    <a:pt x="2" y="10"/>
                    <a:pt x="2" y="10"/>
                    <a:pt x="2" y="10"/>
                  </a:cubicBezTo>
                  <a:cubicBezTo>
                    <a:pt x="0" y="8"/>
                    <a:pt x="0" y="4"/>
                    <a:pt x="2" y="2"/>
                  </a:cubicBezTo>
                  <a:cubicBezTo>
                    <a:pt x="5" y="0"/>
                    <a:pt x="9" y="0"/>
                    <a:pt x="11" y="2"/>
                  </a:cubicBezTo>
                  <a:cubicBezTo>
                    <a:pt x="28" y="19"/>
                    <a:pt x="28" y="19"/>
                    <a:pt x="28" y="19"/>
                  </a:cubicBezTo>
                  <a:cubicBezTo>
                    <a:pt x="30" y="21"/>
                    <a:pt x="30" y="25"/>
                    <a:pt x="28" y="27"/>
                  </a:cubicBezTo>
                  <a:cubicBezTo>
                    <a:pt x="27" y="29"/>
                    <a:pt x="25" y="29"/>
                    <a:pt x="2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1" name="Freeform 89">
              <a:extLst>
                <a:ext uri="{FF2B5EF4-FFF2-40B4-BE49-F238E27FC236}">
                  <a16:creationId xmlns:a16="http://schemas.microsoft.com/office/drawing/2014/main" id="{A35B7786-D1F2-4549-A514-FD155D87A266}"/>
                </a:ext>
              </a:extLst>
            </p:cNvPr>
            <p:cNvSpPr>
              <a:spLocks/>
            </p:cNvSpPr>
            <p:nvPr/>
          </p:nvSpPr>
          <p:spPr bwMode="auto">
            <a:xfrm>
              <a:off x="3484" y="1922"/>
              <a:ext cx="54" cy="32"/>
            </a:xfrm>
            <a:custGeom>
              <a:avLst/>
              <a:gdLst>
                <a:gd name="T0" fmla="*/ 29 w 36"/>
                <a:gd name="T1" fmla="*/ 22 h 22"/>
                <a:gd name="T2" fmla="*/ 27 w 36"/>
                <a:gd name="T3" fmla="*/ 22 h 22"/>
                <a:gd name="T4" fmla="*/ 5 w 36"/>
                <a:gd name="T5" fmla="*/ 13 h 22"/>
                <a:gd name="T6" fmla="*/ 1 w 36"/>
                <a:gd name="T7" fmla="*/ 5 h 22"/>
                <a:gd name="T8" fmla="*/ 9 w 36"/>
                <a:gd name="T9" fmla="*/ 2 h 22"/>
                <a:gd name="T10" fmla="*/ 31 w 36"/>
                <a:gd name="T11" fmla="*/ 11 h 22"/>
                <a:gd name="T12" fmla="*/ 35 w 36"/>
                <a:gd name="T13" fmla="*/ 19 h 22"/>
                <a:gd name="T14" fmla="*/ 29 w 36"/>
                <a:gd name="T15" fmla="*/ 22 h 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2">
                  <a:moveTo>
                    <a:pt x="29" y="22"/>
                  </a:moveTo>
                  <a:cubicBezTo>
                    <a:pt x="28" y="22"/>
                    <a:pt x="28" y="22"/>
                    <a:pt x="27" y="22"/>
                  </a:cubicBezTo>
                  <a:cubicBezTo>
                    <a:pt x="5" y="13"/>
                    <a:pt x="5" y="13"/>
                    <a:pt x="5" y="13"/>
                  </a:cubicBezTo>
                  <a:cubicBezTo>
                    <a:pt x="2" y="11"/>
                    <a:pt x="0" y="8"/>
                    <a:pt x="1" y="5"/>
                  </a:cubicBezTo>
                  <a:cubicBezTo>
                    <a:pt x="3" y="2"/>
                    <a:pt x="6" y="0"/>
                    <a:pt x="9" y="2"/>
                  </a:cubicBezTo>
                  <a:cubicBezTo>
                    <a:pt x="31" y="11"/>
                    <a:pt x="31" y="11"/>
                    <a:pt x="31" y="11"/>
                  </a:cubicBezTo>
                  <a:cubicBezTo>
                    <a:pt x="34" y="12"/>
                    <a:pt x="36" y="16"/>
                    <a:pt x="35" y="19"/>
                  </a:cubicBezTo>
                  <a:cubicBezTo>
                    <a:pt x="34" y="21"/>
                    <a:pt x="31" y="22"/>
                    <a:pt x="2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152" name="Freeform 90">
              <a:extLst>
                <a:ext uri="{FF2B5EF4-FFF2-40B4-BE49-F238E27FC236}">
                  <a16:creationId xmlns:a16="http://schemas.microsoft.com/office/drawing/2014/main" id="{184AEB09-EB08-604B-AC9C-43039EE91DFE}"/>
                </a:ext>
              </a:extLst>
            </p:cNvPr>
            <p:cNvSpPr>
              <a:spLocks noEditPoints="1"/>
            </p:cNvSpPr>
            <p:nvPr/>
          </p:nvSpPr>
          <p:spPr bwMode="auto">
            <a:xfrm>
              <a:off x="3437" y="1784"/>
              <a:ext cx="426" cy="302"/>
            </a:xfrm>
            <a:custGeom>
              <a:avLst/>
              <a:gdLst>
                <a:gd name="T0" fmla="*/ 282 w 288"/>
                <a:gd name="T1" fmla="*/ 204 h 204"/>
                <a:gd name="T2" fmla="*/ 6 w 288"/>
                <a:gd name="T3" fmla="*/ 204 h 204"/>
                <a:gd name="T4" fmla="*/ 0 w 288"/>
                <a:gd name="T5" fmla="*/ 198 h 204"/>
                <a:gd name="T6" fmla="*/ 0 w 288"/>
                <a:gd name="T7" fmla="*/ 144 h 204"/>
                <a:gd name="T8" fmla="*/ 144 w 288"/>
                <a:gd name="T9" fmla="*/ 0 h 204"/>
                <a:gd name="T10" fmla="*/ 288 w 288"/>
                <a:gd name="T11" fmla="*/ 144 h 204"/>
                <a:gd name="T12" fmla="*/ 288 w 288"/>
                <a:gd name="T13" fmla="*/ 198 h 204"/>
                <a:gd name="T14" fmla="*/ 282 w 288"/>
                <a:gd name="T15" fmla="*/ 204 h 204"/>
                <a:gd name="T16" fmla="*/ 12 w 288"/>
                <a:gd name="T17" fmla="*/ 192 h 204"/>
                <a:gd name="T18" fmla="*/ 276 w 288"/>
                <a:gd name="T19" fmla="*/ 192 h 204"/>
                <a:gd name="T20" fmla="*/ 276 w 288"/>
                <a:gd name="T21" fmla="*/ 144 h 204"/>
                <a:gd name="T22" fmla="*/ 144 w 288"/>
                <a:gd name="T23" fmla="*/ 12 h 204"/>
                <a:gd name="T24" fmla="*/ 12 w 288"/>
                <a:gd name="T25" fmla="*/ 144 h 204"/>
                <a:gd name="T26" fmla="*/ 12 w 288"/>
                <a:gd name="T27"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8" h="204">
                  <a:moveTo>
                    <a:pt x="282" y="204"/>
                  </a:moveTo>
                  <a:cubicBezTo>
                    <a:pt x="6" y="204"/>
                    <a:pt x="6" y="204"/>
                    <a:pt x="6" y="204"/>
                  </a:cubicBezTo>
                  <a:cubicBezTo>
                    <a:pt x="3" y="204"/>
                    <a:pt x="0" y="201"/>
                    <a:pt x="0" y="198"/>
                  </a:cubicBezTo>
                  <a:cubicBezTo>
                    <a:pt x="0" y="144"/>
                    <a:pt x="0" y="144"/>
                    <a:pt x="0" y="144"/>
                  </a:cubicBezTo>
                  <a:cubicBezTo>
                    <a:pt x="0" y="64"/>
                    <a:pt x="65" y="0"/>
                    <a:pt x="144" y="0"/>
                  </a:cubicBezTo>
                  <a:cubicBezTo>
                    <a:pt x="224" y="0"/>
                    <a:pt x="288" y="64"/>
                    <a:pt x="288" y="144"/>
                  </a:cubicBezTo>
                  <a:cubicBezTo>
                    <a:pt x="288" y="198"/>
                    <a:pt x="288" y="198"/>
                    <a:pt x="288" y="198"/>
                  </a:cubicBezTo>
                  <a:cubicBezTo>
                    <a:pt x="288" y="201"/>
                    <a:pt x="286" y="204"/>
                    <a:pt x="282" y="204"/>
                  </a:cubicBezTo>
                  <a:close/>
                  <a:moveTo>
                    <a:pt x="12" y="192"/>
                  </a:moveTo>
                  <a:cubicBezTo>
                    <a:pt x="276" y="192"/>
                    <a:pt x="276" y="192"/>
                    <a:pt x="276" y="192"/>
                  </a:cubicBezTo>
                  <a:cubicBezTo>
                    <a:pt x="276" y="144"/>
                    <a:pt x="276" y="144"/>
                    <a:pt x="276" y="144"/>
                  </a:cubicBezTo>
                  <a:cubicBezTo>
                    <a:pt x="276" y="71"/>
                    <a:pt x="217" y="12"/>
                    <a:pt x="144" y="12"/>
                  </a:cubicBezTo>
                  <a:cubicBezTo>
                    <a:pt x="71" y="12"/>
                    <a:pt x="12" y="71"/>
                    <a:pt x="12" y="144"/>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153" name="Group 59">
            <a:extLst>
              <a:ext uri="{FF2B5EF4-FFF2-40B4-BE49-F238E27FC236}">
                <a16:creationId xmlns:a16="http://schemas.microsoft.com/office/drawing/2014/main" id="{892D387B-5AA1-8044-8D45-614FDCB30B66}"/>
              </a:ext>
            </a:extLst>
          </p:cNvPr>
          <p:cNvGrpSpPr>
            <a:grpSpLocks noChangeAspect="1"/>
          </p:cNvGrpSpPr>
          <p:nvPr userDrawn="1"/>
        </p:nvGrpSpPr>
        <p:grpSpPr bwMode="auto">
          <a:xfrm>
            <a:off x="2075617" y="3217044"/>
            <a:ext cx="466978" cy="281356"/>
            <a:chOff x="6554" y="532"/>
            <a:chExt cx="400" cy="241"/>
          </a:xfrm>
          <a:solidFill>
            <a:schemeClr val="accent1"/>
          </a:solidFill>
        </p:grpSpPr>
        <p:sp>
          <p:nvSpPr>
            <p:cNvPr id="154" name="Freeform 60">
              <a:extLst>
                <a:ext uri="{FF2B5EF4-FFF2-40B4-BE49-F238E27FC236}">
                  <a16:creationId xmlns:a16="http://schemas.microsoft.com/office/drawing/2014/main" id="{CA82DAE1-B4D6-1142-8988-789C66AB55DB}"/>
                </a:ext>
              </a:extLst>
            </p:cNvPr>
            <p:cNvSpPr>
              <a:spLocks/>
            </p:cNvSpPr>
            <p:nvPr/>
          </p:nvSpPr>
          <p:spPr bwMode="auto">
            <a:xfrm>
              <a:off x="6554" y="532"/>
              <a:ext cx="400" cy="241"/>
            </a:xfrm>
            <a:custGeom>
              <a:avLst/>
              <a:gdLst>
                <a:gd name="T0" fmla="*/ 6 w 271"/>
                <a:gd name="T1" fmla="*/ 163 h 163"/>
                <a:gd name="T2" fmla="*/ 2 w 271"/>
                <a:gd name="T3" fmla="*/ 161 h 163"/>
                <a:gd name="T4" fmla="*/ 2 w 271"/>
                <a:gd name="T5" fmla="*/ 153 h 163"/>
                <a:gd name="T6" fmla="*/ 98 w 271"/>
                <a:gd name="T7" fmla="*/ 45 h 163"/>
                <a:gd name="T8" fmla="*/ 106 w 271"/>
                <a:gd name="T9" fmla="*/ 44 h 163"/>
                <a:gd name="T10" fmla="*/ 174 w 271"/>
                <a:gd name="T11" fmla="*/ 100 h 163"/>
                <a:gd name="T12" fmla="*/ 260 w 271"/>
                <a:gd name="T13" fmla="*/ 3 h 163"/>
                <a:gd name="T14" fmla="*/ 268 w 271"/>
                <a:gd name="T15" fmla="*/ 2 h 163"/>
                <a:gd name="T16" fmla="*/ 269 w 271"/>
                <a:gd name="T17" fmla="*/ 11 h 163"/>
                <a:gd name="T18" fmla="*/ 179 w 271"/>
                <a:gd name="T19" fmla="*/ 113 h 163"/>
                <a:gd name="T20" fmla="*/ 171 w 271"/>
                <a:gd name="T21" fmla="*/ 113 h 163"/>
                <a:gd name="T22" fmla="*/ 103 w 271"/>
                <a:gd name="T23" fmla="*/ 57 h 163"/>
                <a:gd name="T24" fmla="*/ 11 w 271"/>
                <a:gd name="T25" fmla="*/ 161 h 163"/>
                <a:gd name="T26" fmla="*/ 6 w 271"/>
                <a:gd name="T27" fmla="*/ 163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63">
                  <a:moveTo>
                    <a:pt x="6" y="163"/>
                  </a:moveTo>
                  <a:cubicBezTo>
                    <a:pt x="5" y="163"/>
                    <a:pt x="4" y="162"/>
                    <a:pt x="2" y="161"/>
                  </a:cubicBezTo>
                  <a:cubicBezTo>
                    <a:pt x="0" y="159"/>
                    <a:pt x="0" y="155"/>
                    <a:pt x="2" y="153"/>
                  </a:cubicBezTo>
                  <a:cubicBezTo>
                    <a:pt x="98" y="45"/>
                    <a:pt x="98" y="45"/>
                    <a:pt x="98" y="45"/>
                  </a:cubicBezTo>
                  <a:cubicBezTo>
                    <a:pt x="100" y="42"/>
                    <a:pt x="104" y="42"/>
                    <a:pt x="106" y="44"/>
                  </a:cubicBezTo>
                  <a:cubicBezTo>
                    <a:pt x="174" y="100"/>
                    <a:pt x="174" y="100"/>
                    <a:pt x="174" y="100"/>
                  </a:cubicBezTo>
                  <a:cubicBezTo>
                    <a:pt x="260" y="3"/>
                    <a:pt x="260" y="3"/>
                    <a:pt x="260" y="3"/>
                  </a:cubicBezTo>
                  <a:cubicBezTo>
                    <a:pt x="262" y="0"/>
                    <a:pt x="266" y="0"/>
                    <a:pt x="268" y="2"/>
                  </a:cubicBezTo>
                  <a:cubicBezTo>
                    <a:pt x="271" y="5"/>
                    <a:pt x="271" y="8"/>
                    <a:pt x="269" y="11"/>
                  </a:cubicBezTo>
                  <a:cubicBezTo>
                    <a:pt x="179" y="113"/>
                    <a:pt x="179" y="113"/>
                    <a:pt x="179" y="113"/>
                  </a:cubicBezTo>
                  <a:cubicBezTo>
                    <a:pt x="177" y="115"/>
                    <a:pt x="173" y="116"/>
                    <a:pt x="171" y="113"/>
                  </a:cubicBezTo>
                  <a:cubicBezTo>
                    <a:pt x="103" y="57"/>
                    <a:pt x="103" y="57"/>
                    <a:pt x="103" y="57"/>
                  </a:cubicBezTo>
                  <a:cubicBezTo>
                    <a:pt x="11" y="161"/>
                    <a:pt x="11" y="161"/>
                    <a:pt x="11" y="161"/>
                  </a:cubicBezTo>
                  <a:cubicBezTo>
                    <a:pt x="10" y="162"/>
                    <a:pt x="8" y="163"/>
                    <a:pt x="6" y="1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sp>
          <p:nvSpPr>
            <p:cNvPr id="155" name="Freeform 61">
              <a:extLst>
                <a:ext uri="{FF2B5EF4-FFF2-40B4-BE49-F238E27FC236}">
                  <a16:creationId xmlns:a16="http://schemas.microsoft.com/office/drawing/2014/main" id="{F6DD371E-5D02-AF4E-8FE8-2BC519C3177C}"/>
                </a:ext>
              </a:extLst>
            </p:cNvPr>
            <p:cNvSpPr>
              <a:spLocks/>
            </p:cNvSpPr>
            <p:nvPr/>
          </p:nvSpPr>
          <p:spPr bwMode="auto">
            <a:xfrm>
              <a:off x="6812" y="534"/>
              <a:ext cx="141" cy="124"/>
            </a:xfrm>
            <a:custGeom>
              <a:avLst/>
              <a:gdLst>
                <a:gd name="T0" fmla="*/ 89 w 95"/>
                <a:gd name="T1" fmla="*/ 84 h 84"/>
                <a:gd name="T2" fmla="*/ 83 w 95"/>
                <a:gd name="T3" fmla="*/ 78 h 84"/>
                <a:gd name="T4" fmla="*/ 83 w 95"/>
                <a:gd name="T5" fmla="*/ 12 h 84"/>
                <a:gd name="T6" fmla="*/ 6 w 95"/>
                <a:gd name="T7" fmla="*/ 12 h 84"/>
                <a:gd name="T8" fmla="*/ 0 w 95"/>
                <a:gd name="T9" fmla="*/ 6 h 84"/>
                <a:gd name="T10" fmla="*/ 6 w 95"/>
                <a:gd name="T11" fmla="*/ 0 h 84"/>
                <a:gd name="T12" fmla="*/ 89 w 95"/>
                <a:gd name="T13" fmla="*/ 0 h 84"/>
                <a:gd name="T14" fmla="*/ 95 w 95"/>
                <a:gd name="T15" fmla="*/ 6 h 84"/>
                <a:gd name="T16" fmla="*/ 95 w 95"/>
                <a:gd name="T17" fmla="*/ 78 h 84"/>
                <a:gd name="T18" fmla="*/ 89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89" y="84"/>
                  </a:moveTo>
                  <a:cubicBezTo>
                    <a:pt x="86" y="84"/>
                    <a:pt x="83" y="81"/>
                    <a:pt x="83" y="78"/>
                  </a:cubicBezTo>
                  <a:cubicBezTo>
                    <a:pt x="83" y="12"/>
                    <a:pt x="83" y="12"/>
                    <a:pt x="83" y="12"/>
                  </a:cubicBezTo>
                  <a:cubicBezTo>
                    <a:pt x="6" y="12"/>
                    <a:pt x="6" y="12"/>
                    <a:pt x="6" y="12"/>
                  </a:cubicBezTo>
                  <a:cubicBezTo>
                    <a:pt x="3" y="12"/>
                    <a:pt x="0" y="9"/>
                    <a:pt x="0" y="6"/>
                  </a:cubicBezTo>
                  <a:cubicBezTo>
                    <a:pt x="0" y="3"/>
                    <a:pt x="3" y="0"/>
                    <a:pt x="6" y="0"/>
                  </a:cubicBezTo>
                  <a:cubicBezTo>
                    <a:pt x="89" y="0"/>
                    <a:pt x="89" y="0"/>
                    <a:pt x="89" y="0"/>
                  </a:cubicBezTo>
                  <a:cubicBezTo>
                    <a:pt x="93" y="0"/>
                    <a:pt x="95" y="3"/>
                    <a:pt x="95" y="6"/>
                  </a:cubicBezTo>
                  <a:cubicBezTo>
                    <a:pt x="95" y="78"/>
                    <a:pt x="95" y="78"/>
                    <a:pt x="95" y="78"/>
                  </a:cubicBezTo>
                  <a:cubicBezTo>
                    <a:pt x="95" y="81"/>
                    <a:pt x="93" y="84"/>
                    <a:pt x="8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solidFill>
                  <a:schemeClr val="bg2"/>
                </a:solidFill>
              </a:endParaRPr>
            </a:p>
          </p:txBody>
        </p:sp>
      </p:grpSp>
      <p:grpSp>
        <p:nvGrpSpPr>
          <p:cNvPr id="156" name="Group 60">
            <a:extLst>
              <a:ext uri="{FF2B5EF4-FFF2-40B4-BE49-F238E27FC236}">
                <a16:creationId xmlns:a16="http://schemas.microsoft.com/office/drawing/2014/main" id="{909B4C50-0B6B-F940-B96B-0F025E25749D}"/>
              </a:ext>
            </a:extLst>
          </p:cNvPr>
          <p:cNvGrpSpPr>
            <a:grpSpLocks noChangeAspect="1"/>
          </p:cNvGrpSpPr>
          <p:nvPr userDrawn="1"/>
        </p:nvGrpSpPr>
        <p:grpSpPr bwMode="auto">
          <a:xfrm>
            <a:off x="3329567" y="3117577"/>
            <a:ext cx="491836" cy="480291"/>
            <a:chOff x="6726" y="600"/>
            <a:chExt cx="426" cy="416"/>
          </a:xfrm>
          <a:solidFill>
            <a:schemeClr val="accent1"/>
          </a:solidFill>
        </p:grpSpPr>
        <p:sp>
          <p:nvSpPr>
            <p:cNvPr id="157" name="Freeform 61">
              <a:extLst>
                <a:ext uri="{FF2B5EF4-FFF2-40B4-BE49-F238E27FC236}">
                  <a16:creationId xmlns:a16="http://schemas.microsoft.com/office/drawing/2014/main" id="{9C3A8E24-140A-A045-9B50-E9B468100282}"/>
                </a:ext>
              </a:extLst>
            </p:cNvPr>
            <p:cNvSpPr>
              <a:spLocks/>
            </p:cNvSpPr>
            <p:nvPr/>
          </p:nvSpPr>
          <p:spPr bwMode="auto">
            <a:xfrm>
              <a:off x="6726" y="999"/>
              <a:ext cx="426" cy="17"/>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2" y="12"/>
                    <a:pt x="0" y="10"/>
                    <a:pt x="0" y="6"/>
                  </a:cubicBezTo>
                  <a:cubicBezTo>
                    <a:pt x="0" y="3"/>
                    <a:pt x="2" y="0"/>
                    <a:pt x="6" y="0"/>
                  </a:cubicBezTo>
                  <a:cubicBezTo>
                    <a:pt x="282" y="0"/>
                    <a:pt x="282" y="0"/>
                    <a:pt x="282" y="0"/>
                  </a:cubicBezTo>
                  <a:cubicBezTo>
                    <a:pt x="285" y="0"/>
                    <a:pt x="288" y="3"/>
                    <a:pt x="288" y="6"/>
                  </a:cubicBezTo>
                  <a:cubicBezTo>
                    <a:pt x="288" y="10"/>
                    <a:pt x="285"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8" name="Freeform 62">
              <a:extLst>
                <a:ext uri="{FF2B5EF4-FFF2-40B4-BE49-F238E27FC236}">
                  <a16:creationId xmlns:a16="http://schemas.microsoft.com/office/drawing/2014/main" id="{7B95F1FD-5650-BC4B-808D-C3715C5F40BE}"/>
                </a:ext>
              </a:extLst>
            </p:cNvPr>
            <p:cNvSpPr>
              <a:spLocks noEditPoints="1"/>
            </p:cNvSpPr>
            <p:nvPr/>
          </p:nvSpPr>
          <p:spPr bwMode="auto">
            <a:xfrm>
              <a:off x="6744" y="912"/>
              <a:ext cx="71" cy="104"/>
            </a:xfrm>
            <a:custGeom>
              <a:avLst/>
              <a:gdLst>
                <a:gd name="T0" fmla="*/ 42 w 48"/>
                <a:gd name="T1" fmla="*/ 72 h 72"/>
                <a:gd name="T2" fmla="*/ 6 w 48"/>
                <a:gd name="T3" fmla="*/ 72 h 72"/>
                <a:gd name="T4" fmla="*/ 0 w 48"/>
                <a:gd name="T5" fmla="*/ 66 h 72"/>
                <a:gd name="T6" fmla="*/ 0 w 48"/>
                <a:gd name="T7" fmla="*/ 6 h 72"/>
                <a:gd name="T8" fmla="*/ 6 w 48"/>
                <a:gd name="T9" fmla="*/ 0 h 72"/>
                <a:gd name="T10" fmla="*/ 42 w 48"/>
                <a:gd name="T11" fmla="*/ 0 h 72"/>
                <a:gd name="T12" fmla="*/ 48 w 48"/>
                <a:gd name="T13" fmla="*/ 6 h 72"/>
                <a:gd name="T14" fmla="*/ 48 w 48"/>
                <a:gd name="T15" fmla="*/ 66 h 72"/>
                <a:gd name="T16" fmla="*/ 42 w 48"/>
                <a:gd name="T17" fmla="*/ 72 h 72"/>
                <a:gd name="T18" fmla="*/ 12 w 48"/>
                <a:gd name="T19" fmla="*/ 60 h 72"/>
                <a:gd name="T20" fmla="*/ 36 w 48"/>
                <a:gd name="T21" fmla="*/ 60 h 72"/>
                <a:gd name="T22" fmla="*/ 36 w 48"/>
                <a:gd name="T23" fmla="*/ 12 h 72"/>
                <a:gd name="T24" fmla="*/ 12 w 48"/>
                <a:gd name="T25" fmla="*/ 12 h 72"/>
                <a:gd name="T26" fmla="*/ 12 w 48"/>
                <a:gd name="T27" fmla="*/ 6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72">
                  <a:moveTo>
                    <a:pt x="42" y="72"/>
                  </a:moveTo>
                  <a:cubicBezTo>
                    <a:pt x="6" y="72"/>
                    <a:pt x="6" y="72"/>
                    <a:pt x="6" y="72"/>
                  </a:cubicBezTo>
                  <a:cubicBezTo>
                    <a:pt x="2" y="72"/>
                    <a:pt x="0" y="70"/>
                    <a:pt x="0" y="66"/>
                  </a:cubicBezTo>
                  <a:cubicBezTo>
                    <a:pt x="0" y="6"/>
                    <a:pt x="0" y="6"/>
                    <a:pt x="0" y="6"/>
                  </a:cubicBezTo>
                  <a:cubicBezTo>
                    <a:pt x="0" y="3"/>
                    <a:pt x="2" y="0"/>
                    <a:pt x="6" y="0"/>
                  </a:cubicBezTo>
                  <a:cubicBezTo>
                    <a:pt x="42" y="0"/>
                    <a:pt x="42" y="0"/>
                    <a:pt x="42" y="0"/>
                  </a:cubicBezTo>
                  <a:cubicBezTo>
                    <a:pt x="45" y="0"/>
                    <a:pt x="48" y="3"/>
                    <a:pt x="48" y="6"/>
                  </a:cubicBezTo>
                  <a:cubicBezTo>
                    <a:pt x="48" y="66"/>
                    <a:pt x="48" y="66"/>
                    <a:pt x="48" y="66"/>
                  </a:cubicBezTo>
                  <a:cubicBezTo>
                    <a:pt x="48" y="70"/>
                    <a:pt x="45" y="72"/>
                    <a:pt x="42" y="72"/>
                  </a:cubicBezTo>
                  <a:close/>
                  <a:moveTo>
                    <a:pt x="12" y="60"/>
                  </a:moveTo>
                  <a:cubicBezTo>
                    <a:pt x="36" y="60"/>
                    <a:pt x="36" y="60"/>
                    <a:pt x="36" y="60"/>
                  </a:cubicBezTo>
                  <a:cubicBezTo>
                    <a:pt x="36" y="12"/>
                    <a:pt x="36" y="12"/>
                    <a:pt x="36" y="12"/>
                  </a:cubicBezTo>
                  <a:cubicBezTo>
                    <a:pt x="12" y="12"/>
                    <a:pt x="12" y="12"/>
                    <a:pt x="12" y="12"/>
                  </a:cubicBezTo>
                  <a:lnTo>
                    <a:pt x="12"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9" name="Freeform 63">
              <a:extLst>
                <a:ext uri="{FF2B5EF4-FFF2-40B4-BE49-F238E27FC236}">
                  <a16:creationId xmlns:a16="http://schemas.microsoft.com/office/drawing/2014/main" id="{0ACA05DC-D168-ED4A-8F9D-48683873D78A}"/>
                </a:ext>
              </a:extLst>
            </p:cNvPr>
            <p:cNvSpPr>
              <a:spLocks noEditPoints="1"/>
            </p:cNvSpPr>
            <p:nvPr/>
          </p:nvSpPr>
          <p:spPr bwMode="auto">
            <a:xfrm>
              <a:off x="6850" y="826"/>
              <a:ext cx="71" cy="190"/>
            </a:xfrm>
            <a:custGeom>
              <a:avLst/>
              <a:gdLst>
                <a:gd name="T0" fmla="*/ 42 w 48"/>
                <a:gd name="T1" fmla="*/ 132 h 132"/>
                <a:gd name="T2" fmla="*/ 6 w 48"/>
                <a:gd name="T3" fmla="*/ 132 h 132"/>
                <a:gd name="T4" fmla="*/ 0 w 48"/>
                <a:gd name="T5" fmla="*/ 126 h 132"/>
                <a:gd name="T6" fmla="*/ 0 w 48"/>
                <a:gd name="T7" fmla="*/ 6 h 132"/>
                <a:gd name="T8" fmla="*/ 6 w 48"/>
                <a:gd name="T9" fmla="*/ 0 h 132"/>
                <a:gd name="T10" fmla="*/ 42 w 48"/>
                <a:gd name="T11" fmla="*/ 0 h 132"/>
                <a:gd name="T12" fmla="*/ 48 w 48"/>
                <a:gd name="T13" fmla="*/ 6 h 132"/>
                <a:gd name="T14" fmla="*/ 48 w 48"/>
                <a:gd name="T15" fmla="*/ 126 h 132"/>
                <a:gd name="T16" fmla="*/ 42 w 48"/>
                <a:gd name="T17" fmla="*/ 132 h 132"/>
                <a:gd name="T18" fmla="*/ 12 w 48"/>
                <a:gd name="T19" fmla="*/ 120 h 132"/>
                <a:gd name="T20" fmla="*/ 36 w 48"/>
                <a:gd name="T21" fmla="*/ 120 h 132"/>
                <a:gd name="T22" fmla="*/ 36 w 48"/>
                <a:gd name="T23" fmla="*/ 12 h 132"/>
                <a:gd name="T24" fmla="*/ 12 w 48"/>
                <a:gd name="T25" fmla="*/ 12 h 132"/>
                <a:gd name="T26" fmla="*/ 12 w 48"/>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32">
                  <a:moveTo>
                    <a:pt x="42" y="132"/>
                  </a:moveTo>
                  <a:cubicBezTo>
                    <a:pt x="6" y="132"/>
                    <a:pt x="6" y="132"/>
                    <a:pt x="6" y="132"/>
                  </a:cubicBezTo>
                  <a:cubicBezTo>
                    <a:pt x="2" y="132"/>
                    <a:pt x="0" y="130"/>
                    <a:pt x="0" y="126"/>
                  </a:cubicBezTo>
                  <a:cubicBezTo>
                    <a:pt x="0" y="6"/>
                    <a:pt x="0" y="6"/>
                    <a:pt x="0" y="6"/>
                  </a:cubicBezTo>
                  <a:cubicBezTo>
                    <a:pt x="0" y="3"/>
                    <a:pt x="2" y="0"/>
                    <a:pt x="6" y="0"/>
                  </a:cubicBezTo>
                  <a:cubicBezTo>
                    <a:pt x="42" y="0"/>
                    <a:pt x="42" y="0"/>
                    <a:pt x="42" y="0"/>
                  </a:cubicBezTo>
                  <a:cubicBezTo>
                    <a:pt x="45" y="0"/>
                    <a:pt x="48" y="3"/>
                    <a:pt x="48" y="6"/>
                  </a:cubicBezTo>
                  <a:cubicBezTo>
                    <a:pt x="48" y="126"/>
                    <a:pt x="48" y="126"/>
                    <a:pt x="48" y="126"/>
                  </a:cubicBezTo>
                  <a:cubicBezTo>
                    <a:pt x="48" y="130"/>
                    <a:pt x="45" y="132"/>
                    <a:pt x="42" y="132"/>
                  </a:cubicBezTo>
                  <a:close/>
                  <a:moveTo>
                    <a:pt x="12" y="120"/>
                  </a:moveTo>
                  <a:cubicBezTo>
                    <a:pt x="36" y="120"/>
                    <a:pt x="36" y="120"/>
                    <a:pt x="36" y="120"/>
                  </a:cubicBezTo>
                  <a:cubicBezTo>
                    <a:pt x="36" y="12"/>
                    <a:pt x="36" y="12"/>
                    <a:pt x="36"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0" name="Freeform 64">
              <a:extLst>
                <a:ext uri="{FF2B5EF4-FFF2-40B4-BE49-F238E27FC236}">
                  <a16:creationId xmlns:a16="http://schemas.microsoft.com/office/drawing/2014/main" id="{DEACE061-660B-B846-81F5-5CAC95D88ABD}"/>
                </a:ext>
              </a:extLst>
            </p:cNvPr>
            <p:cNvSpPr>
              <a:spLocks noEditPoints="1"/>
            </p:cNvSpPr>
            <p:nvPr/>
          </p:nvSpPr>
          <p:spPr bwMode="auto">
            <a:xfrm>
              <a:off x="6957" y="860"/>
              <a:ext cx="71" cy="156"/>
            </a:xfrm>
            <a:custGeom>
              <a:avLst/>
              <a:gdLst>
                <a:gd name="T0" fmla="*/ 42 w 48"/>
                <a:gd name="T1" fmla="*/ 108 h 108"/>
                <a:gd name="T2" fmla="*/ 6 w 48"/>
                <a:gd name="T3" fmla="*/ 108 h 108"/>
                <a:gd name="T4" fmla="*/ 0 w 48"/>
                <a:gd name="T5" fmla="*/ 102 h 108"/>
                <a:gd name="T6" fmla="*/ 0 w 48"/>
                <a:gd name="T7" fmla="*/ 6 h 108"/>
                <a:gd name="T8" fmla="*/ 6 w 48"/>
                <a:gd name="T9" fmla="*/ 0 h 108"/>
                <a:gd name="T10" fmla="*/ 42 w 48"/>
                <a:gd name="T11" fmla="*/ 0 h 108"/>
                <a:gd name="T12" fmla="*/ 48 w 48"/>
                <a:gd name="T13" fmla="*/ 6 h 108"/>
                <a:gd name="T14" fmla="*/ 48 w 48"/>
                <a:gd name="T15" fmla="*/ 102 h 108"/>
                <a:gd name="T16" fmla="*/ 42 w 48"/>
                <a:gd name="T17" fmla="*/ 108 h 108"/>
                <a:gd name="T18" fmla="*/ 12 w 48"/>
                <a:gd name="T19" fmla="*/ 96 h 108"/>
                <a:gd name="T20" fmla="*/ 36 w 48"/>
                <a:gd name="T21" fmla="*/ 96 h 108"/>
                <a:gd name="T22" fmla="*/ 36 w 48"/>
                <a:gd name="T23" fmla="*/ 12 h 108"/>
                <a:gd name="T24" fmla="*/ 12 w 48"/>
                <a:gd name="T25" fmla="*/ 12 h 108"/>
                <a:gd name="T26" fmla="*/ 12 w 48"/>
                <a:gd name="T27" fmla="*/ 96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08">
                  <a:moveTo>
                    <a:pt x="42" y="108"/>
                  </a:moveTo>
                  <a:cubicBezTo>
                    <a:pt x="6" y="108"/>
                    <a:pt x="6" y="108"/>
                    <a:pt x="6" y="108"/>
                  </a:cubicBezTo>
                  <a:cubicBezTo>
                    <a:pt x="2" y="108"/>
                    <a:pt x="0" y="106"/>
                    <a:pt x="0" y="102"/>
                  </a:cubicBezTo>
                  <a:cubicBezTo>
                    <a:pt x="0" y="6"/>
                    <a:pt x="0" y="6"/>
                    <a:pt x="0" y="6"/>
                  </a:cubicBezTo>
                  <a:cubicBezTo>
                    <a:pt x="0" y="3"/>
                    <a:pt x="2" y="0"/>
                    <a:pt x="6" y="0"/>
                  </a:cubicBezTo>
                  <a:cubicBezTo>
                    <a:pt x="42" y="0"/>
                    <a:pt x="42" y="0"/>
                    <a:pt x="42" y="0"/>
                  </a:cubicBezTo>
                  <a:cubicBezTo>
                    <a:pt x="45" y="0"/>
                    <a:pt x="48" y="3"/>
                    <a:pt x="48" y="6"/>
                  </a:cubicBezTo>
                  <a:cubicBezTo>
                    <a:pt x="48" y="102"/>
                    <a:pt x="48" y="102"/>
                    <a:pt x="48" y="102"/>
                  </a:cubicBezTo>
                  <a:cubicBezTo>
                    <a:pt x="48" y="106"/>
                    <a:pt x="45" y="108"/>
                    <a:pt x="42" y="108"/>
                  </a:cubicBezTo>
                  <a:close/>
                  <a:moveTo>
                    <a:pt x="12" y="96"/>
                  </a:moveTo>
                  <a:cubicBezTo>
                    <a:pt x="36" y="96"/>
                    <a:pt x="36" y="96"/>
                    <a:pt x="36" y="96"/>
                  </a:cubicBezTo>
                  <a:cubicBezTo>
                    <a:pt x="36" y="12"/>
                    <a:pt x="36" y="12"/>
                    <a:pt x="36" y="12"/>
                  </a:cubicBezTo>
                  <a:cubicBezTo>
                    <a:pt x="12" y="12"/>
                    <a:pt x="12" y="12"/>
                    <a:pt x="12" y="12"/>
                  </a:cubicBezTo>
                  <a:lnTo>
                    <a:pt x="12"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1" name="Freeform 65">
              <a:extLst>
                <a:ext uri="{FF2B5EF4-FFF2-40B4-BE49-F238E27FC236}">
                  <a16:creationId xmlns:a16="http://schemas.microsoft.com/office/drawing/2014/main" id="{6C1EFCFD-1918-4C4B-9CE7-E8EFB1D43AEC}"/>
                </a:ext>
              </a:extLst>
            </p:cNvPr>
            <p:cNvSpPr>
              <a:spLocks noEditPoints="1"/>
            </p:cNvSpPr>
            <p:nvPr/>
          </p:nvSpPr>
          <p:spPr bwMode="auto">
            <a:xfrm>
              <a:off x="7063" y="739"/>
              <a:ext cx="71" cy="277"/>
            </a:xfrm>
            <a:custGeom>
              <a:avLst/>
              <a:gdLst>
                <a:gd name="T0" fmla="*/ 42 w 48"/>
                <a:gd name="T1" fmla="*/ 192 h 192"/>
                <a:gd name="T2" fmla="*/ 6 w 48"/>
                <a:gd name="T3" fmla="*/ 192 h 192"/>
                <a:gd name="T4" fmla="*/ 0 w 48"/>
                <a:gd name="T5" fmla="*/ 186 h 192"/>
                <a:gd name="T6" fmla="*/ 0 w 48"/>
                <a:gd name="T7" fmla="*/ 6 h 192"/>
                <a:gd name="T8" fmla="*/ 6 w 48"/>
                <a:gd name="T9" fmla="*/ 0 h 192"/>
                <a:gd name="T10" fmla="*/ 42 w 48"/>
                <a:gd name="T11" fmla="*/ 0 h 192"/>
                <a:gd name="T12" fmla="*/ 48 w 48"/>
                <a:gd name="T13" fmla="*/ 6 h 192"/>
                <a:gd name="T14" fmla="*/ 48 w 48"/>
                <a:gd name="T15" fmla="*/ 186 h 192"/>
                <a:gd name="T16" fmla="*/ 42 w 48"/>
                <a:gd name="T17" fmla="*/ 192 h 192"/>
                <a:gd name="T18" fmla="*/ 12 w 48"/>
                <a:gd name="T19" fmla="*/ 180 h 192"/>
                <a:gd name="T20" fmla="*/ 36 w 48"/>
                <a:gd name="T21" fmla="*/ 180 h 192"/>
                <a:gd name="T22" fmla="*/ 36 w 48"/>
                <a:gd name="T23" fmla="*/ 12 h 192"/>
                <a:gd name="T24" fmla="*/ 12 w 48"/>
                <a:gd name="T25" fmla="*/ 12 h 192"/>
                <a:gd name="T26" fmla="*/ 12 w 48"/>
                <a:gd name="T27" fmla="*/ 180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192">
                  <a:moveTo>
                    <a:pt x="42" y="192"/>
                  </a:moveTo>
                  <a:cubicBezTo>
                    <a:pt x="6" y="192"/>
                    <a:pt x="6" y="192"/>
                    <a:pt x="6" y="192"/>
                  </a:cubicBezTo>
                  <a:cubicBezTo>
                    <a:pt x="2" y="192"/>
                    <a:pt x="0" y="190"/>
                    <a:pt x="0" y="186"/>
                  </a:cubicBezTo>
                  <a:cubicBezTo>
                    <a:pt x="0" y="6"/>
                    <a:pt x="0" y="6"/>
                    <a:pt x="0" y="6"/>
                  </a:cubicBezTo>
                  <a:cubicBezTo>
                    <a:pt x="0" y="3"/>
                    <a:pt x="2" y="0"/>
                    <a:pt x="6" y="0"/>
                  </a:cubicBezTo>
                  <a:cubicBezTo>
                    <a:pt x="42" y="0"/>
                    <a:pt x="42" y="0"/>
                    <a:pt x="42" y="0"/>
                  </a:cubicBezTo>
                  <a:cubicBezTo>
                    <a:pt x="45" y="0"/>
                    <a:pt x="48" y="3"/>
                    <a:pt x="48" y="6"/>
                  </a:cubicBezTo>
                  <a:cubicBezTo>
                    <a:pt x="48" y="186"/>
                    <a:pt x="48" y="186"/>
                    <a:pt x="48" y="186"/>
                  </a:cubicBezTo>
                  <a:cubicBezTo>
                    <a:pt x="48" y="190"/>
                    <a:pt x="45" y="192"/>
                    <a:pt x="42" y="192"/>
                  </a:cubicBezTo>
                  <a:close/>
                  <a:moveTo>
                    <a:pt x="12" y="180"/>
                  </a:moveTo>
                  <a:cubicBezTo>
                    <a:pt x="36" y="180"/>
                    <a:pt x="36" y="180"/>
                    <a:pt x="36" y="180"/>
                  </a:cubicBezTo>
                  <a:cubicBezTo>
                    <a:pt x="36" y="12"/>
                    <a:pt x="36" y="12"/>
                    <a:pt x="36" y="12"/>
                  </a:cubicBezTo>
                  <a:cubicBezTo>
                    <a:pt x="12" y="12"/>
                    <a:pt x="12" y="12"/>
                    <a:pt x="12" y="12"/>
                  </a:cubicBezTo>
                  <a:lnTo>
                    <a:pt x="12"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2" name="Freeform 66">
              <a:extLst>
                <a:ext uri="{FF2B5EF4-FFF2-40B4-BE49-F238E27FC236}">
                  <a16:creationId xmlns:a16="http://schemas.microsoft.com/office/drawing/2014/main" id="{E3276A80-6E12-C248-A63A-BDDBCB6DC276}"/>
                </a:ext>
              </a:extLst>
            </p:cNvPr>
            <p:cNvSpPr>
              <a:spLocks noEditPoints="1"/>
            </p:cNvSpPr>
            <p:nvPr/>
          </p:nvSpPr>
          <p:spPr bwMode="auto">
            <a:xfrm>
              <a:off x="6753" y="774"/>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3" name="Freeform 67">
              <a:extLst>
                <a:ext uri="{FF2B5EF4-FFF2-40B4-BE49-F238E27FC236}">
                  <a16:creationId xmlns:a16="http://schemas.microsoft.com/office/drawing/2014/main" id="{FA66DBB2-838B-4C4A-BA40-168FEF07086F}"/>
                </a:ext>
              </a:extLst>
            </p:cNvPr>
            <p:cNvSpPr>
              <a:spLocks noEditPoints="1"/>
            </p:cNvSpPr>
            <p:nvPr/>
          </p:nvSpPr>
          <p:spPr bwMode="auto">
            <a:xfrm>
              <a:off x="6859" y="687"/>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4" name="Freeform 68">
              <a:extLst>
                <a:ext uri="{FF2B5EF4-FFF2-40B4-BE49-F238E27FC236}">
                  <a16:creationId xmlns:a16="http://schemas.microsoft.com/office/drawing/2014/main" id="{93019F76-8284-AF42-815A-EE8C56616EEB}"/>
                </a:ext>
              </a:extLst>
            </p:cNvPr>
            <p:cNvSpPr>
              <a:spLocks noEditPoints="1"/>
            </p:cNvSpPr>
            <p:nvPr/>
          </p:nvSpPr>
          <p:spPr bwMode="auto">
            <a:xfrm>
              <a:off x="6966" y="722"/>
              <a:ext cx="53"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5" name="Freeform 69">
              <a:extLst>
                <a:ext uri="{FF2B5EF4-FFF2-40B4-BE49-F238E27FC236}">
                  <a16:creationId xmlns:a16="http://schemas.microsoft.com/office/drawing/2014/main" id="{994737E9-AB00-4844-A2D9-029280879396}"/>
                </a:ext>
              </a:extLst>
            </p:cNvPr>
            <p:cNvSpPr>
              <a:spLocks noEditPoints="1"/>
            </p:cNvSpPr>
            <p:nvPr/>
          </p:nvSpPr>
          <p:spPr bwMode="auto">
            <a:xfrm>
              <a:off x="7072" y="600"/>
              <a:ext cx="54" cy="52"/>
            </a:xfrm>
            <a:custGeom>
              <a:avLst/>
              <a:gdLst>
                <a:gd name="T0" fmla="*/ 18 w 36"/>
                <a:gd name="T1" fmla="*/ 36 h 36"/>
                <a:gd name="T2" fmla="*/ 0 w 36"/>
                <a:gd name="T3" fmla="*/ 18 h 36"/>
                <a:gd name="T4" fmla="*/ 18 w 36"/>
                <a:gd name="T5" fmla="*/ 0 h 36"/>
                <a:gd name="T6" fmla="*/ 36 w 36"/>
                <a:gd name="T7" fmla="*/ 18 h 36"/>
                <a:gd name="T8" fmla="*/ 18 w 36"/>
                <a:gd name="T9" fmla="*/ 36 h 36"/>
                <a:gd name="T10" fmla="*/ 18 w 36"/>
                <a:gd name="T11" fmla="*/ 12 h 36"/>
                <a:gd name="T12" fmla="*/ 12 w 36"/>
                <a:gd name="T13" fmla="*/ 18 h 36"/>
                <a:gd name="T14" fmla="*/ 18 w 36"/>
                <a:gd name="T15" fmla="*/ 24 h 36"/>
                <a:gd name="T16" fmla="*/ 24 w 36"/>
                <a:gd name="T17" fmla="*/ 18 h 36"/>
                <a:gd name="T18" fmla="*/ 18 w 36"/>
                <a:gd name="T19" fmla="*/ 1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6">
                  <a:moveTo>
                    <a:pt x="18" y="36"/>
                  </a:moveTo>
                  <a:cubicBezTo>
                    <a:pt x="8" y="36"/>
                    <a:pt x="0" y="28"/>
                    <a:pt x="0" y="18"/>
                  </a:cubicBezTo>
                  <a:cubicBezTo>
                    <a:pt x="0" y="9"/>
                    <a:pt x="8" y="0"/>
                    <a:pt x="18" y="0"/>
                  </a:cubicBezTo>
                  <a:cubicBezTo>
                    <a:pt x="28" y="0"/>
                    <a:pt x="36" y="9"/>
                    <a:pt x="36" y="18"/>
                  </a:cubicBezTo>
                  <a:cubicBezTo>
                    <a:pt x="36" y="28"/>
                    <a:pt x="28" y="36"/>
                    <a:pt x="18" y="36"/>
                  </a:cubicBezTo>
                  <a:close/>
                  <a:moveTo>
                    <a:pt x="18" y="12"/>
                  </a:moveTo>
                  <a:cubicBezTo>
                    <a:pt x="14" y="12"/>
                    <a:pt x="12" y="15"/>
                    <a:pt x="12" y="18"/>
                  </a:cubicBezTo>
                  <a:cubicBezTo>
                    <a:pt x="12" y="22"/>
                    <a:pt x="14" y="24"/>
                    <a:pt x="18" y="24"/>
                  </a:cubicBezTo>
                  <a:cubicBezTo>
                    <a:pt x="21" y="24"/>
                    <a:pt x="24" y="22"/>
                    <a:pt x="24" y="18"/>
                  </a:cubicBezTo>
                  <a:cubicBezTo>
                    <a:pt x="24" y="15"/>
                    <a:pt x="21" y="12"/>
                    <a:pt x="1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6" name="Freeform 70">
              <a:extLst>
                <a:ext uri="{FF2B5EF4-FFF2-40B4-BE49-F238E27FC236}">
                  <a16:creationId xmlns:a16="http://schemas.microsoft.com/office/drawing/2014/main" id="{31011639-86D2-1945-816C-1890494209C3}"/>
                </a:ext>
              </a:extLst>
            </p:cNvPr>
            <p:cNvSpPr>
              <a:spLocks/>
            </p:cNvSpPr>
            <p:nvPr/>
          </p:nvSpPr>
          <p:spPr bwMode="auto">
            <a:xfrm>
              <a:off x="6782" y="714"/>
              <a:ext cx="99" cy="84"/>
            </a:xfrm>
            <a:custGeom>
              <a:avLst/>
              <a:gdLst>
                <a:gd name="T0" fmla="*/ 7 w 67"/>
                <a:gd name="T1" fmla="*/ 58 h 58"/>
                <a:gd name="T2" fmla="*/ 2 w 67"/>
                <a:gd name="T3" fmla="*/ 56 h 58"/>
                <a:gd name="T4" fmla="*/ 3 w 67"/>
                <a:gd name="T5" fmla="*/ 47 h 58"/>
                <a:gd name="T6" fmla="*/ 57 w 67"/>
                <a:gd name="T7" fmla="*/ 3 h 58"/>
                <a:gd name="T8" fmla="*/ 65 w 67"/>
                <a:gd name="T9" fmla="*/ 3 h 58"/>
                <a:gd name="T10" fmla="*/ 64 w 67"/>
                <a:gd name="T11" fmla="*/ 12 h 58"/>
                <a:gd name="T12" fmla="*/ 11 w 67"/>
                <a:gd name="T13" fmla="*/ 56 h 58"/>
                <a:gd name="T14" fmla="*/ 7 w 67"/>
                <a:gd name="T15" fmla="*/ 58 h 5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7" h="58">
                  <a:moveTo>
                    <a:pt x="7" y="58"/>
                  </a:moveTo>
                  <a:cubicBezTo>
                    <a:pt x="5" y="58"/>
                    <a:pt x="3" y="57"/>
                    <a:pt x="2" y="56"/>
                  </a:cubicBezTo>
                  <a:cubicBezTo>
                    <a:pt x="0" y="53"/>
                    <a:pt x="0" y="49"/>
                    <a:pt x="3" y="47"/>
                  </a:cubicBezTo>
                  <a:cubicBezTo>
                    <a:pt x="57" y="3"/>
                    <a:pt x="57" y="3"/>
                    <a:pt x="57" y="3"/>
                  </a:cubicBezTo>
                  <a:cubicBezTo>
                    <a:pt x="59" y="0"/>
                    <a:pt x="63" y="1"/>
                    <a:pt x="65" y="3"/>
                  </a:cubicBezTo>
                  <a:cubicBezTo>
                    <a:pt x="67" y="6"/>
                    <a:pt x="67" y="10"/>
                    <a:pt x="64" y="12"/>
                  </a:cubicBezTo>
                  <a:cubicBezTo>
                    <a:pt x="11" y="56"/>
                    <a:pt x="11" y="56"/>
                    <a:pt x="11" y="56"/>
                  </a:cubicBezTo>
                  <a:cubicBezTo>
                    <a:pt x="10" y="57"/>
                    <a:pt x="8" y="58"/>
                    <a:pt x="7"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7" name="Freeform 71">
              <a:extLst>
                <a:ext uri="{FF2B5EF4-FFF2-40B4-BE49-F238E27FC236}">
                  <a16:creationId xmlns:a16="http://schemas.microsoft.com/office/drawing/2014/main" id="{351419A5-CCB8-0F4A-A9D8-85EBBC43D894}"/>
                </a:ext>
              </a:extLst>
            </p:cNvPr>
            <p:cNvSpPr>
              <a:spLocks/>
            </p:cNvSpPr>
            <p:nvPr/>
          </p:nvSpPr>
          <p:spPr bwMode="auto">
            <a:xfrm>
              <a:off x="6892" y="708"/>
              <a:ext cx="93" cy="44"/>
            </a:xfrm>
            <a:custGeom>
              <a:avLst/>
              <a:gdLst>
                <a:gd name="T0" fmla="*/ 57 w 63"/>
                <a:gd name="T1" fmla="*/ 30 h 30"/>
                <a:gd name="T2" fmla="*/ 55 w 63"/>
                <a:gd name="T3" fmla="*/ 29 h 30"/>
                <a:gd name="T4" fmla="*/ 5 w 63"/>
                <a:gd name="T5" fmla="*/ 13 h 30"/>
                <a:gd name="T6" fmla="*/ 1 w 63"/>
                <a:gd name="T7" fmla="*/ 5 h 30"/>
                <a:gd name="T8" fmla="*/ 9 w 63"/>
                <a:gd name="T9" fmla="*/ 2 h 30"/>
                <a:gd name="T10" fmla="*/ 58 w 63"/>
                <a:gd name="T11" fmla="*/ 18 h 30"/>
                <a:gd name="T12" fmla="*/ 62 w 63"/>
                <a:gd name="T13" fmla="*/ 26 h 30"/>
                <a:gd name="T14" fmla="*/ 57 w 63"/>
                <a:gd name="T15" fmla="*/ 30 h 3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3" h="30">
                  <a:moveTo>
                    <a:pt x="57" y="30"/>
                  </a:moveTo>
                  <a:cubicBezTo>
                    <a:pt x="56" y="30"/>
                    <a:pt x="55" y="30"/>
                    <a:pt x="55" y="29"/>
                  </a:cubicBezTo>
                  <a:cubicBezTo>
                    <a:pt x="5" y="13"/>
                    <a:pt x="5" y="13"/>
                    <a:pt x="5" y="13"/>
                  </a:cubicBezTo>
                  <a:cubicBezTo>
                    <a:pt x="2" y="12"/>
                    <a:pt x="0" y="8"/>
                    <a:pt x="1" y="5"/>
                  </a:cubicBezTo>
                  <a:cubicBezTo>
                    <a:pt x="2" y="2"/>
                    <a:pt x="6" y="0"/>
                    <a:pt x="9" y="2"/>
                  </a:cubicBezTo>
                  <a:cubicBezTo>
                    <a:pt x="58" y="18"/>
                    <a:pt x="58" y="18"/>
                    <a:pt x="58" y="18"/>
                  </a:cubicBezTo>
                  <a:cubicBezTo>
                    <a:pt x="62" y="19"/>
                    <a:pt x="63" y="23"/>
                    <a:pt x="62" y="26"/>
                  </a:cubicBezTo>
                  <a:cubicBezTo>
                    <a:pt x="61" y="28"/>
                    <a:pt x="59" y="30"/>
                    <a:pt x="5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8" name="Freeform 72">
              <a:extLst>
                <a:ext uri="{FF2B5EF4-FFF2-40B4-BE49-F238E27FC236}">
                  <a16:creationId xmlns:a16="http://schemas.microsoft.com/office/drawing/2014/main" id="{E9D27936-5D5D-614F-8C1C-7B1D6C8F53BC}"/>
                </a:ext>
              </a:extLst>
            </p:cNvPr>
            <p:cNvSpPr>
              <a:spLocks/>
            </p:cNvSpPr>
            <p:nvPr/>
          </p:nvSpPr>
          <p:spPr bwMode="auto">
            <a:xfrm>
              <a:off x="6994" y="630"/>
              <a:ext cx="103" cy="113"/>
            </a:xfrm>
            <a:custGeom>
              <a:avLst/>
              <a:gdLst>
                <a:gd name="T0" fmla="*/ 6 w 70"/>
                <a:gd name="T1" fmla="*/ 78 h 78"/>
                <a:gd name="T2" fmla="*/ 3 w 70"/>
                <a:gd name="T3" fmla="*/ 77 h 78"/>
                <a:gd name="T4" fmla="*/ 2 w 70"/>
                <a:gd name="T5" fmla="*/ 68 h 78"/>
                <a:gd name="T6" fmla="*/ 58 w 70"/>
                <a:gd name="T7" fmla="*/ 3 h 78"/>
                <a:gd name="T8" fmla="*/ 67 w 70"/>
                <a:gd name="T9" fmla="*/ 2 h 78"/>
                <a:gd name="T10" fmla="*/ 67 w 70"/>
                <a:gd name="T11" fmla="*/ 10 h 78"/>
                <a:gd name="T12" fmla="*/ 11 w 70"/>
                <a:gd name="T13" fmla="*/ 76 h 78"/>
                <a:gd name="T14" fmla="*/ 6 w 70"/>
                <a:gd name="T15" fmla="*/ 78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0" h="78">
                  <a:moveTo>
                    <a:pt x="6" y="78"/>
                  </a:moveTo>
                  <a:cubicBezTo>
                    <a:pt x="5" y="78"/>
                    <a:pt x="4" y="78"/>
                    <a:pt x="3" y="77"/>
                  </a:cubicBezTo>
                  <a:cubicBezTo>
                    <a:pt x="0" y="75"/>
                    <a:pt x="0" y="71"/>
                    <a:pt x="2" y="68"/>
                  </a:cubicBezTo>
                  <a:cubicBezTo>
                    <a:pt x="58" y="3"/>
                    <a:pt x="58" y="3"/>
                    <a:pt x="58" y="3"/>
                  </a:cubicBezTo>
                  <a:cubicBezTo>
                    <a:pt x="60" y="0"/>
                    <a:pt x="64" y="0"/>
                    <a:pt x="67" y="2"/>
                  </a:cubicBezTo>
                  <a:cubicBezTo>
                    <a:pt x="69" y="4"/>
                    <a:pt x="70" y="8"/>
                    <a:pt x="67" y="10"/>
                  </a:cubicBezTo>
                  <a:cubicBezTo>
                    <a:pt x="11" y="76"/>
                    <a:pt x="11" y="76"/>
                    <a:pt x="11" y="76"/>
                  </a:cubicBezTo>
                  <a:cubicBezTo>
                    <a:pt x="10" y="78"/>
                    <a:pt x="8" y="78"/>
                    <a:pt x="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169" name="Group 147">
            <a:extLst>
              <a:ext uri="{FF2B5EF4-FFF2-40B4-BE49-F238E27FC236}">
                <a16:creationId xmlns:a16="http://schemas.microsoft.com/office/drawing/2014/main" id="{1A45C7C7-247A-8046-A96E-AD1F982C8EF8}"/>
              </a:ext>
            </a:extLst>
          </p:cNvPr>
          <p:cNvGrpSpPr>
            <a:grpSpLocks noChangeAspect="1"/>
          </p:cNvGrpSpPr>
          <p:nvPr userDrawn="1"/>
        </p:nvGrpSpPr>
        <p:grpSpPr bwMode="auto">
          <a:xfrm>
            <a:off x="4602982" y="4317934"/>
            <a:ext cx="492991" cy="480291"/>
            <a:chOff x="4660" y="3155"/>
            <a:chExt cx="427" cy="416"/>
          </a:xfrm>
          <a:solidFill>
            <a:schemeClr val="accent1"/>
          </a:solidFill>
        </p:grpSpPr>
        <p:sp>
          <p:nvSpPr>
            <p:cNvPr id="170" name="Freeform 148">
              <a:extLst>
                <a:ext uri="{FF2B5EF4-FFF2-40B4-BE49-F238E27FC236}">
                  <a16:creationId xmlns:a16="http://schemas.microsoft.com/office/drawing/2014/main" id="{8E8C409B-9E97-C84A-B9D3-A35AAE508CE2}"/>
                </a:ext>
              </a:extLst>
            </p:cNvPr>
            <p:cNvSpPr>
              <a:spLocks/>
            </p:cNvSpPr>
            <p:nvPr/>
          </p:nvSpPr>
          <p:spPr bwMode="auto">
            <a:xfrm>
              <a:off x="4952" y="3213"/>
              <a:ext cx="75" cy="72"/>
            </a:xfrm>
            <a:custGeom>
              <a:avLst/>
              <a:gdLst>
                <a:gd name="T0" fmla="*/ 7 w 51"/>
                <a:gd name="T1" fmla="*/ 50 h 50"/>
                <a:gd name="T2" fmla="*/ 3 w 51"/>
                <a:gd name="T3" fmla="*/ 48 h 50"/>
                <a:gd name="T4" fmla="*/ 3 w 51"/>
                <a:gd name="T5" fmla="*/ 40 h 50"/>
                <a:gd name="T6" fmla="*/ 40 w 51"/>
                <a:gd name="T7" fmla="*/ 3 h 50"/>
                <a:gd name="T8" fmla="*/ 49 w 51"/>
                <a:gd name="T9" fmla="*/ 3 h 50"/>
                <a:gd name="T10" fmla="*/ 49 w 51"/>
                <a:gd name="T11" fmla="*/ 11 h 50"/>
                <a:gd name="T12" fmla="*/ 11 w 51"/>
                <a:gd name="T13" fmla="*/ 48 h 50"/>
                <a:gd name="T14" fmla="*/ 7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7" y="50"/>
                  </a:moveTo>
                  <a:cubicBezTo>
                    <a:pt x="6" y="50"/>
                    <a:pt x="4" y="49"/>
                    <a:pt x="3" y="48"/>
                  </a:cubicBezTo>
                  <a:cubicBezTo>
                    <a:pt x="0" y="46"/>
                    <a:pt x="0" y="42"/>
                    <a:pt x="3" y="40"/>
                  </a:cubicBezTo>
                  <a:cubicBezTo>
                    <a:pt x="40" y="3"/>
                    <a:pt x="40" y="3"/>
                    <a:pt x="40" y="3"/>
                  </a:cubicBezTo>
                  <a:cubicBezTo>
                    <a:pt x="42" y="0"/>
                    <a:pt x="46" y="0"/>
                    <a:pt x="49" y="3"/>
                  </a:cubicBezTo>
                  <a:cubicBezTo>
                    <a:pt x="51" y="5"/>
                    <a:pt x="51" y="9"/>
                    <a:pt x="49" y="11"/>
                  </a:cubicBezTo>
                  <a:cubicBezTo>
                    <a:pt x="11" y="48"/>
                    <a:pt x="11" y="48"/>
                    <a:pt x="11" y="48"/>
                  </a:cubicBezTo>
                  <a:cubicBezTo>
                    <a:pt x="10" y="49"/>
                    <a:pt x="9" y="50"/>
                    <a:pt x="7"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1" name="Freeform 149">
              <a:extLst>
                <a:ext uri="{FF2B5EF4-FFF2-40B4-BE49-F238E27FC236}">
                  <a16:creationId xmlns:a16="http://schemas.microsoft.com/office/drawing/2014/main" id="{DA0B5ECD-870E-4848-9CD3-F2A48AAED96F}"/>
                </a:ext>
              </a:extLst>
            </p:cNvPr>
            <p:cNvSpPr>
              <a:spLocks noEditPoints="1"/>
            </p:cNvSpPr>
            <p:nvPr/>
          </p:nvSpPr>
          <p:spPr bwMode="auto">
            <a:xfrm>
              <a:off x="4998"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2" name="Freeform 150">
              <a:extLst>
                <a:ext uri="{FF2B5EF4-FFF2-40B4-BE49-F238E27FC236}">
                  <a16:creationId xmlns:a16="http://schemas.microsoft.com/office/drawing/2014/main" id="{F35591AC-ECAA-6A44-8F99-819ED52E6DAB}"/>
                </a:ext>
              </a:extLst>
            </p:cNvPr>
            <p:cNvSpPr>
              <a:spLocks/>
            </p:cNvSpPr>
            <p:nvPr/>
          </p:nvSpPr>
          <p:spPr bwMode="auto">
            <a:xfrm>
              <a:off x="4970" y="3457"/>
              <a:ext cx="57" cy="55"/>
            </a:xfrm>
            <a:custGeom>
              <a:avLst/>
              <a:gdLst>
                <a:gd name="T0" fmla="*/ 32 w 39"/>
                <a:gd name="T1" fmla="*/ 38 h 38"/>
                <a:gd name="T2" fmla="*/ 28 w 39"/>
                <a:gd name="T3" fmla="*/ 36 h 38"/>
                <a:gd name="T4" fmla="*/ 2 w 39"/>
                <a:gd name="T5" fmla="*/ 11 h 38"/>
                <a:gd name="T6" fmla="*/ 2 w 39"/>
                <a:gd name="T7" fmla="*/ 2 h 38"/>
                <a:gd name="T8" fmla="*/ 11 w 39"/>
                <a:gd name="T9" fmla="*/ 2 h 38"/>
                <a:gd name="T10" fmla="*/ 36 w 39"/>
                <a:gd name="T11" fmla="*/ 28 h 38"/>
                <a:gd name="T12" fmla="*/ 36 w 39"/>
                <a:gd name="T13" fmla="*/ 36 h 38"/>
                <a:gd name="T14" fmla="*/ 32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32" y="38"/>
                  </a:moveTo>
                  <a:cubicBezTo>
                    <a:pt x="30" y="38"/>
                    <a:pt x="29" y="37"/>
                    <a:pt x="28" y="36"/>
                  </a:cubicBezTo>
                  <a:cubicBezTo>
                    <a:pt x="2" y="11"/>
                    <a:pt x="2" y="11"/>
                    <a:pt x="2" y="11"/>
                  </a:cubicBezTo>
                  <a:cubicBezTo>
                    <a:pt x="0" y="8"/>
                    <a:pt x="0" y="4"/>
                    <a:pt x="2" y="2"/>
                  </a:cubicBezTo>
                  <a:cubicBezTo>
                    <a:pt x="5" y="0"/>
                    <a:pt x="8" y="0"/>
                    <a:pt x="11" y="2"/>
                  </a:cubicBezTo>
                  <a:cubicBezTo>
                    <a:pt x="36" y="28"/>
                    <a:pt x="36" y="28"/>
                    <a:pt x="36" y="28"/>
                  </a:cubicBezTo>
                  <a:cubicBezTo>
                    <a:pt x="39" y="30"/>
                    <a:pt x="39" y="34"/>
                    <a:pt x="36" y="36"/>
                  </a:cubicBezTo>
                  <a:cubicBezTo>
                    <a:pt x="35" y="37"/>
                    <a:pt x="33" y="38"/>
                    <a:pt x="32"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3" name="Freeform 151">
              <a:extLst>
                <a:ext uri="{FF2B5EF4-FFF2-40B4-BE49-F238E27FC236}">
                  <a16:creationId xmlns:a16="http://schemas.microsoft.com/office/drawing/2014/main" id="{7C40EEF9-FCC2-A541-B120-A45140879919}"/>
                </a:ext>
              </a:extLst>
            </p:cNvPr>
            <p:cNvSpPr>
              <a:spLocks noEditPoints="1"/>
            </p:cNvSpPr>
            <p:nvPr/>
          </p:nvSpPr>
          <p:spPr bwMode="auto">
            <a:xfrm>
              <a:off x="4998"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4" name="Freeform 152">
              <a:extLst>
                <a:ext uri="{FF2B5EF4-FFF2-40B4-BE49-F238E27FC236}">
                  <a16:creationId xmlns:a16="http://schemas.microsoft.com/office/drawing/2014/main" id="{A9892F93-4546-3D4E-B74D-759D573B708D}"/>
                </a:ext>
              </a:extLst>
            </p:cNvPr>
            <p:cNvSpPr>
              <a:spLocks/>
            </p:cNvSpPr>
            <p:nvPr/>
          </p:nvSpPr>
          <p:spPr bwMode="auto">
            <a:xfrm>
              <a:off x="4720" y="3213"/>
              <a:ext cx="75" cy="72"/>
            </a:xfrm>
            <a:custGeom>
              <a:avLst/>
              <a:gdLst>
                <a:gd name="T0" fmla="*/ 44 w 51"/>
                <a:gd name="T1" fmla="*/ 50 h 50"/>
                <a:gd name="T2" fmla="*/ 40 w 51"/>
                <a:gd name="T3" fmla="*/ 48 h 50"/>
                <a:gd name="T4" fmla="*/ 3 w 51"/>
                <a:gd name="T5" fmla="*/ 11 h 50"/>
                <a:gd name="T6" fmla="*/ 2 w 51"/>
                <a:gd name="T7" fmla="*/ 3 h 50"/>
                <a:gd name="T8" fmla="*/ 11 w 51"/>
                <a:gd name="T9" fmla="*/ 3 h 50"/>
                <a:gd name="T10" fmla="*/ 48 w 51"/>
                <a:gd name="T11" fmla="*/ 40 h 50"/>
                <a:gd name="T12" fmla="*/ 48 w 51"/>
                <a:gd name="T13" fmla="*/ 48 h 50"/>
                <a:gd name="T14" fmla="*/ 44 w 51"/>
                <a:gd name="T15" fmla="*/ 50 h 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0">
                  <a:moveTo>
                    <a:pt x="44" y="50"/>
                  </a:moveTo>
                  <a:cubicBezTo>
                    <a:pt x="43" y="50"/>
                    <a:pt x="41" y="49"/>
                    <a:pt x="40" y="48"/>
                  </a:cubicBezTo>
                  <a:cubicBezTo>
                    <a:pt x="3" y="11"/>
                    <a:pt x="3" y="11"/>
                    <a:pt x="3" y="11"/>
                  </a:cubicBezTo>
                  <a:cubicBezTo>
                    <a:pt x="0" y="9"/>
                    <a:pt x="0" y="5"/>
                    <a:pt x="2" y="3"/>
                  </a:cubicBezTo>
                  <a:cubicBezTo>
                    <a:pt x="5" y="0"/>
                    <a:pt x="9" y="0"/>
                    <a:pt x="11" y="3"/>
                  </a:cubicBezTo>
                  <a:cubicBezTo>
                    <a:pt x="48" y="40"/>
                    <a:pt x="48" y="40"/>
                    <a:pt x="48" y="40"/>
                  </a:cubicBezTo>
                  <a:cubicBezTo>
                    <a:pt x="51" y="42"/>
                    <a:pt x="51" y="46"/>
                    <a:pt x="48" y="48"/>
                  </a:cubicBezTo>
                  <a:cubicBezTo>
                    <a:pt x="47" y="49"/>
                    <a:pt x="46" y="50"/>
                    <a:pt x="44" y="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5" name="Freeform 153">
              <a:extLst>
                <a:ext uri="{FF2B5EF4-FFF2-40B4-BE49-F238E27FC236}">
                  <a16:creationId xmlns:a16="http://schemas.microsoft.com/office/drawing/2014/main" id="{FC0B3E8E-2558-BE41-ADEB-7D5023F6BD96}"/>
                </a:ext>
              </a:extLst>
            </p:cNvPr>
            <p:cNvSpPr>
              <a:spLocks noEditPoints="1"/>
            </p:cNvSpPr>
            <p:nvPr/>
          </p:nvSpPr>
          <p:spPr bwMode="auto">
            <a:xfrm>
              <a:off x="4660" y="3155"/>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6" name="Freeform 154">
              <a:extLst>
                <a:ext uri="{FF2B5EF4-FFF2-40B4-BE49-F238E27FC236}">
                  <a16:creationId xmlns:a16="http://schemas.microsoft.com/office/drawing/2014/main" id="{AF5CD9F4-8D4C-B94E-A070-7BA0E2494A4C}"/>
                </a:ext>
              </a:extLst>
            </p:cNvPr>
            <p:cNvSpPr>
              <a:spLocks/>
            </p:cNvSpPr>
            <p:nvPr/>
          </p:nvSpPr>
          <p:spPr bwMode="auto">
            <a:xfrm>
              <a:off x="4721" y="3457"/>
              <a:ext cx="56" cy="55"/>
            </a:xfrm>
            <a:custGeom>
              <a:avLst/>
              <a:gdLst>
                <a:gd name="T0" fmla="*/ 6 w 38"/>
                <a:gd name="T1" fmla="*/ 38 h 38"/>
                <a:gd name="T2" fmla="*/ 2 w 38"/>
                <a:gd name="T3" fmla="*/ 36 h 38"/>
                <a:gd name="T4" fmla="*/ 2 w 38"/>
                <a:gd name="T5" fmla="*/ 28 h 38"/>
                <a:gd name="T6" fmla="*/ 27 w 38"/>
                <a:gd name="T7" fmla="*/ 2 h 38"/>
                <a:gd name="T8" fmla="*/ 36 w 38"/>
                <a:gd name="T9" fmla="*/ 2 h 38"/>
                <a:gd name="T10" fmla="*/ 36 w 38"/>
                <a:gd name="T11" fmla="*/ 11 h 38"/>
                <a:gd name="T12" fmla="*/ 10 w 38"/>
                <a:gd name="T13" fmla="*/ 36 h 38"/>
                <a:gd name="T14" fmla="*/ 6 w 38"/>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6" y="38"/>
                  </a:moveTo>
                  <a:cubicBezTo>
                    <a:pt x="5" y="38"/>
                    <a:pt x="3" y="37"/>
                    <a:pt x="2" y="36"/>
                  </a:cubicBezTo>
                  <a:cubicBezTo>
                    <a:pt x="0" y="34"/>
                    <a:pt x="0" y="30"/>
                    <a:pt x="2" y="28"/>
                  </a:cubicBezTo>
                  <a:cubicBezTo>
                    <a:pt x="27" y="2"/>
                    <a:pt x="27" y="2"/>
                    <a:pt x="27" y="2"/>
                  </a:cubicBezTo>
                  <a:cubicBezTo>
                    <a:pt x="30" y="0"/>
                    <a:pt x="33" y="0"/>
                    <a:pt x="36" y="2"/>
                  </a:cubicBezTo>
                  <a:cubicBezTo>
                    <a:pt x="38" y="4"/>
                    <a:pt x="38" y="8"/>
                    <a:pt x="36" y="11"/>
                  </a:cubicBezTo>
                  <a:cubicBezTo>
                    <a:pt x="10" y="36"/>
                    <a:pt x="10" y="36"/>
                    <a:pt x="10" y="36"/>
                  </a:cubicBezTo>
                  <a:cubicBezTo>
                    <a:pt x="9" y="37"/>
                    <a:pt x="8" y="38"/>
                    <a:pt x="6"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7" name="Freeform 155">
              <a:extLst>
                <a:ext uri="{FF2B5EF4-FFF2-40B4-BE49-F238E27FC236}">
                  <a16:creationId xmlns:a16="http://schemas.microsoft.com/office/drawing/2014/main" id="{B1B15CB0-A7E5-BC4F-A0BC-F0DE234CCD0C}"/>
                </a:ext>
              </a:extLst>
            </p:cNvPr>
            <p:cNvSpPr>
              <a:spLocks noEditPoints="1"/>
            </p:cNvSpPr>
            <p:nvPr/>
          </p:nvSpPr>
          <p:spPr bwMode="auto">
            <a:xfrm>
              <a:off x="4660" y="3485"/>
              <a:ext cx="89" cy="86"/>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8" name="Freeform 156">
              <a:extLst>
                <a:ext uri="{FF2B5EF4-FFF2-40B4-BE49-F238E27FC236}">
                  <a16:creationId xmlns:a16="http://schemas.microsoft.com/office/drawing/2014/main" id="{67AB54EA-1D00-BA41-A554-14265C9BADB6}"/>
                </a:ext>
              </a:extLst>
            </p:cNvPr>
            <p:cNvSpPr>
              <a:spLocks/>
            </p:cNvSpPr>
            <p:nvPr/>
          </p:nvSpPr>
          <p:spPr bwMode="auto">
            <a:xfrm>
              <a:off x="4944" y="3346"/>
              <a:ext cx="72"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79" name="Freeform 157">
              <a:extLst>
                <a:ext uri="{FF2B5EF4-FFF2-40B4-BE49-F238E27FC236}">
                  <a16:creationId xmlns:a16="http://schemas.microsoft.com/office/drawing/2014/main" id="{7CFDB85D-494A-024F-86F2-B6983F221C93}"/>
                </a:ext>
              </a:extLst>
            </p:cNvPr>
            <p:cNvSpPr>
              <a:spLocks noEditPoints="1"/>
            </p:cNvSpPr>
            <p:nvPr/>
          </p:nvSpPr>
          <p:spPr bwMode="auto">
            <a:xfrm>
              <a:off x="4998"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0" name="Freeform 158">
              <a:extLst>
                <a:ext uri="{FF2B5EF4-FFF2-40B4-BE49-F238E27FC236}">
                  <a16:creationId xmlns:a16="http://schemas.microsoft.com/office/drawing/2014/main" id="{29B1044C-E2D2-6641-83C4-F6039E8C3EAB}"/>
                </a:ext>
              </a:extLst>
            </p:cNvPr>
            <p:cNvSpPr>
              <a:spLocks/>
            </p:cNvSpPr>
            <p:nvPr/>
          </p:nvSpPr>
          <p:spPr bwMode="auto">
            <a:xfrm>
              <a:off x="4731" y="3346"/>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2"/>
                    <a:pt x="3" y="0"/>
                    <a:pt x="6" y="0"/>
                  </a:cubicBezTo>
                  <a:cubicBezTo>
                    <a:pt x="42" y="0"/>
                    <a:pt x="42" y="0"/>
                    <a:pt x="42" y="0"/>
                  </a:cubicBezTo>
                  <a:cubicBezTo>
                    <a:pt x="45" y="0"/>
                    <a:pt x="48" y="2"/>
                    <a:pt x="48" y="6"/>
                  </a:cubicBezTo>
                  <a:cubicBezTo>
                    <a:pt x="48" y="9"/>
                    <a:pt x="45"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1" name="Freeform 159">
              <a:extLst>
                <a:ext uri="{FF2B5EF4-FFF2-40B4-BE49-F238E27FC236}">
                  <a16:creationId xmlns:a16="http://schemas.microsoft.com/office/drawing/2014/main" id="{D04495BF-6265-7A4F-9624-AF37EE9A7BE3}"/>
                </a:ext>
              </a:extLst>
            </p:cNvPr>
            <p:cNvSpPr>
              <a:spLocks noEditPoints="1"/>
            </p:cNvSpPr>
            <p:nvPr/>
          </p:nvSpPr>
          <p:spPr bwMode="auto">
            <a:xfrm>
              <a:off x="4660" y="3311"/>
              <a:ext cx="89" cy="87"/>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4" y="60"/>
                    <a:pt x="0" y="46"/>
                    <a:pt x="0" y="30"/>
                  </a:cubicBezTo>
                  <a:cubicBezTo>
                    <a:pt x="0" y="13"/>
                    <a:pt x="14" y="0"/>
                    <a:pt x="30" y="0"/>
                  </a:cubicBezTo>
                  <a:cubicBezTo>
                    <a:pt x="47" y="0"/>
                    <a:pt x="60" y="13"/>
                    <a:pt x="60" y="30"/>
                  </a:cubicBezTo>
                  <a:cubicBezTo>
                    <a:pt x="60" y="46"/>
                    <a:pt x="47"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2" name="Oval 160">
              <a:extLst>
                <a:ext uri="{FF2B5EF4-FFF2-40B4-BE49-F238E27FC236}">
                  <a16:creationId xmlns:a16="http://schemas.microsoft.com/office/drawing/2014/main" id="{0DCD1D92-34C0-2940-9188-97E05488F343}"/>
                </a:ext>
              </a:extLst>
            </p:cNvPr>
            <p:cNvSpPr>
              <a:spLocks noChangeArrowheads="1"/>
            </p:cNvSpPr>
            <p:nvPr/>
          </p:nvSpPr>
          <p:spPr bwMode="auto">
            <a:xfrm>
              <a:off x="4850" y="3434"/>
              <a:ext cx="29" cy="2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83" name="Freeform 161">
              <a:extLst>
                <a:ext uri="{FF2B5EF4-FFF2-40B4-BE49-F238E27FC236}">
                  <a16:creationId xmlns:a16="http://schemas.microsoft.com/office/drawing/2014/main" id="{7619177A-DB0B-F247-9FF6-F0476A03D96B}"/>
                </a:ext>
              </a:extLst>
            </p:cNvPr>
            <p:cNvSpPr>
              <a:spLocks/>
            </p:cNvSpPr>
            <p:nvPr/>
          </p:nvSpPr>
          <p:spPr bwMode="auto">
            <a:xfrm>
              <a:off x="4811" y="3275"/>
              <a:ext cx="107" cy="146"/>
            </a:xfrm>
            <a:custGeom>
              <a:avLst/>
              <a:gdLst>
                <a:gd name="T0" fmla="*/ 36 w 72"/>
                <a:gd name="T1" fmla="*/ 101 h 101"/>
                <a:gd name="T2" fmla="*/ 30 w 72"/>
                <a:gd name="T3" fmla="*/ 95 h 101"/>
                <a:gd name="T4" fmla="*/ 30 w 72"/>
                <a:gd name="T5" fmla="*/ 65 h 101"/>
                <a:gd name="T6" fmla="*/ 36 w 72"/>
                <a:gd name="T7" fmla="*/ 59 h 101"/>
                <a:gd name="T8" fmla="*/ 60 w 72"/>
                <a:gd name="T9" fmla="*/ 36 h 101"/>
                <a:gd name="T10" fmla="*/ 36 w 72"/>
                <a:gd name="T11" fmla="*/ 12 h 101"/>
                <a:gd name="T12" fmla="*/ 12 w 72"/>
                <a:gd name="T13" fmla="*/ 36 h 101"/>
                <a:gd name="T14" fmla="*/ 6 w 72"/>
                <a:gd name="T15" fmla="*/ 42 h 101"/>
                <a:gd name="T16" fmla="*/ 0 w 72"/>
                <a:gd name="T17" fmla="*/ 36 h 101"/>
                <a:gd name="T18" fmla="*/ 36 w 72"/>
                <a:gd name="T19" fmla="*/ 0 h 101"/>
                <a:gd name="T20" fmla="*/ 72 w 72"/>
                <a:gd name="T21" fmla="*/ 36 h 101"/>
                <a:gd name="T22" fmla="*/ 42 w 72"/>
                <a:gd name="T23" fmla="*/ 71 h 101"/>
                <a:gd name="T24" fmla="*/ 42 w 72"/>
                <a:gd name="T25" fmla="*/ 95 h 101"/>
                <a:gd name="T26" fmla="*/ 36 w 72"/>
                <a:gd name="T27" fmla="*/ 10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2" h="101">
                  <a:moveTo>
                    <a:pt x="36" y="101"/>
                  </a:moveTo>
                  <a:cubicBezTo>
                    <a:pt x="33" y="101"/>
                    <a:pt x="30" y="99"/>
                    <a:pt x="30" y="95"/>
                  </a:cubicBezTo>
                  <a:cubicBezTo>
                    <a:pt x="30" y="65"/>
                    <a:pt x="30" y="65"/>
                    <a:pt x="30" y="65"/>
                  </a:cubicBezTo>
                  <a:cubicBezTo>
                    <a:pt x="30" y="62"/>
                    <a:pt x="33" y="59"/>
                    <a:pt x="36" y="59"/>
                  </a:cubicBezTo>
                  <a:cubicBezTo>
                    <a:pt x="49" y="59"/>
                    <a:pt x="60" y="49"/>
                    <a:pt x="60" y="36"/>
                  </a:cubicBezTo>
                  <a:cubicBezTo>
                    <a:pt x="60" y="23"/>
                    <a:pt x="49" y="12"/>
                    <a:pt x="36" y="12"/>
                  </a:cubicBezTo>
                  <a:cubicBezTo>
                    <a:pt x="23" y="12"/>
                    <a:pt x="12" y="23"/>
                    <a:pt x="12" y="36"/>
                  </a:cubicBezTo>
                  <a:cubicBezTo>
                    <a:pt x="12" y="39"/>
                    <a:pt x="10" y="42"/>
                    <a:pt x="6" y="42"/>
                  </a:cubicBezTo>
                  <a:cubicBezTo>
                    <a:pt x="3" y="42"/>
                    <a:pt x="0" y="39"/>
                    <a:pt x="0" y="36"/>
                  </a:cubicBezTo>
                  <a:cubicBezTo>
                    <a:pt x="0" y="16"/>
                    <a:pt x="16" y="0"/>
                    <a:pt x="36" y="0"/>
                  </a:cubicBezTo>
                  <a:cubicBezTo>
                    <a:pt x="56" y="0"/>
                    <a:pt x="72" y="16"/>
                    <a:pt x="72" y="36"/>
                  </a:cubicBezTo>
                  <a:cubicBezTo>
                    <a:pt x="72" y="53"/>
                    <a:pt x="59" y="68"/>
                    <a:pt x="42" y="71"/>
                  </a:cubicBezTo>
                  <a:cubicBezTo>
                    <a:pt x="42" y="95"/>
                    <a:pt x="42" y="95"/>
                    <a:pt x="42" y="95"/>
                  </a:cubicBezTo>
                  <a:cubicBezTo>
                    <a:pt x="42" y="99"/>
                    <a:pt x="39" y="101"/>
                    <a:pt x="3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185" name="Group 98">
            <a:extLst>
              <a:ext uri="{FF2B5EF4-FFF2-40B4-BE49-F238E27FC236}">
                <a16:creationId xmlns:a16="http://schemas.microsoft.com/office/drawing/2014/main" id="{7C33E39D-1B8D-8E4E-9D4F-DA8DD65CA1F9}"/>
              </a:ext>
            </a:extLst>
          </p:cNvPr>
          <p:cNvGrpSpPr>
            <a:grpSpLocks noChangeAspect="1"/>
          </p:cNvGrpSpPr>
          <p:nvPr userDrawn="1"/>
        </p:nvGrpSpPr>
        <p:grpSpPr bwMode="auto">
          <a:xfrm>
            <a:off x="3323794" y="4324704"/>
            <a:ext cx="503382" cy="466750"/>
            <a:chOff x="348" y="3011"/>
            <a:chExt cx="426" cy="395"/>
          </a:xfrm>
          <a:solidFill>
            <a:schemeClr val="accent1"/>
          </a:solidFill>
        </p:grpSpPr>
        <p:sp>
          <p:nvSpPr>
            <p:cNvPr id="186" name="Freeform 99">
              <a:extLst>
                <a:ext uri="{FF2B5EF4-FFF2-40B4-BE49-F238E27FC236}">
                  <a16:creationId xmlns:a16="http://schemas.microsoft.com/office/drawing/2014/main" id="{AD8832E6-74B8-124A-AD34-263F9478BAD9}"/>
                </a:ext>
              </a:extLst>
            </p:cNvPr>
            <p:cNvSpPr>
              <a:spLocks noEditPoints="1"/>
            </p:cNvSpPr>
            <p:nvPr/>
          </p:nvSpPr>
          <p:spPr bwMode="auto">
            <a:xfrm>
              <a:off x="348" y="3011"/>
              <a:ext cx="426" cy="395"/>
            </a:xfrm>
            <a:custGeom>
              <a:avLst/>
              <a:gdLst>
                <a:gd name="T0" fmla="*/ 16 w 288"/>
                <a:gd name="T1" fmla="*/ 267 h 267"/>
                <a:gd name="T2" fmla="*/ 12 w 288"/>
                <a:gd name="T3" fmla="*/ 265 h 267"/>
                <a:gd name="T4" fmla="*/ 11 w 288"/>
                <a:gd name="T5" fmla="*/ 258 h 267"/>
                <a:gd name="T6" fmla="*/ 40 w 288"/>
                <a:gd name="T7" fmla="*/ 201 h 267"/>
                <a:gd name="T8" fmla="*/ 0 w 288"/>
                <a:gd name="T9" fmla="*/ 119 h 267"/>
                <a:gd name="T10" fmla="*/ 144 w 288"/>
                <a:gd name="T11" fmla="*/ 0 h 267"/>
                <a:gd name="T12" fmla="*/ 288 w 288"/>
                <a:gd name="T13" fmla="*/ 119 h 267"/>
                <a:gd name="T14" fmla="*/ 144 w 288"/>
                <a:gd name="T15" fmla="*/ 237 h 267"/>
                <a:gd name="T16" fmla="*/ 96 w 288"/>
                <a:gd name="T17" fmla="*/ 231 h 267"/>
                <a:gd name="T18" fmla="*/ 19 w 288"/>
                <a:gd name="T19" fmla="*/ 267 h 267"/>
                <a:gd name="T20" fmla="*/ 16 w 288"/>
                <a:gd name="T21" fmla="*/ 267 h 267"/>
                <a:gd name="T22" fmla="*/ 144 w 288"/>
                <a:gd name="T23" fmla="*/ 12 h 267"/>
                <a:gd name="T24" fmla="*/ 12 w 288"/>
                <a:gd name="T25" fmla="*/ 119 h 267"/>
                <a:gd name="T26" fmla="*/ 51 w 288"/>
                <a:gd name="T27" fmla="*/ 194 h 267"/>
                <a:gd name="T28" fmla="*/ 52 w 288"/>
                <a:gd name="T29" fmla="*/ 202 h 267"/>
                <a:gd name="T30" fmla="*/ 29 w 288"/>
                <a:gd name="T31" fmla="*/ 248 h 267"/>
                <a:gd name="T32" fmla="*/ 93 w 288"/>
                <a:gd name="T33" fmla="*/ 219 h 267"/>
                <a:gd name="T34" fmla="*/ 97 w 288"/>
                <a:gd name="T35" fmla="*/ 218 h 267"/>
                <a:gd name="T36" fmla="*/ 144 w 288"/>
                <a:gd name="T37" fmla="*/ 225 h 267"/>
                <a:gd name="T38" fmla="*/ 276 w 288"/>
                <a:gd name="T39" fmla="*/ 119 h 267"/>
                <a:gd name="T40" fmla="*/ 144 w 288"/>
                <a:gd name="T41" fmla="*/ 1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8" h="267">
                  <a:moveTo>
                    <a:pt x="16" y="267"/>
                  </a:moveTo>
                  <a:cubicBezTo>
                    <a:pt x="14" y="267"/>
                    <a:pt x="13" y="267"/>
                    <a:pt x="12" y="265"/>
                  </a:cubicBezTo>
                  <a:cubicBezTo>
                    <a:pt x="10" y="263"/>
                    <a:pt x="9" y="261"/>
                    <a:pt x="11" y="258"/>
                  </a:cubicBezTo>
                  <a:cubicBezTo>
                    <a:pt x="40" y="201"/>
                    <a:pt x="40" y="201"/>
                    <a:pt x="40" y="201"/>
                  </a:cubicBezTo>
                  <a:cubicBezTo>
                    <a:pt x="14" y="179"/>
                    <a:pt x="0" y="150"/>
                    <a:pt x="0" y="119"/>
                  </a:cubicBezTo>
                  <a:cubicBezTo>
                    <a:pt x="0" y="53"/>
                    <a:pt x="64" y="0"/>
                    <a:pt x="144" y="0"/>
                  </a:cubicBezTo>
                  <a:cubicBezTo>
                    <a:pt x="223" y="0"/>
                    <a:pt x="288" y="53"/>
                    <a:pt x="288" y="119"/>
                  </a:cubicBezTo>
                  <a:cubicBezTo>
                    <a:pt x="288" y="184"/>
                    <a:pt x="223" y="237"/>
                    <a:pt x="144" y="237"/>
                  </a:cubicBezTo>
                  <a:cubicBezTo>
                    <a:pt x="127" y="237"/>
                    <a:pt x="111" y="235"/>
                    <a:pt x="96" y="231"/>
                  </a:cubicBezTo>
                  <a:cubicBezTo>
                    <a:pt x="19" y="267"/>
                    <a:pt x="19" y="267"/>
                    <a:pt x="19" y="267"/>
                  </a:cubicBezTo>
                  <a:cubicBezTo>
                    <a:pt x="18" y="267"/>
                    <a:pt x="17" y="267"/>
                    <a:pt x="16" y="267"/>
                  </a:cubicBezTo>
                  <a:close/>
                  <a:moveTo>
                    <a:pt x="144" y="12"/>
                  </a:moveTo>
                  <a:cubicBezTo>
                    <a:pt x="71" y="12"/>
                    <a:pt x="12" y="60"/>
                    <a:pt x="12" y="119"/>
                  </a:cubicBezTo>
                  <a:cubicBezTo>
                    <a:pt x="12" y="147"/>
                    <a:pt x="26" y="174"/>
                    <a:pt x="51" y="194"/>
                  </a:cubicBezTo>
                  <a:cubicBezTo>
                    <a:pt x="53" y="196"/>
                    <a:pt x="54" y="199"/>
                    <a:pt x="52" y="202"/>
                  </a:cubicBezTo>
                  <a:cubicBezTo>
                    <a:pt x="29" y="248"/>
                    <a:pt x="29" y="248"/>
                    <a:pt x="29" y="248"/>
                  </a:cubicBezTo>
                  <a:cubicBezTo>
                    <a:pt x="93" y="219"/>
                    <a:pt x="93" y="219"/>
                    <a:pt x="93" y="219"/>
                  </a:cubicBezTo>
                  <a:cubicBezTo>
                    <a:pt x="94" y="218"/>
                    <a:pt x="96" y="218"/>
                    <a:pt x="97" y="218"/>
                  </a:cubicBezTo>
                  <a:cubicBezTo>
                    <a:pt x="112" y="223"/>
                    <a:pt x="128" y="225"/>
                    <a:pt x="144" y="225"/>
                  </a:cubicBezTo>
                  <a:cubicBezTo>
                    <a:pt x="216" y="225"/>
                    <a:pt x="276" y="178"/>
                    <a:pt x="276" y="119"/>
                  </a:cubicBezTo>
                  <a:cubicBezTo>
                    <a:pt x="276" y="60"/>
                    <a:pt x="216"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7" name="Freeform 100">
              <a:extLst>
                <a:ext uri="{FF2B5EF4-FFF2-40B4-BE49-F238E27FC236}">
                  <a16:creationId xmlns:a16="http://schemas.microsoft.com/office/drawing/2014/main" id="{8A44DBE0-E9B2-D848-B6E3-CCE472D440A2}"/>
                </a:ext>
              </a:extLst>
            </p:cNvPr>
            <p:cNvSpPr>
              <a:spLocks/>
            </p:cNvSpPr>
            <p:nvPr/>
          </p:nvSpPr>
          <p:spPr bwMode="auto">
            <a:xfrm>
              <a:off x="508" y="3092"/>
              <a:ext cx="124" cy="145"/>
            </a:xfrm>
            <a:custGeom>
              <a:avLst/>
              <a:gdLst>
                <a:gd name="T0" fmla="*/ 42 w 84"/>
                <a:gd name="T1" fmla="*/ 98 h 98"/>
                <a:gd name="T2" fmla="*/ 36 w 84"/>
                <a:gd name="T3" fmla="*/ 92 h 98"/>
                <a:gd name="T4" fmla="*/ 36 w 84"/>
                <a:gd name="T5" fmla="*/ 77 h 98"/>
                <a:gd name="T6" fmla="*/ 42 w 84"/>
                <a:gd name="T7" fmla="*/ 71 h 98"/>
                <a:gd name="T8" fmla="*/ 72 w 84"/>
                <a:gd name="T9" fmla="*/ 42 h 98"/>
                <a:gd name="T10" fmla="*/ 42 w 84"/>
                <a:gd name="T11" fmla="*/ 12 h 98"/>
                <a:gd name="T12" fmla="*/ 12 w 84"/>
                <a:gd name="T13" fmla="*/ 43 h 98"/>
                <a:gd name="T14" fmla="*/ 6 w 84"/>
                <a:gd name="T15" fmla="*/ 49 h 98"/>
                <a:gd name="T16" fmla="*/ 0 w 84"/>
                <a:gd name="T17" fmla="*/ 43 h 98"/>
                <a:gd name="T18" fmla="*/ 42 w 84"/>
                <a:gd name="T19" fmla="*/ 0 h 98"/>
                <a:gd name="T20" fmla="*/ 84 w 84"/>
                <a:gd name="T21" fmla="*/ 42 h 98"/>
                <a:gd name="T22" fmla="*/ 48 w 84"/>
                <a:gd name="T23" fmla="*/ 83 h 98"/>
                <a:gd name="T24" fmla="*/ 48 w 84"/>
                <a:gd name="T25" fmla="*/ 92 h 98"/>
                <a:gd name="T26" fmla="*/ 42 w 84"/>
                <a:gd name="T27" fmla="*/ 9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98">
                  <a:moveTo>
                    <a:pt x="42" y="98"/>
                  </a:moveTo>
                  <a:cubicBezTo>
                    <a:pt x="38" y="98"/>
                    <a:pt x="36" y="95"/>
                    <a:pt x="36" y="92"/>
                  </a:cubicBezTo>
                  <a:cubicBezTo>
                    <a:pt x="36" y="77"/>
                    <a:pt x="36" y="77"/>
                    <a:pt x="36" y="77"/>
                  </a:cubicBezTo>
                  <a:cubicBezTo>
                    <a:pt x="36" y="74"/>
                    <a:pt x="38" y="71"/>
                    <a:pt x="42" y="71"/>
                  </a:cubicBezTo>
                  <a:cubicBezTo>
                    <a:pt x="58" y="71"/>
                    <a:pt x="72" y="58"/>
                    <a:pt x="72" y="42"/>
                  </a:cubicBezTo>
                  <a:cubicBezTo>
                    <a:pt x="72" y="25"/>
                    <a:pt x="58" y="12"/>
                    <a:pt x="42" y="12"/>
                  </a:cubicBezTo>
                  <a:cubicBezTo>
                    <a:pt x="25" y="12"/>
                    <a:pt x="12" y="26"/>
                    <a:pt x="12" y="43"/>
                  </a:cubicBezTo>
                  <a:cubicBezTo>
                    <a:pt x="12" y="46"/>
                    <a:pt x="9" y="49"/>
                    <a:pt x="6" y="49"/>
                  </a:cubicBezTo>
                  <a:cubicBezTo>
                    <a:pt x="2" y="49"/>
                    <a:pt x="0" y="46"/>
                    <a:pt x="0" y="43"/>
                  </a:cubicBezTo>
                  <a:cubicBezTo>
                    <a:pt x="0" y="19"/>
                    <a:pt x="18" y="0"/>
                    <a:pt x="42" y="0"/>
                  </a:cubicBezTo>
                  <a:cubicBezTo>
                    <a:pt x="65" y="0"/>
                    <a:pt x="84" y="19"/>
                    <a:pt x="84" y="42"/>
                  </a:cubicBezTo>
                  <a:cubicBezTo>
                    <a:pt x="84" y="62"/>
                    <a:pt x="68" y="80"/>
                    <a:pt x="48" y="83"/>
                  </a:cubicBezTo>
                  <a:cubicBezTo>
                    <a:pt x="48" y="92"/>
                    <a:pt x="48" y="92"/>
                    <a:pt x="48" y="92"/>
                  </a:cubicBezTo>
                  <a:cubicBezTo>
                    <a:pt x="48" y="95"/>
                    <a:pt x="45" y="98"/>
                    <a:pt x="42" y="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88" name="Oval 101">
              <a:extLst>
                <a:ext uri="{FF2B5EF4-FFF2-40B4-BE49-F238E27FC236}">
                  <a16:creationId xmlns:a16="http://schemas.microsoft.com/office/drawing/2014/main" id="{AC4C9687-F04A-6D47-9FC0-46BA1393FC91}"/>
                </a:ext>
              </a:extLst>
            </p:cNvPr>
            <p:cNvSpPr>
              <a:spLocks noChangeArrowheads="1"/>
            </p:cNvSpPr>
            <p:nvPr/>
          </p:nvSpPr>
          <p:spPr bwMode="auto">
            <a:xfrm>
              <a:off x="552" y="3250"/>
              <a:ext cx="36" cy="3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189" name="Group 133">
            <a:extLst>
              <a:ext uri="{FF2B5EF4-FFF2-40B4-BE49-F238E27FC236}">
                <a16:creationId xmlns:a16="http://schemas.microsoft.com/office/drawing/2014/main" id="{E59F227F-CDAA-2645-BBA5-7162A1A03A93}"/>
              </a:ext>
            </a:extLst>
          </p:cNvPr>
          <p:cNvGrpSpPr>
            <a:grpSpLocks noChangeAspect="1"/>
          </p:cNvGrpSpPr>
          <p:nvPr userDrawn="1"/>
        </p:nvGrpSpPr>
        <p:grpSpPr bwMode="auto">
          <a:xfrm>
            <a:off x="769996" y="4304038"/>
            <a:ext cx="508082" cy="508082"/>
            <a:chOff x="5508" y="2995"/>
            <a:chExt cx="427" cy="427"/>
          </a:xfrm>
          <a:solidFill>
            <a:schemeClr val="accent1"/>
          </a:solidFill>
        </p:grpSpPr>
        <p:sp>
          <p:nvSpPr>
            <p:cNvPr id="190" name="Freeform 134">
              <a:extLst>
                <a:ext uri="{FF2B5EF4-FFF2-40B4-BE49-F238E27FC236}">
                  <a16:creationId xmlns:a16="http://schemas.microsoft.com/office/drawing/2014/main" id="{B7172BEF-887A-9048-B469-007E20F8BE58}"/>
                </a:ext>
              </a:extLst>
            </p:cNvPr>
            <p:cNvSpPr>
              <a:spLocks/>
            </p:cNvSpPr>
            <p:nvPr/>
          </p:nvSpPr>
          <p:spPr bwMode="auto">
            <a:xfrm>
              <a:off x="5650" y="2995"/>
              <a:ext cx="285" cy="249"/>
            </a:xfrm>
            <a:custGeom>
              <a:avLst/>
              <a:gdLst>
                <a:gd name="T0" fmla="*/ 90 w 192"/>
                <a:gd name="T1" fmla="*/ 168 h 168"/>
                <a:gd name="T2" fmla="*/ 87 w 192"/>
                <a:gd name="T3" fmla="*/ 168 h 168"/>
                <a:gd name="T4" fmla="*/ 84 w 192"/>
                <a:gd name="T5" fmla="*/ 162 h 168"/>
                <a:gd name="T6" fmla="*/ 84 w 192"/>
                <a:gd name="T7" fmla="*/ 120 h 168"/>
                <a:gd name="T8" fmla="*/ 72 w 192"/>
                <a:gd name="T9" fmla="*/ 120 h 168"/>
                <a:gd name="T10" fmla="*/ 72 w 192"/>
                <a:gd name="T11" fmla="*/ 108 h 168"/>
                <a:gd name="T12" fmla="*/ 90 w 192"/>
                <a:gd name="T13" fmla="*/ 108 h 168"/>
                <a:gd name="T14" fmla="*/ 96 w 192"/>
                <a:gd name="T15" fmla="*/ 114 h 168"/>
                <a:gd name="T16" fmla="*/ 96 w 192"/>
                <a:gd name="T17" fmla="*/ 148 h 168"/>
                <a:gd name="T18" fmla="*/ 138 w 192"/>
                <a:gd name="T19" fmla="*/ 110 h 168"/>
                <a:gd name="T20" fmla="*/ 142 w 192"/>
                <a:gd name="T21" fmla="*/ 108 h 168"/>
                <a:gd name="T22" fmla="*/ 180 w 192"/>
                <a:gd name="T23" fmla="*/ 108 h 168"/>
                <a:gd name="T24" fmla="*/ 180 w 192"/>
                <a:gd name="T25" fmla="*/ 12 h 168"/>
                <a:gd name="T26" fmla="*/ 12 w 192"/>
                <a:gd name="T27" fmla="*/ 12 h 168"/>
                <a:gd name="T28" fmla="*/ 12 w 192"/>
                <a:gd name="T29" fmla="*/ 54 h 168"/>
                <a:gd name="T30" fmla="*/ 0 w 192"/>
                <a:gd name="T31" fmla="*/ 54 h 168"/>
                <a:gd name="T32" fmla="*/ 0 w 192"/>
                <a:gd name="T33" fmla="*/ 6 h 168"/>
                <a:gd name="T34" fmla="*/ 6 w 192"/>
                <a:gd name="T35" fmla="*/ 0 h 168"/>
                <a:gd name="T36" fmla="*/ 186 w 192"/>
                <a:gd name="T37" fmla="*/ 0 h 168"/>
                <a:gd name="T38" fmla="*/ 192 w 192"/>
                <a:gd name="T39" fmla="*/ 6 h 168"/>
                <a:gd name="T40" fmla="*/ 192 w 192"/>
                <a:gd name="T41" fmla="*/ 114 h 168"/>
                <a:gd name="T42" fmla="*/ 186 w 192"/>
                <a:gd name="T43" fmla="*/ 120 h 168"/>
                <a:gd name="T44" fmla="*/ 144 w 192"/>
                <a:gd name="T45" fmla="*/ 120 h 168"/>
                <a:gd name="T46" fmla="*/ 94 w 192"/>
                <a:gd name="T47" fmla="*/ 166 h 168"/>
                <a:gd name="T48" fmla="*/ 90 w 192"/>
                <a:gd name="T49" fmla="*/ 16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2" h="168">
                  <a:moveTo>
                    <a:pt x="90" y="168"/>
                  </a:moveTo>
                  <a:cubicBezTo>
                    <a:pt x="89" y="168"/>
                    <a:pt x="88" y="168"/>
                    <a:pt x="87" y="168"/>
                  </a:cubicBezTo>
                  <a:cubicBezTo>
                    <a:pt x="85" y="167"/>
                    <a:pt x="84" y="164"/>
                    <a:pt x="84" y="162"/>
                  </a:cubicBezTo>
                  <a:cubicBezTo>
                    <a:pt x="84" y="120"/>
                    <a:pt x="84" y="120"/>
                    <a:pt x="84" y="120"/>
                  </a:cubicBezTo>
                  <a:cubicBezTo>
                    <a:pt x="72" y="120"/>
                    <a:pt x="72" y="120"/>
                    <a:pt x="72" y="120"/>
                  </a:cubicBezTo>
                  <a:cubicBezTo>
                    <a:pt x="72" y="108"/>
                    <a:pt x="72" y="108"/>
                    <a:pt x="72" y="108"/>
                  </a:cubicBezTo>
                  <a:cubicBezTo>
                    <a:pt x="90" y="108"/>
                    <a:pt x="90" y="108"/>
                    <a:pt x="90" y="108"/>
                  </a:cubicBezTo>
                  <a:cubicBezTo>
                    <a:pt x="93" y="108"/>
                    <a:pt x="96" y="111"/>
                    <a:pt x="96" y="114"/>
                  </a:cubicBezTo>
                  <a:cubicBezTo>
                    <a:pt x="96" y="148"/>
                    <a:pt x="96" y="148"/>
                    <a:pt x="96" y="148"/>
                  </a:cubicBezTo>
                  <a:cubicBezTo>
                    <a:pt x="138" y="110"/>
                    <a:pt x="138" y="110"/>
                    <a:pt x="138" y="110"/>
                  </a:cubicBezTo>
                  <a:cubicBezTo>
                    <a:pt x="139" y="109"/>
                    <a:pt x="140" y="108"/>
                    <a:pt x="142" y="108"/>
                  </a:cubicBezTo>
                  <a:cubicBezTo>
                    <a:pt x="180" y="108"/>
                    <a:pt x="180" y="108"/>
                    <a:pt x="180" y="108"/>
                  </a:cubicBezTo>
                  <a:cubicBezTo>
                    <a:pt x="180" y="12"/>
                    <a:pt x="180" y="12"/>
                    <a:pt x="180" y="12"/>
                  </a:cubicBezTo>
                  <a:cubicBezTo>
                    <a:pt x="12" y="12"/>
                    <a:pt x="12" y="12"/>
                    <a:pt x="12" y="12"/>
                  </a:cubicBezTo>
                  <a:cubicBezTo>
                    <a:pt x="12" y="54"/>
                    <a:pt x="12" y="54"/>
                    <a:pt x="12" y="54"/>
                  </a:cubicBezTo>
                  <a:cubicBezTo>
                    <a:pt x="0" y="54"/>
                    <a:pt x="0" y="54"/>
                    <a:pt x="0" y="54"/>
                  </a:cubicBezTo>
                  <a:cubicBezTo>
                    <a:pt x="0" y="6"/>
                    <a:pt x="0" y="6"/>
                    <a:pt x="0" y="6"/>
                  </a:cubicBezTo>
                  <a:cubicBezTo>
                    <a:pt x="0" y="3"/>
                    <a:pt x="3" y="0"/>
                    <a:pt x="6" y="0"/>
                  </a:cubicBezTo>
                  <a:cubicBezTo>
                    <a:pt x="186" y="0"/>
                    <a:pt x="186" y="0"/>
                    <a:pt x="186" y="0"/>
                  </a:cubicBezTo>
                  <a:cubicBezTo>
                    <a:pt x="189" y="0"/>
                    <a:pt x="192" y="3"/>
                    <a:pt x="192" y="6"/>
                  </a:cubicBezTo>
                  <a:cubicBezTo>
                    <a:pt x="192" y="114"/>
                    <a:pt x="192" y="114"/>
                    <a:pt x="192" y="114"/>
                  </a:cubicBezTo>
                  <a:cubicBezTo>
                    <a:pt x="192" y="117"/>
                    <a:pt x="189" y="120"/>
                    <a:pt x="186" y="120"/>
                  </a:cubicBezTo>
                  <a:cubicBezTo>
                    <a:pt x="144" y="120"/>
                    <a:pt x="144" y="120"/>
                    <a:pt x="144" y="120"/>
                  </a:cubicBezTo>
                  <a:cubicBezTo>
                    <a:pt x="94" y="166"/>
                    <a:pt x="94" y="166"/>
                    <a:pt x="94" y="166"/>
                  </a:cubicBezTo>
                  <a:cubicBezTo>
                    <a:pt x="93" y="167"/>
                    <a:pt x="91" y="168"/>
                    <a:pt x="90" y="16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1" name="Rectangle 135">
              <a:extLst>
                <a:ext uri="{FF2B5EF4-FFF2-40B4-BE49-F238E27FC236}">
                  <a16:creationId xmlns:a16="http://schemas.microsoft.com/office/drawing/2014/main" id="{1FB3B654-0FC6-174C-A116-B31706E9D7D9}"/>
                </a:ext>
              </a:extLst>
            </p:cNvPr>
            <p:cNvSpPr>
              <a:spLocks noChangeArrowheads="1"/>
            </p:cNvSpPr>
            <p:nvPr/>
          </p:nvSpPr>
          <p:spPr bwMode="auto">
            <a:xfrm>
              <a:off x="5846"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2" name="Rectangle 136">
              <a:extLst>
                <a:ext uri="{FF2B5EF4-FFF2-40B4-BE49-F238E27FC236}">
                  <a16:creationId xmlns:a16="http://schemas.microsoft.com/office/drawing/2014/main" id="{9946ABE7-23E6-9B4E-B0D7-4ECCCED32AED}"/>
                </a:ext>
              </a:extLst>
            </p:cNvPr>
            <p:cNvSpPr>
              <a:spLocks noChangeArrowheads="1"/>
            </p:cNvSpPr>
            <p:nvPr/>
          </p:nvSpPr>
          <p:spPr bwMode="auto">
            <a:xfrm>
              <a:off x="5793" y="3084"/>
              <a:ext cx="17"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3" name="Rectangle 137">
              <a:extLst>
                <a:ext uri="{FF2B5EF4-FFF2-40B4-BE49-F238E27FC236}">
                  <a16:creationId xmlns:a16="http://schemas.microsoft.com/office/drawing/2014/main" id="{39F0F16D-8FEF-344E-AADA-A92E5B937DBD}"/>
                </a:ext>
              </a:extLst>
            </p:cNvPr>
            <p:cNvSpPr>
              <a:spLocks noChangeArrowheads="1"/>
            </p:cNvSpPr>
            <p:nvPr/>
          </p:nvSpPr>
          <p:spPr bwMode="auto">
            <a:xfrm>
              <a:off x="5739" y="3084"/>
              <a:ext cx="18"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194" name="Freeform 138">
              <a:extLst>
                <a:ext uri="{FF2B5EF4-FFF2-40B4-BE49-F238E27FC236}">
                  <a16:creationId xmlns:a16="http://schemas.microsoft.com/office/drawing/2014/main" id="{FDA36911-8FD6-754B-8C4F-BF81FB3448D3}"/>
                </a:ext>
              </a:extLst>
            </p:cNvPr>
            <p:cNvSpPr>
              <a:spLocks noEditPoints="1"/>
            </p:cNvSpPr>
            <p:nvPr/>
          </p:nvSpPr>
          <p:spPr bwMode="auto">
            <a:xfrm>
              <a:off x="5508" y="3120"/>
              <a:ext cx="285" cy="302"/>
            </a:xfrm>
            <a:custGeom>
              <a:avLst/>
              <a:gdLst>
                <a:gd name="T0" fmla="*/ 186 w 192"/>
                <a:gd name="T1" fmla="*/ 204 h 204"/>
                <a:gd name="T2" fmla="*/ 6 w 192"/>
                <a:gd name="T3" fmla="*/ 204 h 204"/>
                <a:gd name="T4" fmla="*/ 0 w 192"/>
                <a:gd name="T5" fmla="*/ 198 h 204"/>
                <a:gd name="T6" fmla="*/ 0 w 192"/>
                <a:gd name="T7" fmla="*/ 168 h 204"/>
                <a:gd name="T8" fmla="*/ 25 w 192"/>
                <a:gd name="T9" fmla="*/ 147 h 204"/>
                <a:gd name="T10" fmla="*/ 66 w 192"/>
                <a:gd name="T11" fmla="*/ 128 h 204"/>
                <a:gd name="T12" fmla="*/ 66 w 192"/>
                <a:gd name="T13" fmla="*/ 111 h 204"/>
                <a:gd name="T14" fmla="*/ 54 w 192"/>
                <a:gd name="T15" fmla="*/ 83 h 204"/>
                <a:gd name="T16" fmla="*/ 45 w 192"/>
                <a:gd name="T17" fmla="*/ 66 h 204"/>
                <a:gd name="T18" fmla="*/ 52 w 192"/>
                <a:gd name="T19" fmla="*/ 50 h 204"/>
                <a:gd name="T20" fmla="*/ 49 w 192"/>
                <a:gd name="T21" fmla="*/ 22 h 204"/>
                <a:gd name="T22" fmla="*/ 61 w 192"/>
                <a:gd name="T23" fmla="*/ 18 h 204"/>
                <a:gd name="T24" fmla="*/ 101 w 192"/>
                <a:gd name="T25" fmla="*/ 0 h 204"/>
                <a:gd name="T26" fmla="*/ 142 w 192"/>
                <a:gd name="T27" fmla="*/ 23 h 204"/>
                <a:gd name="T28" fmla="*/ 139 w 192"/>
                <a:gd name="T29" fmla="*/ 51 h 204"/>
                <a:gd name="T30" fmla="*/ 142 w 192"/>
                <a:gd name="T31" fmla="*/ 54 h 204"/>
                <a:gd name="T32" fmla="*/ 144 w 192"/>
                <a:gd name="T33" fmla="*/ 65 h 204"/>
                <a:gd name="T34" fmla="*/ 137 w 192"/>
                <a:gd name="T35" fmla="*/ 82 h 204"/>
                <a:gd name="T36" fmla="*/ 126 w 192"/>
                <a:gd name="T37" fmla="*/ 111 h 204"/>
                <a:gd name="T38" fmla="*/ 126 w 192"/>
                <a:gd name="T39" fmla="*/ 128 h 204"/>
                <a:gd name="T40" fmla="*/ 167 w 192"/>
                <a:gd name="T41" fmla="*/ 147 h 204"/>
                <a:gd name="T42" fmla="*/ 192 w 192"/>
                <a:gd name="T43" fmla="*/ 168 h 204"/>
                <a:gd name="T44" fmla="*/ 192 w 192"/>
                <a:gd name="T45" fmla="*/ 198 h 204"/>
                <a:gd name="T46" fmla="*/ 186 w 192"/>
                <a:gd name="T47" fmla="*/ 204 h 204"/>
                <a:gd name="T48" fmla="*/ 12 w 192"/>
                <a:gd name="T49" fmla="*/ 192 h 204"/>
                <a:gd name="T50" fmla="*/ 180 w 192"/>
                <a:gd name="T51" fmla="*/ 192 h 204"/>
                <a:gd name="T52" fmla="*/ 180 w 192"/>
                <a:gd name="T53" fmla="*/ 169 h 204"/>
                <a:gd name="T54" fmla="*/ 118 w 192"/>
                <a:gd name="T55" fmla="*/ 138 h 204"/>
                <a:gd name="T56" fmla="*/ 114 w 192"/>
                <a:gd name="T57" fmla="*/ 132 h 204"/>
                <a:gd name="T58" fmla="*/ 114 w 192"/>
                <a:gd name="T59" fmla="*/ 108 h 204"/>
                <a:gd name="T60" fmla="*/ 118 w 192"/>
                <a:gd name="T61" fmla="*/ 102 h 204"/>
                <a:gd name="T62" fmla="*/ 118 w 192"/>
                <a:gd name="T63" fmla="*/ 102 h 204"/>
                <a:gd name="T64" fmla="*/ 125 w 192"/>
                <a:gd name="T65" fmla="*/ 78 h 204"/>
                <a:gd name="T66" fmla="*/ 130 w 192"/>
                <a:gd name="T67" fmla="*/ 72 h 204"/>
                <a:gd name="T68" fmla="*/ 132 w 192"/>
                <a:gd name="T69" fmla="*/ 61 h 204"/>
                <a:gd name="T70" fmla="*/ 131 w 192"/>
                <a:gd name="T71" fmla="*/ 60 h 204"/>
                <a:gd name="T72" fmla="*/ 125 w 192"/>
                <a:gd name="T73" fmla="*/ 54 h 204"/>
                <a:gd name="T74" fmla="*/ 127 w 192"/>
                <a:gd name="T75" fmla="*/ 48 h 204"/>
                <a:gd name="T76" fmla="*/ 130 w 192"/>
                <a:gd name="T77" fmla="*/ 25 h 204"/>
                <a:gd name="T78" fmla="*/ 101 w 192"/>
                <a:gd name="T79" fmla="*/ 12 h 204"/>
                <a:gd name="T80" fmla="*/ 71 w 192"/>
                <a:gd name="T81" fmla="*/ 25 h 204"/>
                <a:gd name="T82" fmla="*/ 64 w 192"/>
                <a:gd name="T83" fmla="*/ 30 h 204"/>
                <a:gd name="T84" fmla="*/ 58 w 192"/>
                <a:gd name="T85" fmla="*/ 30 h 204"/>
                <a:gd name="T86" fmla="*/ 63 w 192"/>
                <a:gd name="T87" fmla="*/ 46 h 204"/>
                <a:gd name="T88" fmla="*/ 66 w 192"/>
                <a:gd name="T89" fmla="*/ 54 h 204"/>
                <a:gd name="T90" fmla="*/ 60 w 192"/>
                <a:gd name="T91" fmla="*/ 60 h 204"/>
                <a:gd name="T92" fmla="*/ 57 w 192"/>
                <a:gd name="T93" fmla="*/ 66 h 204"/>
                <a:gd name="T94" fmla="*/ 60 w 192"/>
                <a:gd name="T95" fmla="*/ 72 h 204"/>
                <a:gd name="T96" fmla="*/ 66 w 192"/>
                <a:gd name="T97" fmla="*/ 78 h 204"/>
                <a:gd name="T98" fmla="*/ 74 w 192"/>
                <a:gd name="T99" fmla="*/ 102 h 204"/>
                <a:gd name="T100" fmla="*/ 78 w 192"/>
                <a:gd name="T101" fmla="*/ 108 h 204"/>
                <a:gd name="T102" fmla="*/ 78 w 192"/>
                <a:gd name="T103" fmla="*/ 132 h 204"/>
                <a:gd name="T104" fmla="*/ 74 w 192"/>
                <a:gd name="T105" fmla="*/ 138 h 204"/>
                <a:gd name="T106" fmla="*/ 12 w 192"/>
                <a:gd name="T107" fmla="*/ 169 h 204"/>
                <a:gd name="T108" fmla="*/ 12 w 192"/>
                <a:gd name="T109" fmla="*/ 192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92" h="204">
                  <a:moveTo>
                    <a:pt x="186" y="204"/>
                  </a:moveTo>
                  <a:cubicBezTo>
                    <a:pt x="6" y="204"/>
                    <a:pt x="6" y="204"/>
                    <a:pt x="6" y="204"/>
                  </a:cubicBezTo>
                  <a:cubicBezTo>
                    <a:pt x="3" y="204"/>
                    <a:pt x="0" y="201"/>
                    <a:pt x="0" y="198"/>
                  </a:cubicBezTo>
                  <a:cubicBezTo>
                    <a:pt x="0" y="168"/>
                    <a:pt x="0" y="168"/>
                    <a:pt x="0" y="168"/>
                  </a:cubicBezTo>
                  <a:cubicBezTo>
                    <a:pt x="0" y="164"/>
                    <a:pt x="2" y="159"/>
                    <a:pt x="25" y="147"/>
                  </a:cubicBezTo>
                  <a:cubicBezTo>
                    <a:pt x="36" y="141"/>
                    <a:pt x="51" y="134"/>
                    <a:pt x="66" y="128"/>
                  </a:cubicBezTo>
                  <a:cubicBezTo>
                    <a:pt x="66" y="111"/>
                    <a:pt x="66" y="111"/>
                    <a:pt x="66" y="111"/>
                  </a:cubicBezTo>
                  <a:cubicBezTo>
                    <a:pt x="61" y="108"/>
                    <a:pt x="55" y="100"/>
                    <a:pt x="54" y="83"/>
                  </a:cubicBezTo>
                  <a:cubicBezTo>
                    <a:pt x="48" y="80"/>
                    <a:pt x="45" y="74"/>
                    <a:pt x="45" y="66"/>
                  </a:cubicBezTo>
                  <a:cubicBezTo>
                    <a:pt x="45" y="59"/>
                    <a:pt x="48" y="53"/>
                    <a:pt x="52" y="50"/>
                  </a:cubicBezTo>
                  <a:cubicBezTo>
                    <a:pt x="48" y="42"/>
                    <a:pt x="43" y="30"/>
                    <a:pt x="49" y="22"/>
                  </a:cubicBezTo>
                  <a:cubicBezTo>
                    <a:pt x="52" y="19"/>
                    <a:pt x="56" y="17"/>
                    <a:pt x="61" y="18"/>
                  </a:cubicBezTo>
                  <a:cubicBezTo>
                    <a:pt x="68" y="5"/>
                    <a:pt x="86" y="0"/>
                    <a:pt x="101" y="0"/>
                  </a:cubicBezTo>
                  <a:cubicBezTo>
                    <a:pt x="117" y="0"/>
                    <a:pt x="138" y="6"/>
                    <a:pt x="142" y="23"/>
                  </a:cubicBezTo>
                  <a:cubicBezTo>
                    <a:pt x="145" y="34"/>
                    <a:pt x="141" y="44"/>
                    <a:pt x="139" y="51"/>
                  </a:cubicBezTo>
                  <a:cubicBezTo>
                    <a:pt x="140" y="52"/>
                    <a:pt x="141" y="53"/>
                    <a:pt x="142" y="54"/>
                  </a:cubicBezTo>
                  <a:cubicBezTo>
                    <a:pt x="143" y="57"/>
                    <a:pt x="144" y="61"/>
                    <a:pt x="144" y="65"/>
                  </a:cubicBezTo>
                  <a:cubicBezTo>
                    <a:pt x="144" y="72"/>
                    <a:pt x="142" y="79"/>
                    <a:pt x="137" y="82"/>
                  </a:cubicBezTo>
                  <a:cubicBezTo>
                    <a:pt x="136" y="100"/>
                    <a:pt x="130" y="108"/>
                    <a:pt x="126" y="111"/>
                  </a:cubicBezTo>
                  <a:cubicBezTo>
                    <a:pt x="126" y="128"/>
                    <a:pt x="126" y="128"/>
                    <a:pt x="126" y="128"/>
                  </a:cubicBezTo>
                  <a:cubicBezTo>
                    <a:pt x="140" y="134"/>
                    <a:pt x="155" y="141"/>
                    <a:pt x="167" y="147"/>
                  </a:cubicBezTo>
                  <a:cubicBezTo>
                    <a:pt x="190" y="159"/>
                    <a:pt x="192" y="164"/>
                    <a:pt x="192" y="168"/>
                  </a:cubicBezTo>
                  <a:cubicBezTo>
                    <a:pt x="192" y="198"/>
                    <a:pt x="192" y="198"/>
                    <a:pt x="192" y="198"/>
                  </a:cubicBezTo>
                  <a:cubicBezTo>
                    <a:pt x="192" y="201"/>
                    <a:pt x="189" y="204"/>
                    <a:pt x="186" y="204"/>
                  </a:cubicBezTo>
                  <a:close/>
                  <a:moveTo>
                    <a:pt x="12" y="192"/>
                  </a:moveTo>
                  <a:cubicBezTo>
                    <a:pt x="180" y="192"/>
                    <a:pt x="180" y="192"/>
                    <a:pt x="180" y="192"/>
                  </a:cubicBezTo>
                  <a:cubicBezTo>
                    <a:pt x="180" y="169"/>
                    <a:pt x="180" y="169"/>
                    <a:pt x="180" y="169"/>
                  </a:cubicBezTo>
                  <a:cubicBezTo>
                    <a:pt x="175" y="164"/>
                    <a:pt x="149" y="150"/>
                    <a:pt x="118" y="138"/>
                  </a:cubicBezTo>
                  <a:cubicBezTo>
                    <a:pt x="115" y="137"/>
                    <a:pt x="114" y="134"/>
                    <a:pt x="114" y="132"/>
                  </a:cubicBezTo>
                  <a:cubicBezTo>
                    <a:pt x="114" y="108"/>
                    <a:pt x="114" y="108"/>
                    <a:pt x="114" y="108"/>
                  </a:cubicBezTo>
                  <a:cubicBezTo>
                    <a:pt x="114" y="106"/>
                    <a:pt x="115" y="103"/>
                    <a:pt x="118" y="102"/>
                  </a:cubicBezTo>
                  <a:cubicBezTo>
                    <a:pt x="118" y="102"/>
                    <a:pt x="118" y="102"/>
                    <a:pt x="118" y="102"/>
                  </a:cubicBezTo>
                  <a:cubicBezTo>
                    <a:pt x="118" y="102"/>
                    <a:pt x="125" y="98"/>
                    <a:pt x="125" y="78"/>
                  </a:cubicBezTo>
                  <a:cubicBezTo>
                    <a:pt x="125" y="75"/>
                    <a:pt x="127" y="72"/>
                    <a:pt x="130" y="72"/>
                  </a:cubicBezTo>
                  <a:cubicBezTo>
                    <a:pt x="132" y="71"/>
                    <a:pt x="133" y="65"/>
                    <a:pt x="132" y="61"/>
                  </a:cubicBezTo>
                  <a:cubicBezTo>
                    <a:pt x="131" y="60"/>
                    <a:pt x="131" y="60"/>
                    <a:pt x="131" y="60"/>
                  </a:cubicBezTo>
                  <a:cubicBezTo>
                    <a:pt x="127" y="60"/>
                    <a:pt x="125" y="57"/>
                    <a:pt x="125" y="54"/>
                  </a:cubicBezTo>
                  <a:cubicBezTo>
                    <a:pt x="125" y="52"/>
                    <a:pt x="125" y="51"/>
                    <a:pt x="127" y="48"/>
                  </a:cubicBezTo>
                  <a:cubicBezTo>
                    <a:pt x="129" y="43"/>
                    <a:pt x="133" y="34"/>
                    <a:pt x="130" y="25"/>
                  </a:cubicBezTo>
                  <a:cubicBezTo>
                    <a:pt x="128" y="17"/>
                    <a:pt x="114" y="12"/>
                    <a:pt x="101" y="12"/>
                  </a:cubicBezTo>
                  <a:cubicBezTo>
                    <a:pt x="87" y="12"/>
                    <a:pt x="73" y="17"/>
                    <a:pt x="71" y="25"/>
                  </a:cubicBezTo>
                  <a:cubicBezTo>
                    <a:pt x="70" y="29"/>
                    <a:pt x="67" y="31"/>
                    <a:pt x="64" y="30"/>
                  </a:cubicBezTo>
                  <a:cubicBezTo>
                    <a:pt x="60" y="29"/>
                    <a:pt x="58" y="30"/>
                    <a:pt x="58" y="30"/>
                  </a:cubicBezTo>
                  <a:cubicBezTo>
                    <a:pt x="58" y="31"/>
                    <a:pt x="58" y="35"/>
                    <a:pt x="63" y="46"/>
                  </a:cubicBezTo>
                  <a:cubicBezTo>
                    <a:pt x="65" y="50"/>
                    <a:pt x="66" y="52"/>
                    <a:pt x="66" y="54"/>
                  </a:cubicBezTo>
                  <a:cubicBezTo>
                    <a:pt x="66" y="57"/>
                    <a:pt x="63" y="60"/>
                    <a:pt x="60" y="60"/>
                  </a:cubicBezTo>
                  <a:cubicBezTo>
                    <a:pt x="58" y="60"/>
                    <a:pt x="57" y="64"/>
                    <a:pt x="57" y="66"/>
                  </a:cubicBezTo>
                  <a:cubicBezTo>
                    <a:pt x="57" y="69"/>
                    <a:pt x="58" y="72"/>
                    <a:pt x="60" y="72"/>
                  </a:cubicBezTo>
                  <a:cubicBezTo>
                    <a:pt x="63" y="72"/>
                    <a:pt x="66" y="75"/>
                    <a:pt x="66" y="78"/>
                  </a:cubicBezTo>
                  <a:cubicBezTo>
                    <a:pt x="66" y="98"/>
                    <a:pt x="74" y="102"/>
                    <a:pt x="74" y="102"/>
                  </a:cubicBezTo>
                  <a:cubicBezTo>
                    <a:pt x="76" y="103"/>
                    <a:pt x="78" y="105"/>
                    <a:pt x="78" y="108"/>
                  </a:cubicBezTo>
                  <a:cubicBezTo>
                    <a:pt x="78" y="132"/>
                    <a:pt x="78" y="132"/>
                    <a:pt x="78" y="132"/>
                  </a:cubicBezTo>
                  <a:cubicBezTo>
                    <a:pt x="78" y="134"/>
                    <a:pt x="76" y="137"/>
                    <a:pt x="74" y="138"/>
                  </a:cubicBezTo>
                  <a:cubicBezTo>
                    <a:pt x="43" y="150"/>
                    <a:pt x="16" y="164"/>
                    <a:pt x="12" y="169"/>
                  </a:cubicBezTo>
                  <a:lnTo>
                    <a:pt x="12" y="19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0" name="Group 128">
            <a:extLst>
              <a:ext uri="{FF2B5EF4-FFF2-40B4-BE49-F238E27FC236}">
                <a16:creationId xmlns:a16="http://schemas.microsoft.com/office/drawing/2014/main" id="{22F35C7D-7426-D643-BA01-1D590EC15894}"/>
              </a:ext>
            </a:extLst>
          </p:cNvPr>
          <p:cNvGrpSpPr>
            <a:grpSpLocks noChangeAspect="1"/>
          </p:cNvGrpSpPr>
          <p:nvPr userDrawn="1"/>
        </p:nvGrpSpPr>
        <p:grpSpPr bwMode="auto">
          <a:xfrm>
            <a:off x="2055661" y="4309988"/>
            <a:ext cx="506890" cy="496182"/>
            <a:chOff x="4478" y="2999"/>
            <a:chExt cx="426" cy="417"/>
          </a:xfrm>
          <a:solidFill>
            <a:schemeClr val="accent1"/>
          </a:solidFill>
        </p:grpSpPr>
        <p:sp>
          <p:nvSpPr>
            <p:cNvPr id="211" name="Freeform 129">
              <a:extLst>
                <a:ext uri="{FF2B5EF4-FFF2-40B4-BE49-F238E27FC236}">
                  <a16:creationId xmlns:a16="http://schemas.microsoft.com/office/drawing/2014/main" id="{EB8F390E-DD96-5545-9F4B-5D56F498E4C2}"/>
                </a:ext>
              </a:extLst>
            </p:cNvPr>
            <p:cNvSpPr>
              <a:spLocks/>
            </p:cNvSpPr>
            <p:nvPr/>
          </p:nvSpPr>
          <p:spPr bwMode="auto">
            <a:xfrm>
              <a:off x="4478" y="2999"/>
              <a:ext cx="320" cy="293"/>
            </a:xfrm>
            <a:custGeom>
              <a:avLst/>
              <a:gdLst>
                <a:gd name="T0" fmla="*/ 12 w 216"/>
                <a:gd name="T1" fmla="*/ 198 h 198"/>
                <a:gd name="T2" fmla="*/ 7 w 216"/>
                <a:gd name="T3" fmla="*/ 196 h 198"/>
                <a:gd name="T4" fmla="*/ 6 w 216"/>
                <a:gd name="T5" fmla="*/ 189 h 198"/>
                <a:gd name="T6" fmla="*/ 28 w 216"/>
                <a:gd name="T7" fmla="*/ 151 h 198"/>
                <a:gd name="T8" fmla="*/ 0 w 216"/>
                <a:gd name="T9" fmla="*/ 89 h 198"/>
                <a:gd name="T10" fmla="*/ 108 w 216"/>
                <a:gd name="T11" fmla="*/ 0 h 198"/>
                <a:gd name="T12" fmla="*/ 216 w 216"/>
                <a:gd name="T13" fmla="*/ 89 h 198"/>
                <a:gd name="T14" fmla="*/ 204 w 216"/>
                <a:gd name="T15" fmla="*/ 89 h 198"/>
                <a:gd name="T16" fmla="*/ 108 w 216"/>
                <a:gd name="T17" fmla="*/ 12 h 198"/>
                <a:gd name="T18" fmla="*/ 12 w 216"/>
                <a:gd name="T19" fmla="*/ 89 h 198"/>
                <a:gd name="T20" fmla="*/ 39 w 216"/>
                <a:gd name="T21" fmla="*/ 145 h 198"/>
                <a:gd name="T22" fmla="*/ 41 w 216"/>
                <a:gd name="T23" fmla="*/ 153 h 198"/>
                <a:gd name="T24" fmla="*/ 25 w 216"/>
                <a:gd name="T25" fmla="*/ 180 h 198"/>
                <a:gd name="T26" fmla="*/ 69 w 216"/>
                <a:gd name="T27" fmla="*/ 162 h 198"/>
                <a:gd name="T28" fmla="*/ 73 w 216"/>
                <a:gd name="T29" fmla="*/ 162 h 198"/>
                <a:gd name="T30" fmla="*/ 90 w 216"/>
                <a:gd name="T31" fmla="*/ 166 h 198"/>
                <a:gd name="T32" fmla="*/ 88 w 216"/>
                <a:gd name="T33" fmla="*/ 178 h 198"/>
                <a:gd name="T34" fmla="*/ 72 w 216"/>
                <a:gd name="T35" fmla="*/ 174 h 198"/>
                <a:gd name="T36" fmla="*/ 14 w 216"/>
                <a:gd name="T37" fmla="*/ 198 h 198"/>
                <a:gd name="T38" fmla="*/ 12 w 216"/>
                <a:gd name="T39" fmla="*/ 1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16" h="198">
                  <a:moveTo>
                    <a:pt x="12" y="198"/>
                  </a:moveTo>
                  <a:cubicBezTo>
                    <a:pt x="10" y="198"/>
                    <a:pt x="8" y="197"/>
                    <a:pt x="7" y="196"/>
                  </a:cubicBezTo>
                  <a:cubicBezTo>
                    <a:pt x="5" y="194"/>
                    <a:pt x="5" y="191"/>
                    <a:pt x="6" y="189"/>
                  </a:cubicBezTo>
                  <a:cubicBezTo>
                    <a:pt x="28" y="151"/>
                    <a:pt x="28" y="151"/>
                    <a:pt x="28" y="151"/>
                  </a:cubicBezTo>
                  <a:cubicBezTo>
                    <a:pt x="10" y="135"/>
                    <a:pt x="0" y="113"/>
                    <a:pt x="0" y="89"/>
                  </a:cubicBezTo>
                  <a:cubicBezTo>
                    <a:pt x="0" y="40"/>
                    <a:pt x="48" y="0"/>
                    <a:pt x="108" y="0"/>
                  </a:cubicBezTo>
                  <a:cubicBezTo>
                    <a:pt x="167" y="0"/>
                    <a:pt x="216" y="40"/>
                    <a:pt x="216" y="89"/>
                  </a:cubicBezTo>
                  <a:cubicBezTo>
                    <a:pt x="204" y="89"/>
                    <a:pt x="204" y="89"/>
                    <a:pt x="204" y="89"/>
                  </a:cubicBezTo>
                  <a:cubicBezTo>
                    <a:pt x="204" y="47"/>
                    <a:pt x="161" y="12"/>
                    <a:pt x="108" y="12"/>
                  </a:cubicBezTo>
                  <a:cubicBezTo>
                    <a:pt x="55" y="12"/>
                    <a:pt x="12" y="47"/>
                    <a:pt x="12" y="89"/>
                  </a:cubicBezTo>
                  <a:cubicBezTo>
                    <a:pt x="12" y="111"/>
                    <a:pt x="22" y="131"/>
                    <a:pt x="39" y="145"/>
                  </a:cubicBezTo>
                  <a:cubicBezTo>
                    <a:pt x="42" y="147"/>
                    <a:pt x="42" y="150"/>
                    <a:pt x="41" y="153"/>
                  </a:cubicBezTo>
                  <a:cubicBezTo>
                    <a:pt x="25" y="180"/>
                    <a:pt x="25" y="180"/>
                    <a:pt x="25" y="180"/>
                  </a:cubicBezTo>
                  <a:cubicBezTo>
                    <a:pt x="69" y="162"/>
                    <a:pt x="69" y="162"/>
                    <a:pt x="69" y="162"/>
                  </a:cubicBezTo>
                  <a:cubicBezTo>
                    <a:pt x="71" y="162"/>
                    <a:pt x="72" y="162"/>
                    <a:pt x="73" y="162"/>
                  </a:cubicBezTo>
                  <a:cubicBezTo>
                    <a:pt x="79" y="164"/>
                    <a:pt x="84" y="165"/>
                    <a:pt x="90" y="166"/>
                  </a:cubicBezTo>
                  <a:cubicBezTo>
                    <a:pt x="88" y="178"/>
                    <a:pt x="88" y="178"/>
                    <a:pt x="88" y="178"/>
                  </a:cubicBezTo>
                  <a:cubicBezTo>
                    <a:pt x="83" y="177"/>
                    <a:pt x="77" y="176"/>
                    <a:pt x="72" y="174"/>
                  </a:cubicBezTo>
                  <a:cubicBezTo>
                    <a:pt x="14" y="198"/>
                    <a:pt x="14" y="198"/>
                    <a:pt x="14" y="198"/>
                  </a:cubicBezTo>
                  <a:cubicBezTo>
                    <a:pt x="13" y="198"/>
                    <a:pt x="12" y="198"/>
                    <a:pt x="12"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12" name="Freeform 130">
              <a:extLst>
                <a:ext uri="{FF2B5EF4-FFF2-40B4-BE49-F238E27FC236}">
                  <a16:creationId xmlns:a16="http://schemas.microsoft.com/office/drawing/2014/main" id="{7E54516C-265B-F84F-9AC7-C2472BCC10ED}"/>
                </a:ext>
              </a:extLst>
            </p:cNvPr>
            <p:cNvSpPr>
              <a:spLocks noEditPoints="1"/>
            </p:cNvSpPr>
            <p:nvPr/>
          </p:nvSpPr>
          <p:spPr bwMode="auto">
            <a:xfrm>
              <a:off x="4638" y="3167"/>
              <a:ext cx="266" cy="249"/>
            </a:xfrm>
            <a:custGeom>
              <a:avLst/>
              <a:gdLst>
                <a:gd name="T0" fmla="*/ 168 w 180"/>
                <a:gd name="T1" fmla="*/ 168 h 168"/>
                <a:gd name="T2" fmla="*/ 166 w 180"/>
                <a:gd name="T3" fmla="*/ 168 h 168"/>
                <a:gd name="T4" fmla="*/ 120 w 180"/>
                <a:gd name="T5" fmla="*/ 151 h 168"/>
                <a:gd name="T6" fmla="*/ 37 w 180"/>
                <a:gd name="T7" fmla="*/ 143 h 168"/>
                <a:gd name="T8" fmla="*/ 0 w 180"/>
                <a:gd name="T9" fmla="*/ 78 h 168"/>
                <a:gd name="T10" fmla="*/ 90 w 180"/>
                <a:gd name="T11" fmla="*/ 0 h 168"/>
                <a:gd name="T12" fmla="*/ 180 w 180"/>
                <a:gd name="T13" fmla="*/ 78 h 168"/>
                <a:gd name="T14" fmla="*/ 157 w 180"/>
                <a:gd name="T15" fmla="*/ 128 h 168"/>
                <a:gd name="T16" fmla="*/ 173 w 180"/>
                <a:gd name="T17" fmla="*/ 159 h 168"/>
                <a:gd name="T18" fmla="*/ 172 w 180"/>
                <a:gd name="T19" fmla="*/ 166 h 168"/>
                <a:gd name="T20" fmla="*/ 168 w 180"/>
                <a:gd name="T21" fmla="*/ 168 h 168"/>
                <a:gd name="T22" fmla="*/ 120 w 180"/>
                <a:gd name="T23" fmla="*/ 138 h 168"/>
                <a:gd name="T24" fmla="*/ 122 w 180"/>
                <a:gd name="T25" fmla="*/ 138 h 168"/>
                <a:gd name="T26" fmla="*/ 155 w 180"/>
                <a:gd name="T27" fmla="*/ 151 h 168"/>
                <a:gd name="T28" fmla="*/ 144 w 180"/>
                <a:gd name="T29" fmla="*/ 129 h 168"/>
                <a:gd name="T30" fmla="*/ 146 w 180"/>
                <a:gd name="T31" fmla="*/ 121 h 168"/>
                <a:gd name="T32" fmla="*/ 168 w 180"/>
                <a:gd name="T33" fmla="*/ 78 h 168"/>
                <a:gd name="T34" fmla="*/ 90 w 180"/>
                <a:gd name="T35" fmla="*/ 12 h 168"/>
                <a:gd name="T36" fmla="*/ 12 w 180"/>
                <a:gd name="T37" fmla="*/ 78 h 168"/>
                <a:gd name="T38" fmla="*/ 43 w 180"/>
                <a:gd name="T39" fmla="*/ 133 h 168"/>
                <a:gd name="T40" fmla="*/ 117 w 180"/>
                <a:gd name="T41" fmla="*/ 139 h 168"/>
                <a:gd name="T42" fmla="*/ 120 w 180"/>
                <a:gd name="T43" fmla="*/ 138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80" h="168">
                  <a:moveTo>
                    <a:pt x="168" y="168"/>
                  </a:moveTo>
                  <a:cubicBezTo>
                    <a:pt x="167" y="168"/>
                    <a:pt x="166" y="168"/>
                    <a:pt x="166" y="168"/>
                  </a:cubicBezTo>
                  <a:cubicBezTo>
                    <a:pt x="120" y="151"/>
                    <a:pt x="120" y="151"/>
                    <a:pt x="120" y="151"/>
                  </a:cubicBezTo>
                  <a:cubicBezTo>
                    <a:pt x="92" y="162"/>
                    <a:pt x="62" y="159"/>
                    <a:pt x="37" y="143"/>
                  </a:cubicBezTo>
                  <a:cubicBezTo>
                    <a:pt x="13" y="128"/>
                    <a:pt x="0" y="104"/>
                    <a:pt x="0" y="78"/>
                  </a:cubicBezTo>
                  <a:cubicBezTo>
                    <a:pt x="0" y="36"/>
                    <a:pt x="41" y="0"/>
                    <a:pt x="90" y="0"/>
                  </a:cubicBezTo>
                  <a:cubicBezTo>
                    <a:pt x="138" y="0"/>
                    <a:pt x="180" y="36"/>
                    <a:pt x="180" y="78"/>
                  </a:cubicBezTo>
                  <a:cubicBezTo>
                    <a:pt x="180" y="97"/>
                    <a:pt x="172" y="114"/>
                    <a:pt x="157" y="128"/>
                  </a:cubicBezTo>
                  <a:cubicBezTo>
                    <a:pt x="173" y="159"/>
                    <a:pt x="173" y="159"/>
                    <a:pt x="173" y="159"/>
                  </a:cubicBezTo>
                  <a:cubicBezTo>
                    <a:pt x="174" y="162"/>
                    <a:pt x="174" y="164"/>
                    <a:pt x="172" y="166"/>
                  </a:cubicBezTo>
                  <a:cubicBezTo>
                    <a:pt x="171" y="167"/>
                    <a:pt x="169" y="168"/>
                    <a:pt x="168" y="168"/>
                  </a:cubicBezTo>
                  <a:close/>
                  <a:moveTo>
                    <a:pt x="120" y="138"/>
                  </a:moveTo>
                  <a:cubicBezTo>
                    <a:pt x="120" y="138"/>
                    <a:pt x="121" y="138"/>
                    <a:pt x="122" y="138"/>
                  </a:cubicBezTo>
                  <a:cubicBezTo>
                    <a:pt x="155" y="151"/>
                    <a:pt x="155" y="151"/>
                    <a:pt x="155" y="151"/>
                  </a:cubicBezTo>
                  <a:cubicBezTo>
                    <a:pt x="144" y="129"/>
                    <a:pt x="144" y="129"/>
                    <a:pt x="144" y="129"/>
                  </a:cubicBezTo>
                  <a:cubicBezTo>
                    <a:pt x="143" y="126"/>
                    <a:pt x="144" y="123"/>
                    <a:pt x="146" y="121"/>
                  </a:cubicBezTo>
                  <a:cubicBezTo>
                    <a:pt x="160" y="110"/>
                    <a:pt x="168" y="95"/>
                    <a:pt x="168" y="78"/>
                  </a:cubicBezTo>
                  <a:cubicBezTo>
                    <a:pt x="168" y="42"/>
                    <a:pt x="132" y="12"/>
                    <a:pt x="90" y="12"/>
                  </a:cubicBezTo>
                  <a:cubicBezTo>
                    <a:pt x="47" y="12"/>
                    <a:pt x="12" y="42"/>
                    <a:pt x="12" y="78"/>
                  </a:cubicBezTo>
                  <a:cubicBezTo>
                    <a:pt x="12" y="99"/>
                    <a:pt x="23" y="120"/>
                    <a:pt x="43" y="133"/>
                  </a:cubicBezTo>
                  <a:cubicBezTo>
                    <a:pt x="65" y="147"/>
                    <a:pt x="93" y="149"/>
                    <a:pt x="117" y="139"/>
                  </a:cubicBezTo>
                  <a:cubicBezTo>
                    <a:pt x="118" y="138"/>
                    <a:pt x="119" y="138"/>
                    <a:pt x="120" y="1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18" name="Group 4">
            <a:extLst>
              <a:ext uri="{FF2B5EF4-FFF2-40B4-BE49-F238E27FC236}">
                <a16:creationId xmlns:a16="http://schemas.microsoft.com/office/drawing/2014/main" id="{6624F93D-A5D3-9049-9233-B5F6165978B5}"/>
              </a:ext>
            </a:extLst>
          </p:cNvPr>
          <p:cNvGrpSpPr>
            <a:grpSpLocks noChangeAspect="1"/>
          </p:cNvGrpSpPr>
          <p:nvPr userDrawn="1"/>
        </p:nvGrpSpPr>
        <p:grpSpPr bwMode="auto">
          <a:xfrm>
            <a:off x="5871933" y="3163253"/>
            <a:ext cx="495324" cy="388938"/>
            <a:chOff x="526" y="708"/>
            <a:chExt cx="433" cy="340"/>
          </a:xfrm>
          <a:solidFill>
            <a:schemeClr val="accent1"/>
          </a:solidFill>
        </p:grpSpPr>
        <p:sp>
          <p:nvSpPr>
            <p:cNvPr id="219" name="Freeform 5">
              <a:extLst>
                <a:ext uri="{FF2B5EF4-FFF2-40B4-BE49-F238E27FC236}">
                  <a16:creationId xmlns:a16="http://schemas.microsoft.com/office/drawing/2014/main" id="{2E8CDAC4-7731-2447-B17D-B9E13B8CEA82}"/>
                </a:ext>
              </a:extLst>
            </p:cNvPr>
            <p:cNvSpPr>
              <a:spLocks/>
            </p:cNvSpPr>
            <p:nvPr/>
          </p:nvSpPr>
          <p:spPr bwMode="auto">
            <a:xfrm>
              <a:off x="724" y="760"/>
              <a:ext cx="19" cy="288"/>
            </a:xfrm>
            <a:custGeom>
              <a:avLst/>
              <a:gdLst>
                <a:gd name="T0" fmla="*/ 6 w 12"/>
                <a:gd name="T1" fmla="*/ 193 h 193"/>
                <a:gd name="T2" fmla="*/ 0 w 12"/>
                <a:gd name="T3" fmla="*/ 187 h 193"/>
                <a:gd name="T4" fmla="*/ 0 w 12"/>
                <a:gd name="T5" fmla="*/ 6 h 193"/>
                <a:gd name="T6" fmla="*/ 6 w 12"/>
                <a:gd name="T7" fmla="*/ 0 h 193"/>
                <a:gd name="T8" fmla="*/ 12 w 12"/>
                <a:gd name="T9" fmla="*/ 6 h 193"/>
                <a:gd name="T10" fmla="*/ 12 w 12"/>
                <a:gd name="T11" fmla="*/ 187 h 193"/>
                <a:gd name="T12" fmla="*/ 6 w 12"/>
                <a:gd name="T13" fmla="*/ 193 h 193"/>
              </a:gdLst>
              <a:ahLst/>
              <a:cxnLst>
                <a:cxn ang="0">
                  <a:pos x="T0" y="T1"/>
                </a:cxn>
                <a:cxn ang="0">
                  <a:pos x="T2" y="T3"/>
                </a:cxn>
                <a:cxn ang="0">
                  <a:pos x="T4" y="T5"/>
                </a:cxn>
                <a:cxn ang="0">
                  <a:pos x="T6" y="T7"/>
                </a:cxn>
                <a:cxn ang="0">
                  <a:pos x="T8" y="T9"/>
                </a:cxn>
                <a:cxn ang="0">
                  <a:pos x="T10" y="T11"/>
                </a:cxn>
                <a:cxn ang="0">
                  <a:pos x="T12" y="T13"/>
                </a:cxn>
              </a:cxnLst>
              <a:rect l="0" t="0" r="r" b="b"/>
              <a:pathLst>
                <a:path w="12" h="193">
                  <a:moveTo>
                    <a:pt x="6" y="193"/>
                  </a:moveTo>
                  <a:cubicBezTo>
                    <a:pt x="3" y="193"/>
                    <a:pt x="0" y="191"/>
                    <a:pt x="0" y="187"/>
                  </a:cubicBezTo>
                  <a:cubicBezTo>
                    <a:pt x="0" y="6"/>
                    <a:pt x="0" y="6"/>
                    <a:pt x="0" y="6"/>
                  </a:cubicBezTo>
                  <a:cubicBezTo>
                    <a:pt x="0" y="3"/>
                    <a:pt x="3" y="0"/>
                    <a:pt x="6" y="0"/>
                  </a:cubicBezTo>
                  <a:cubicBezTo>
                    <a:pt x="9" y="0"/>
                    <a:pt x="12" y="3"/>
                    <a:pt x="12" y="6"/>
                  </a:cubicBezTo>
                  <a:cubicBezTo>
                    <a:pt x="12" y="187"/>
                    <a:pt x="12" y="187"/>
                    <a:pt x="12" y="187"/>
                  </a:cubicBezTo>
                  <a:cubicBezTo>
                    <a:pt x="12" y="191"/>
                    <a:pt x="9" y="193"/>
                    <a:pt x="6" y="1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0" name="Freeform 6">
              <a:extLst>
                <a:ext uri="{FF2B5EF4-FFF2-40B4-BE49-F238E27FC236}">
                  <a16:creationId xmlns:a16="http://schemas.microsoft.com/office/drawing/2014/main" id="{A2C94C49-2544-FA47-B321-D1783FB63860}"/>
                </a:ext>
              </a:extLst>
            </p:cNvPr>
            <p:cNvSpPr>
              <a:spLocks/>
            </p:cNvSpPr>
            <p:nvPr/>
          </p:nvSpPr>
          <p:spPr bwMode="auto">
            <a:xfrm>
              <a:off x="670" y="1030"/>
              <a:ext cx="126" cy="18"/>
            </a:xfrm>
            <a:custGeom>
              <a:avLst/>
              <a:gdLst>
                <a:gd name="T0" fmla="*/ 76 w 82"/>
                <a:gd name="T1" fmla="*/ 12 h 12"/>
                <a:gd name="T2" fmla="*/ 6 w 82"/>
                <a:gd name="T3" fmla="*/ 12 h 12"/>
                <a:gd name="T4" fmla="*/ 0 w 82"/>
                <a:gd name="T5" fmla="*/ 6 h 12"/>
                <a:gd name="T6" fmla="*/ 6 w 82"/>
                <a:gd name="T7" fmla="*/ 0 h 12"/>
                <a:gd name="T8" fmla="*/ 76 w 82"/>
                <a:gd name="T9" fmla="*/ 0 h 12"/>
                <a:gd name="T10" fmla="*/ 82 w 82"/>
                <a:gd name="T11" fmla="*/ 6 h 12"/>
                <a:gd name="T12" fmla="*/ 76 w 8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82" h="12">
                  <a:moveTo>
                    <a:pt x="76" y="12"/>
                  </a:moveTo>
                  <a:cubicBezTo>
                    <a:pt x="6" y="12"/>
                    <a:pt x="6" y="12"/>
                    <a:pt x="6" y="12"/>
                  </a:cubicBezTo>
                  <a:cubicBezTo>
                    <a:pt x="3" y="12"/>
                    <a:pt x="0" y="10"/>
                    <a:pt x="0" y="6"/>
                  </a:cubicBezTo>
                  <a:cubicBezTo>
                    <a:pt x="0" y="3"/>
                    <a:pt x="3" y="0"/>
                    <a:pt x="6" y="0"/>
                  </a:cubicBezTo>
                  <a:cubicBezTo>
                    <a:pt x="76" y="0"/>
                    <a:pt x="76" y="0"/>
                    <a:pt x="76" y="0"/>
                  </a:cubicBezTo>
                  <a:cubicBezTo>
                    <a:pt x="79" y="0"/>
                    <a:pt x="82" y="3"/>
                    <a:pt x="82" y="6"/>
                  </a:cubicBezTo>
                  <a:cubicBezTo>
                    <a:pt x="82" y="10"/>
                    <a:pt x="79" y="12"/>
                    <a:pt x="7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1" name="Freeform 7">
              <a:extLst>
                <a:ext uri="{FF2B5EF4-FFF2-40B4-BE49-F238E27FC236}">
                  <a16:creationId xmlns:a16="http://schemas.microsoft.com/office/drawing/2014/main" id="{781D715F-F7E0-F543-B710-788014F086A9}"/>
                </a:ext>
              </a:extLst>
            </p:cNvPr>
            <p:cNvSpPr>
              <a:spLocks/>
            </p:cNvSpPr>
            <p:nvPr/>
          </p:nvSpPr>
          <p:spPr bwMode="auto">
            <a:xfrm>
              <a:off x="526" y="727"/>
              <a:ext cx="146" cy="161"/>
            </a:xfrm>
            <a:custGeom>
              <a:avLst/>
              <a:gdLst>
                <a:gd name="T0" fmla="*/ 88 w 95"/>
                <a:gd name="T1" fmla="*/ 107 h 108"/>
                <a:gd name="T2" fmla="*/ 83 w 95"/>
                <a:gd name="T3" fmla="*/ 104 h 108"/>
                <a:gd name="T4" fmla="*/ 47 w 95"/>
                <a:gd name="T5" fmla="*/ 21 h 108"/>
                <a:gd name="T6" fmla="*/ 12 w 95"/>
                <a:gd name="T7" fmla="*/ 104 h 108"/>
                <a:gd name="T8" fmla="*/ 4 w 95"/>
                <a:gd name="T9" fmla="*/ 107 h 108"/>
                <a:gd name="T10" fmla="*/ 1 w 95"/>
                <a:gd name="T11" fmla="*/ 99 h 108"/>
                <a:gd name="T12" fmla="*/ 42 w 95"/>
                <a:gd name="T13" fmla="*/ 3 h 108"/>
                <a:gd name="T14" fmla="*/ 47 w 95"/>
                <a:gd name="T15" fmla="*/ 0 h 108"/>
                <a:gd name="T16" fmla="*/ 47 w 95"/>
                <a:gd name="T17" fmla="*/ 0 h 108"/>
                <a:gd name="T18" fmla="*/ 53 w 95"/>
                <a:gd name="T19" fmla="*/ 3 h 108"/>
                <a:gd name="T20" fmla="*/ 94 w 95"/>
                <a:gd name="T21" fmla="*/ 99 h 108"/>
                <a:gd name="T22" fmla="*/ 90 w 95"/>
                <a:gd name="T23" fmla="*/ 107 h 108"/>
                <a:gd name="T24" fmla="*/ 88 w 95"/>
                <a:gd name="T25" fmla="*/ 107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8">
                  <a:moveTo>
                    <a:pt x="88" y="107"/>
                  </a:moveTo>
                  <a:cubicBezTo>
                    <a:pt x="86" y="107"/>
                    <a:pt x="84" y="106"/>
                    <a:pt x="83" y="104"/>
                  </a:cubicBezTo>
                  <a:cubicBezTo>
                    <a:pt x="47" y="21"/>
                    <a:pt x="47" y="21"/>
                    <a:pt x="47" y="21"/>
                  </a:cubicBezTo>
                  <a:cubicBezTo>
                    <a:pt x="12" y="104"/>
                    <a:pt x="12" y="104"/>
                    <a:pt x="12" y="104"/>
                  </a:cubicBezTo>
                  <a:cubicBezTo>
                    <a:pt x="11" y="107"/>
                    <a:pt x="7" y="108"/>
                    <a:pt x="4" y="107"/>
                  </a:cubicBezTo>
                  <a:cubicBezTo>
                    <a:pt x="1" y="105"/>
                    <a:pt x="0" y="102"/>
                    <a:pt x="1" y="99"/>
                  </a:cubicBezTo>
                  <a:cubicBezTo>
                    <a:pt x="42" y="3"/>
                    <a:pt x="42" y="3"/>
                    <a:pt x="42" y="3"/>
                  </a:cubicBezTo>
                  <a:cubicBezTo>
                    <a:pt x="43" y="1"/>
                    <a:pt x="45" y="0"/>
                    <a:pt x="47" y="0"/>
                  </a:cubicBezTo>
                  <a:cubicBezTo>
                    <a:pt x="47" y="0"/>
                    <a:pt x="47" y="0"/>
                    <a:pt x="47" y="0"/>
                  </a:cubicBezTo>
                  <a:cubicBezTo>
                    <a:pt x="50" y="0"/>
                    <a:pt x="52" y="1"/>
                    <a:pt x="53" y="3"/>
                  </a:cubicBezTo>
                  <a:cubicBezTo>
                    <a:pt x="94" y="99"/>
                    <a:pt x="94" y="99"/>
                    <a:pt x="94" y="99"/>
                  </a:cubicBezTo>
                  <a:cubicBezTo>
                    <a:pt x="95" y="102"/>
                    <a:pt x="94" y="105"/>
                    <a:pt x="90" y="107"/>
                  </a:cubicBezTo>
                  <a:cubicBezTo>
                    <a:pt x="90" y="107"/>
                    <a:pt x="89" y="107"/>
                    <a:pt x="88"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2" name="Freeform 8">
              <a:extLst>
                <a:ext uri="{FF2B5EF4-FFF2-40B4-BE49-F238E27FC236}">
                  <a16:creationId xmlns:a16="http://schemas.microsoft.com/office/drawing/2014/main" id="{0449EDE6-204A-E142-A345-649467F3CCF8}"/>
                </a:ext>
              </a:extLst>
            </p:cNvPr>
            <p:cNvSpPr>
              <a:spLocks noEditPoints="1"/>
            </p:cNvSpPr>
            <p:nvPr/>
          </p:nvSpPr>
          <p:spPr bwMode="auto">
            <a:xfrm>
              <a:off x="697" y="708"/>
              <a:ext cx="73" cy="70"/>
            </a:xfrm>
            <a:custGeom>
              <a:avLst/>
              <a:gdLst>
                <a:gd name="T0" fmla="*/ 24 w 48"/>
                <a:gd name="T1" fmla="*/ 47 h 47"/>
                <a:gd name="T2" fmla="*/ 0 w 48"/>
                <a:gd name="T3" fmla="*/ 24 h 47"/>
                <a:gd name="T4" fmla="*/ 24 w 48"/>
                <a:gd name="T5" fmla="*/ 0 h 47"/>
                <a:gd name="T6" fmla="*/ 48 w 48"/>
                <a:gd name="T7" fmla="*/ 24 h 47"/>
                <a:gd name="T8" fmla="*/ 24 w 48"/>
                <a:gd name="T9" fmla="*/ 47 h 47"/>
                <a:gd name="T10" fmla="*/ 24 w 48"/>
                <a:gd name="T11" fmla="*/ 12 h 47"/>
                <a:gd name="T12" fmla="*/ 12 w 48"/>
                <a:gd name="T13" fmla="*/ 24 h 47"/>
                <a:gd name="T14" fmla="*/ 24 w 48"/>
                <a:gd name="T15" fmla="*/ 35 h 47"/>
                <a:gd name="T16" fmla="*/ 36 w 48"/>
                <a:gd name="T17" fmla="*/ 24 h 47"/>
                <a:gd name="T18" fmla="*/ 24 w 48"/>
                <a:gd name="T19" fmla="*/ 12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7">
                  <a:moveTo>
                    <a:pt x="24" y="47"/>
                  </a:moveTo>
                  <a:cubicBezTo>
                    <a:pt x="11" y="47"/>
                    <a:pt x="0" y="37"/>
                    <a:pt x="0" y="24"/>
                  </a:cubicBezTo>
                  <a:cubicBezTo>
                    <a:pt x="0" y="11"/>
                    <a:pt x="11" y="0"/>
                    <a:pt x="24" y="0"/>
                  </a:cubicBezTo>
                  <a:cubicBezTo>
                    <a:pt x="37" y="0"/>
                    <a:pt x="48" y="11"/>
                    <a:pt x="48" y="24"/>
                  </a:cubicBezTo>
                  <a:cubicBezTo>
                    <a:pt x="48" y="37"/>
                    <a:pt x="37" y="47"/>
                    <a:pt x="24" y="47"/>
                  </a:cubicBezTo>
                  <a:close/>
                  <a:moveTo>
                    <a:pt x="24" y="12"/>
                  </a:moveTo>
                  <a:cubicBezTo>
                    <a:pt x="18" y="12"/>
                    <a:pt x="12" y="17"/>
                    <a:pt x="12" y="24"/>
                  </a:cubicBezTo>
                  <a:cubicBezTo>
                    <a:pt x="12" y="30"/>
                    <a:pt x="18" y="35"/>
                    <a:pt x="24" y="35"/>
                  </a:cubicBezTo>
                  <a:cubicBezTo>
                    <a:pt x="30" y="35"/>
                    <a:pt x="36" y="30"/>
                    <a:pt x="36" y="24"/>
                  </a:cubicBezTo>
                  <a:cubicBezTo>
                    <a:pt x="36" y="17"/>
                    <a:pt x="30"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3" name="Freeform 9">
              <a:extLst>
                <a:ext uri="{FF2B5EF4-FFF2-40B4-BE49-F238E27FC236}">
                  <a16:creationId xmlns:a16="http://schemas.microsoft.com/office/drawing/2014/main" id="{E4CF1E8A-68D5-C344-B526-2ACB3B2BED2F}"/>
                </a:ext>
              </a:extLst>
            </p:cNvPr>
            <p:cNvSpPr>
              <a:spLocks noEditPoints="1"/>
            </p:cNvSpPr>
            <p:nvPr/>
          </p:nvSpPr>
          <p:spPr bwMode="auto">
            <a:xfrm>
              <a:off x="528" y="869"/>
              <a:ext cx="142" cy="84"/>
            </a:xfrm>
            <a:custGeom>
              <a:avLst/>
              <a:gdLst>
                <a:gd name="T0" fmla="*/ 46 w 93"/>
                <a:gd name="T1" fmla="*/ 56 h 56"/>
                <a:gd name="T2" fmla="*/ 0 w 93"/>
                <a:gd name="T3" fmla="*/ 6 h 56"/>
                <a:gd name="T4" fmla="*/ 6 w 93"/>
                <a:gd name="T5" fmla="*/ 0 h 56"/>
                <a:gd name="T6" fmla="*/ 87 w 93"/>
                <a:gd name="T7" fmla="*/ 0 h 56"/>
                <a:gd name="T8" fmla="*/ 93 w 93"/>
                <a:gd name="T9" fmla="*/ 6 h 56"/>
                <a:gd name="T10" fmla="*/ 46 w 93"/>
                <a:gd name="T11" fmla="*/ 56 h 56"/>
                <a:gd name="T12" fmla="*/ 12 w 93"/>
                <a:gd name="T13" fmla="*/ 12 h 56"/>
                <a:gd name="T14" fmla="*/ 46 w 93"/>
                <a:gd name="T15" fmla="*/ 44 h 56"/>
                <a:gd name="T16" fmla="*/ 81 w 93"/>
                <a:gd name="T17" fmla="*/ 12 h 56"/>
                <a:gd name="T18" fmla="*/ 12 w 93"/>
                <a:gd name="T19"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56">
                  <a:moveTo>
                    <a:pt x="46" y="56"/>
                  </a:moveTo>
                  <a:cubicBezTo>
                    <a:pt x="20" y="56"/>
                    <a:pt x="0" y="35"/>
                    <a:pt x="0" y="6"/>
                  </a:cubicBezTo>
                  <a:cubicBezTo>
                    <a:pt x="0" y="3"/>
                    <a:pt x="2" y="0"/>
                    <a:pt x="6" y="0"/>
                  </a:cubicBezTo>
                  <a:cubicBezTo>
                    <a:pt x="87" y="0"/>
                    <a:pt x="87" y="0"/>
                    <a:pt x="87" y="0"/>
                  </a:cubicBezTo>
                  <a:cubicBezTo>
                    <a:pt x="91" y="0"/>
                    <a:pt x="93" y="3"/>
                    <a:pt x="93" y="6"/>
                  </a:cubicBezTo>
                  <a:cubicBezTo>
                    <a:pt x="93" y="35"/>
                    <a:pt x="73" y="56"/>
                    <a:pt x="46" y="56"/>
                  </a:cubicBezTo>
                  <a:close/>
                  <a:moveTo>
                    <a:pt x="12" y="12"/>
                  </a:moveTo>
                  <a:cubicBezTo>
                    <a:pt x="14" y="31"/>
                    <a:pt x="28" y="44"/>
                    <a:pt x="46" y="44"/>
                  </a:cubicBezTo>
                  <a:cubicBezTo>
                    <a:pt x="64" y="44"/>
                    <a:pt x="78" y="31"/>
                    <a:pt x="81" y="12"/>
                  </a:cubicBez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4" name="Freeform 10">
              <a:extLst>
                <a:ext uri="{FF2B5EF4-FFF2-40B4-BE49-F238E27FC236}">
                  <a16:creationId xmlns:a16="http://schemas.microsoft.com/office/drawing/2014/main" id="{58AF212D-5CEA-A842-96AF-38B282583057}"/>
                </a:ext>
              </a:extLst>
            </p:cNvPr>
            <p:cNvSpPr>
              <a:spLocks/>
            </p:cNvSpPr>
            <p:nvPr/>
          </p:nvSpPr>
          <p:spPr bwMode="auto">
            <a:xfrm>
              <a:off x="813" y="726"/>
              <a:ext cx="146" cy="162"/>
            </a:xfrm>
            <a:custGeom>
              <a:avLst/>
              <a:gdLst>
                <a:gd name="T0" fmla="*/ 6 w 95"/>
                <a:gd name="T1" fmla="*/ 108 h 109"/>
                <a:gd name="T2" fmla="*/ 4 w 95"/>
                <a:gd name="T3" fmla="*/ 108 h 109"/>
                <a:gd name="T4" fmla="*/ 1 w 95"/>
                <a:gd name="T5" fmla="*/ 100 h 109"/>
                <a:gd name="T6" fmla="*/ 42 w 95"/>
                <a:gd name="T7" fmla="*/ 4 h 109"/>
                <a:gd name="T8" fmla="*/ 47 w 95"/>
                <a:gd name="T9" fmla="*/ 0 h 109"/>
                <a:gd name="T10" fmla="*/ 47 w 95"/>
                <a:gd name="T11" fmla="*/ 0 h 109"/>
                <a:gd name="T12" fmla="*/ 53 w 95"/>
                <a:gd name="T13" fmla="*/ 4 h 109"/>
                <a:gd name="T14" fmla="*/ 94 w 95"/>
                <a:gd name="T15" fmla="*/ 100 h 109"/>
                <a:gd name="T16" fmla="*/ 90 w 95"/>
                <a:gd name="T17" fmla="*/ 108 h 109"/>
                <a:gd name="T18" fmla="*/ 83 w 95"/>
                <a:gd name="T19" fmla="*/ 105 h 109"/>
                <a:gd name="T20" fmla="*/ 47 w 95"/>
                <a:gd name="T21" fmla="*/ 22 h 109"/>
                <a:gd name="T22" fmla="*/ 12 w 95"/>
                <a:gd name="T23" fmla="*/ 105 h 109"/>
                <a:gd name="T24" fmla="*/ 6 w 95"/>
                <a:gd name="T25" fmla="*/ 108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09">
                  <a:moveTo>
                    <a:pt x="6" y="108"/>
                  </a:moveTo>
                  <a:cubicBezTo>
                    <a:pt x="6" y="108"/>
                    <a:pt x="5" y="108"/>
                    <a:pt x="4" y="108"/>
                  </a:cubicBezTo>
                  <a:cubicBezTo>
                    <a:pt x="1" y="106"/>
                    <a:pt x="0" y="103"/>
                    <a:pt x="1" y="100"/>
                  </a:cubicBezTo>
                  <a:cubicBezTo>
                    <a:pt x="42" y="4"/>
                    <a:pt x="42" y="4"/>
                    <a:pt x="42" y="4"/>
                  </a:cubicBezTo>
                  <a:cubicBezTo>
                    <a:pt x="43" y="2"/>
                    <a:pt x="45" y="0"/>
                    <a:pt x="47" y="0"/>
                  </a:cubicBezTo>
                  <a:cubicBezTo>
                    <a:pt x="47" y="0"/>
                    <a:pt x="47" y="0"/>
                    <a:pt x="47" y="0"/>
                  </a:cubicBezTo>
                  <a:cubicBezTo>
                    <a:pt x="50" y="0"/>
                    <a:pt x="52" y="2"/>
                    <a:pt x="53" y="4"/>
                  </a:cubicBezTo>
                  <a:cubicBezTo>
                    <a:pt x="94" y="100"/>
                    <a:pt x="94" y="100"/>
                    <a:pt x="94" y="100"/>
                  </a:cubicBezTo>
                  <a:cubicBezTo>
                    <a:pt x="95" y="103"/>
                    <a:pt x="93" y="106"/>
                    <a:pt x="90" y="108"/>
                  </a:cubicBezTo>
                  <a:cubicBezTo>
                    <a:pt x="87" y="109"/>
                    <a:pt x="84" y="108"/>
                    <a:pt x="83" y="105"/>
                  </a:cubicBezTo>
                  <a:cubicBezTo>
                    <a:pt x="47" y="22"/>
                    <a:pt x="47" y="22"/>
                    <a:pt x="47" y="22"/>
                  </a:cubicBezTo>
                  <a:cubicBezTo>
                    <a:pt x="12" y="105"/>
                    <a:pt x="12" y="105"/>
                    <a:pt x="12" y="105"/>
                  </a:cubicBezTo>
                  <a:cubicBezTo>
                    <a:pt x="11" y="107"/>
                    <a:pt x="9" y="108"/>
                    <a:pt x="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5" name="Freeform 11">
              <a:extLst>
                <a:ext uri="{FF2B5EF4-FFF2-40B4-BE49-F238E27FC236}">
                  <a16:creationId xmlns:a16="http://schemas.microsoft.com/office/drawing/2014/main" id="{9067C848-4E37-864F-8284-E48FC9AB4158}"/>
                </a:ext>
              </a:extLst>
            </p:cNvPr>
            <p:cNvSpPr>
              <a:spLocks noEditPoints="1"/>
            </p:cNvSpPr>
            <p:nvPr/>
          </p:nvSpPr>
          <p:spPr bwMode="auto">
            <a:xfrm>
              <a:off x="813" y="869"/>
              <a:ext cx="144" cy="84"/>
            </a:xfrm>
            <a:custGeom>
              <a:avLst/>
              <a:gdLst>
                <a:gd name="T0" fmla="*/ 47 w 94"/>
                <a:gd name="T1" fmla="*/ 56 h 56"/>
                <a:gd name="T2" fmla="*/ 0 w 94"/>
                <a:gd name="T3" fmla="*/ 6 h 56"/>
                <a:gd name="T4" fmla="*/ 6 w 94"/>
                <a:gd name="T5" fmla="*/ 0 h 56"/>
                <a:gd name="T6" fmla="*/ 88 w 94"/>
                <a:gd name="T7" fmla="*/ 0 h 56"/>
                <a:gd name="T8" fmla="*/ 92 w 94"/>
                <a:gd name="T9" fmla="*/ 2 h 56"/>
                <a:gd name="T10" fmla="*/ 94 w 94"/>
                <a:gd name="T11" fmla="*/ 6 h 56"/>
                <a:gd name="T12" fmla="*/ 47 w 94"/>
                <a:gd name="T13" fmla="*/ 56 h 56"/>
                <a:gd name="T14" fmla="*/ 13 w 94"/>
                <a:gd name="T15" fmla="*/ 12 h 56"/>
                <a:gd name="T16" fmla="*/ 47 w 94"/>
                <a:gd name="T17" fmla="*/ 44 h 56"/>
                <a:gd name="T18" fmla="*/ 82 w 94"/>
                <a:gd name="T19" fmla="*/ 12 h 56"/>
                <a:gd name="T20" fmla="*/ 13 w 94"/>
                <a:gd name="T21" fmla="*/ 1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56">
                  <a:moveTo>
                    <a:pt x="47" y="56"/>
                  </a:moveTo>
                  <a:cubicBezTo>
                    <a:pt x="21" y="56"/>
                    <a:pt x="0" y="35"/>
                    <a:pt x="0" y="6"/>
                  </a:cubicBezTo>
                  <a:cubicBezTo>
                    <a:pt x="0" y="3"/>
                    <a:pt x="3" y="0"/>
                    <a:pt x="6" y="0"/>
                  </a:cubicBezTo>
                  <a:cubicBezTo>
                    <a:pt x="88" y="0"/>
                    <a:pt x="88" y="0"/>
                    <a:pt x="88" y="0"/>
                  </a:cubicBezTo>
                  <a:cubicBezTo>
                    <a:pt x="90" y="0"/>
                    <a:pt x="91" y="1"/>
                    <a:pt x="92" y="2"/>
                  </a:cubicBezTo>
                  <a:cubicBezTo>
                    <a:pt x="93" y="3"/>
                    <a:pt x="94" y="5"/>
                    <a:pt x="94" y="6"/>
                  </a:cubicBezTo>
                  <a:cubicBezTo>
                    <a:pt x="94" y="34"/>
                    <a:pt x="74" y="56"/>
                    <a:pt x="47" y="56"/>
                  </a:cubicBezTo>
                  <a:close/>
                  <a:moveTo>
                    <a:pt x="13" y="12"/>
                  </a:moveTo>
                  <a:cubicBezTo>
                    <a:pt x="15" y="31"/>
                    <a:pt x="29" y="44"/>
                    <a:pt x="47" y="44"/>
                  </a:cubicBezTo>
                  <a:cubicBezTo>
                    <a:pt x="65" y="44"/>
                    <a:pt x="79" y="31"/>
                    <a:pt x="82" y="12"/>
                  </a:cubicBezTo>
                  <a:lnTo>
                    <a:pt x="13"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6" name="Freeform 12">
              <a:extLst>
                <a:ext uri="{FF2B5EF4-FFF2-40B4-BE49-F238E27FC236}">
                  <a16:creationId xmlns:a16="http://schemas.microsoft.com/office/drawing/2014/main" id="{9A7B4980-F4B3-A149-A900-28415FEB81F6}"/>
                </a:ext>
              </a:extLst>
            </p:cNvPr>
            <p:cNvSpPr>
              <a:spLocks/>
            </p:cNvSpPr>
            <p:nvPr/>
          </p:nvSpPr>
          <p:spPr bwMode="auto">
            <a:xfrm>
              <a:off x="563" y="726"/>
              <a:ext cx="153" cy="18"/>
            </a:xfrm>
            <a:custGeom>
              <a:avLst/>
              <a:gdLst>
                <a:gd name="T0" fmla="*/ 94 w 100"/>
                <a:gd name="T1" fmla="*/ 12 h 12"/>
                <a:gd name="T2" fmla="*/ 6 w 100"/>
                <a:gd name="T3" fmla="*/ 12 h 12"/>
                <a:gd name="T4" fmla="*/ 0 w 100"/>
                <a:gd name="T5" fmla="*/ 6 h 12"/>
                <a:gd name="T6" fmla="*/ 6 w 100"/>
                <a:gd name="T7" fmla="*/ 0 h 12"/>
                <a:gd name="T8" fmla="*/ 94 w 100"/>
                <a:gd name="T9" fmla="*/ 0 h 12"/>
                <a:gd name="T10" fmla="*/ 100 w 100"/>
                <a:gd name="T11" fmla="*/ 6 h 12"/>
                <a:gd name="T12" fmla="*/ 94 w 10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00" h="12">
                  <a:moveTo>
                    <a:pt x="94" y="12"/>
                  </a:moveTo>
                  <a:cubicBezTo>
                    <a:pt x="6" y="12"/>
                    <a:pt x="6" y="12"/>
                    <a:pt x="6" y="12"/>
                  </a:cubicBezTo>
                  <a:cubicBezTo>
                    <a:pt x="2" y="12"/>
                    <a:pt x="0" y="10"/>
                    <a:pt x="0" y="6"/>
                  </a:cubicBezTo>
                  <a:cubicBezTo>
                    <a:pt x="0" y="3"/>
                    <a:pt x="2" y="0"/>
                    <a:pt x="6" y="0"/>
                  </a:cubicBezTo>
                  <a:cubicBezTo>
                    <a:pt x="94" y="0"/>
                    <a:pt x="94" y="0"/>
                    <a:pt x="94" y="0"/>
                  </a:cubicBezTo>
                  <a:cubicBezTo>
                    <a:pt x="98" y="0"/>
                    <a:pt x="100" y="3"/>
                    <a:pt x="100" y="6"/>
                  </a:cubicBezTo>
                  <a:cubicBezTo>
                    <a:pt x="100" y="10"/>
                    <a:pt x="98" y="12"/>
                    <a:pt x="9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7" name="Freeform 13">
              <a:extLst>
                <a:ext uri="{FF2B5EF4-FFF2-40B4-BE49-F238E27FC236}">
                  <a16:creationId xmlns:a16="http://schemas.microsoft.com/office/drawing/2014/main" id="{CD6B0A6B-597F-4E4C-A0FC-EFC38B204DD0}"/>
                </a:ext>
              </a:extLst>
            </p:cNvPr>
            <p:cNvSpPr>
              <a:spLocks/>
            </p:cNvSpPr>
            <p:nvPr/>
          </p:nvSpPr>
          <p:spPr bwMode="auto">
            <a:xfrm>
              <a:off x="750" y="726"/>
              <a:ext cx="172" cy="18"/>
            </a:xfrm>
            <a:custGeom>
              <a:avLst/>
              <a:gdLst>
                <a:gd name="T0" fmla="*/ 106 w 112"/>
                <a:gd name="T1" fmla="*/ 12 h 12"/>
                <a:gd name="T2" fmla="*/ 6 w 112"/>
                <a:gd name="T3" fmla="*/ 12 h 12"/>
                <a:gd name="T4" fmla="*/ 0 w 112"/>
                <a:gd name="T5" fmla="*/ 6 h 12"/>
                <a:gd name="T6" fmla="*/ 6 w 112"/>
                <a:gd name="T7" fmla="*/ 0 h 12"/>
                <a:gd name="T8" fmla="*/ 106 w 112"/>
                <a:gd name="T9" fmla="*/ 0 h 12"/>
                <a:gd name="T10" fmla="*/ 112 w 112"/>
                <a:gd name="T11" fmla="*/ 6 h 12"/>
                <a:gd name="T12" fmla="*/ 106 w 11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12" h="12">
                  <a:moveTo>
                    <a:pt x="106" y="12"/>
                  </a:moveTo>
                  <a:cubicBezTo>
                    <a:pt x="6" y="12"/>
                    <a:pt x="6" y="12"/>
                    <a:pt x="6" y="12"/>
                  </a:cubicBezTo>
                  <a:cubicBezTo>
                    <a:pt x="2" y="12"/>
                    <a:pt x="0" y="9"/>
                    <a:pt x="0" y="6"/>
                  </a:cubicBezTo>
                  <a:cubicBezTo>
                    <a:pt x="0" y="3"/>
                    <a:pt x="2" y="0"/>
                    <a:pt x="6" y="0"/>
                  </a:cubicBezTo>
                  <a:cubicBezTo>
                    <a:pt x="106" y="0"/>
                    <a:pt x="106" y="0"/>
                    <a:pt x="106" y="0"/>
                  </a:cubicBezTo>
                  <a:cubicBezTo>
                    <a:pt x="109" y="0"/>
                    <a:pt x="112" y="3"/>
                    <a:pt x="112" y="6"/>
                  </a:cubicBezTo>
                  <a:cubicBezTo>
                    <a:pt x="112" y="9"/>
                    <a:pt x="109" y="12"/>
                    <a:pt x="10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34" name="Group 127">
            <a:extLst>
              <a:ext uri="{FF2B5EF4-FFF2-40B4-BE49-F238E27FC236}">
                <a16:creationId xmlns:a16="http://schemas.microsoft.com/office/drawing/2014/main" id="{26DA099A-68DD-4F43-8FC7-141CAF6D1F91}"/>
              </a:ext>
            </a:extLst>
          </p:cNvPr>
          <p:cNvGrpSpPr>
            <a:grpSpLocks noChangeAspect="1"/>
          </p:cNvGrpSpPr>
          <p:nvPr userDrawn="1"/>
        </p:nvGrpSpPr>
        <p:grpSpPr bwMode="auto">
          <a:xfrm>
            <a:off x="7145733" y="3130536"/>
            <a:ext cx="464916" cy="454373"/>
            <a:chOff x="4656" y="1821"/>
            <a:chExt cx="441" cy="431"/>
          </a:xfrm>
          <a:solidFill>
            <a:schemeClr val="accent1"/>
          </a:solidFill>
        </p:grpSpPr>
        <p:sp>
          <p:nvSpPr>
            <p:cNvPr id="235" name="Freeform 128">
              <a:extLst>
                <a:ext uri="{FF2B5EF4-FFF2-40B4-BE49-F238E27FC236}">
                  <a16:creationId xmlns:a16="http://schemas.microsoft.com/office/drawing/2014/main" id="{78927280-4152-A345-AA5D-215134AE8360}"/>
                </a:ext>
              </a:extLst>
            </p:cNvPr>
            <p:cNvSpPr>
              <a:spLocks/>
            </p:cNvSpPr>
            <p:nvPr/>
          </p:nvSpPr>
          <p:spPr bwMode="auto">
            <a:xfrm>
              <a:off x="4682" y="2037"/>
              <a:ext cx="415" cy="215"/>
            </a:xfrm>
            <a:custGeom>
              <a:avLst/>
              <a:gdLst>
                <a:gd name="T0" fmla="*/ 7 w 271"/>
                <a:gd name="T1" fmla="*/ 144 h 144"/>
                <a:gd name="T2" fmla="*/ 2 w 271"/>
                <a:gd name="T3" fmla="*/ 142 h 144"/>
                <a:gd name="T4" fmla="*/ 3 w 271"/>
                <a:gd name="T5" fmla="*/ 134 h 144"/>
                <a:gd name="T6" fmla="*/ 111 w 271"/>
                <a:gd name="T7" fmla="*/ 38 h 144"/>
                <a:gd name="T8" fmla="*/ 119 w 271"/>
                <a:gd name="T9" fmla="*/ 38 h 144"/>
                <a:gd name="T10" fmla="*/ 175 w 271"/>
                <a:gd name="T11" fmla="*/ 83 h 144"/>
                <a:gd name="T12" fmla="*/ 261 w 271"/>
                <a:gd name="T13" fmla="*/ 2 h 144"/>
                <a:gd name="T14" fmla="*/ 269 w 271"/>
                <a:gd name="T15" fmla="*/ 3 h 144"/>
                <a:gd name="T16" fmla="*/ 269 w 271"/>
                <a:gd name="T17" fmla="*/ 11 h 144"/>
                <a:gd name="T18" fmla="*/ 179 w 271"/>
                <a:gd name="T19" fmla="*/ 95 h 144"/>
                <a:gd name="T20" fmla="*/ 171 w 271"/>
                <a:gd name="T21" fmla="*/ 95 h 144"/>
                <a:gd name="T22" fmla="*/ 115 w 271"/>
                <a:gd name="T23" fmla="*/ 50 h 144"/>
                <a:gd name="T24" fmla="*/ 11 w 271"/>
                <a:gd name="T25" fmla="*/ 143 h 144"/>
                <a:gd name="T26" fmla="*/ 7 w 271"/>
                <a:gd name="T27"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1" h="144">
                  <a:moveTo>
                    <a:pt x="7" y="144"/>
                  </a:moveTo>
                  <a:cubicBezTo>
                    <a:pt x="5" y="144"/>
                    <a:pt x="4" y="144"/>
                    <a:pt x="2" y="142"/>
                  </a:cubicBezTo>
                  <a:cubicBezTo>
                    <a:pt x="0" y="140"/>
                    <a:pt x="0" y="136"/>
                    <a:pt x="3" y="134"/>
                  </a:cubicBezTo>
                  <a:cubicBezTo>
                    <a:pt x="111" y="38"/>
                    <a:pt x="111" y="38"/>
                    <a:pt x="111" y="38"/>
                  </a:cubicBezTo>
                  <a:cubicBezTo>
                    <a:pt x="113" y="36"/>
                    <a:pt x="116" y="36"/>
                    <a:pt x="119" y="38"/>
                  </a:cubicBezTo>
                  <a:cubicBezTo>
                    <a:pt x="175" y="83"/>
                    <a:pt x="175" y="83"/>
                    <a:pt x="175" y="83"/>
                  </a:cubicBezTo>
                  <a:cubicBezTo>
                    <a:pt x="261" y="2"/>
                    <a:pt x="261" y="2"/>
                    <a:pt x="261" y="2"/>
                  </a:cubicBezTo>
                  <a:cubicBezTo>
                    <a:pt x="263" y="0"/>
                    <a:pt x="267" y="0"/>
                    <a:pt x="269" y="3"/>
                  </a:cubicBezTo>
                  <a:cubicBezTo>
                    <a:pt x="271" y="5"/>
                    <a:pt x="271" y="9"/>
                    <a:pt x="269" y="11"/>
                  </a:cubicBezTo>
                  <a:cubicBezTo>
                    <a:pt x="179" y="95"/>
                    <a:pt x="179" y="95"/>
                    <a:pt x="179" y="95"/>
                  </a:cubicBezTo>
                  <a:cubicBezTo>
                    <a:pt x="177" y="97"/>
                    <a:pt x="173" y="97"/>
                    <a:pt x="171" y="95"/>
                  </a:cubicBezTo>
                  <a:cubicBezTo>
                    <a:pt x="115" y="50"/>
                    <a:pt x="115" y="50"/>
                    <a:pt x="115" y="50"/>
                  </a:cubicBezTo>
                  <a:cubicBezTo>
                    <a:pt x="11" y="143"/>
                    <a:pt x="11" y="143"/>
                    <a:pt x="11" y="143"/>
                  </a:cubicBezTo>
                  <a:cubicBezTo>
                    <a:pt x="10" y="144"/>
                    <a:pt x="8" y="144"/>
                    <a:pt x="7" y="1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6" name="Freeform 129">
              <a:extLst>
                <a:ext uri="{FF2B5EF4-FFF2-40B4-BE49-F238E27FC236}">
                  <a16:creationId xmlns:a16="http://schemas.microsoft.com/office/drawing/2014/main" id="{7096CC96-16F5-7E42-AA31-AC96F5CDDF98}"/>
                </a:ext>
              </a:extLst>
            </p:cNvPr>
            <p:cNvSpPr>
              <a:spLocks/>
            </p:cNvSpPr>
            <p:nvPr/>
          </p:nvSpPr>
          <p:spPr bwMode="auto">
            <a:xfrm>
              <a:off x="5007" y="2038"/>
              <a:ext cx="90" cy="90"/>
            </a:xfrm>
            <a:custGeom>
              <a:avLst/>
              <a:gdLst>
                <a:gd name="T0" fmla="*/ 53 w 59"/>
                <a:gd name="T1" fmla="*/ 60 h 60"/>
                <a:gd name="T2" fmla="*/ 47 w 59"/>
                <a:gd name="T3" fmla="*/ 54 h 60"/>
                <a:gd name="T4" fmla="*/ 47 w 59"/>
                <a:gd name="T5" fmla="*/ 12 h 60"/>
                <a:gd name="T6" fmla="*/ 6 w 59"/>
                <a:gd name="T7" fmla="*/ 12 h 60"/>
                <a:gd name="T8" fmla="*/ 0 w 59"/>
                <a:gd name="T9" fmla="*/ 6 h 60"/>
                <a:gd name="T10" fmla="*/ 6 w 59"/>
                <a:gd name="T11" fmla="*/ 0 h 60"/>
                <a:gd name="T12" fmla="*/ 53 w 59"/>
                <a:gd name="T13" fmla="*/ 0 h 60"/>
                <a:gd name="T14" fmla="*/ 59 w 59"/>
                <a:gd name="T15" fmla="*/ 6 h 60"/>
                <a:gd name="T16" fmla="*/ 59 w 59"/>
                <a:gd name="T17" fmla="*/ 54 h 60"/>
                <a:gd name="T18" fmla="*/ 53 w 59"/>
                <a:gd name="T19"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 h="60">
                  <a:moveTo>
                    <a:pt x="53" y="60"/>
                  </a:moveTo>
                  <a:cubicBezTo>
                    <a:pt x="50" y="60"/>
                    <a:pt x="47" y="57"/>
                    <a:pt x="47" y="54"/>
                  </a:cubicBezTo>
                  <a:cubicBezTo>
                    <a:pt x="47" y="12"/>
                    <a:pt x="47" y="12"/>
                    <a:pt x="47" y="12"/>
                  </a:cubicBezTo>
                  <a:cubicBezTo>
                    <a:pt x="6" y="12"/>
                    <a:pt x="6" y="12"/>
                    <a:pt x="6" y="12"/>
                  </a:cubicBezTo>
                  <a:cubicBezTo>
                    <a:pt x="2" y="12"/>
                    <a:pt x="0" y="9"/>
                    <a:pt x="0" y="6"/>
                  </a:cubicBezTo>
                  <a:cubicBezTo>
                    <a:pt x="0" y="2"/>
                    <a:pt x="2" y="0"/>
                    <a:pt x="6" y="0"/>
                  </a:cubicBezTo>
                  <a:cubicBezTo>
                    <a:pt x="53" y="0"/>
                    <a:pt x="53" y="0"/>
                    <a:pt x="53" y="0"/>
                  </a:cubicBezTo>
                  <a:cubicBezTo>
                    <a:pt x="56" y="0"/>
                    <a:pt x="59" y="2"/>
                    <a:pt x="59" y="6"/>
                  </a:cubicBezTo>
                  <a:cubicBezTo>
                    <a:pt x="59" y="54"/>
                    <a:pt x="59" y="54"/>
                    <a:pt x="59" y="54"/>
                  </a:cubicBezTo>
                  <a:cubicBezTo>
                    <a:pt x="59" y="57"/>
                    <a:pt x="56" y="60"/>
                    <a:pt x="53"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7" name="Freeform 130">
              <a:extLst>
                <a:ext uri="{FF2B5EF4-FFF2-40B4-BE49-F238E27FC236}">
                  <a16:creationId xmlns:a16="http://schemas.microsoft.com/office/drawing/2014/main" id="{8C889260-9971-2F40-8AA7-F1A4FF7B8A74}"/>
                </a:ext>
              </a:extLst>
            </p:cNvPr>
            <p:cNvSpPr>
              <a:spLocks/>
            </p:cNvSpPr>
            <p:nvPr/>
          </p:nvSpPr>
          <p:spPr bwMode="auto">
            <a:xfrm>
              <a:off x="4656" y="1821"/>
              <a:ext cx="331" cy="307"/>
            </a:xfrm>
            <a:custGeom>
              <a:avLst/>
              <a:gdLst>
                <a:gd name="T0" fmla="*/ 60 w 216"/>
                <a:gd name="T1" fmla="*/ 205 h 205"/>
                <a:gd name="T2" fmla="*/ 57 w 216"/>
                <a:gd name="T3" fmla="*/ 204 h 205"/>
                <a:gd name="T4" fmla="*/ 0 w 216"/>
                <a:gd name="T5" fmla="*/ 108 h 205"/>
                <a:gd name="T6" fmla="*/ 108 w 216"/>
                <a:gd name="T7" fmla="*/ 0 h 205"/>
                <a:gd name="T8" fmla="*/ 216 w 216"/>
                <a:gd name="T9" fmla="*/ 108 h 205"/>
                <a:gd name="T10" fmla="*/ 196 w 216"/>
                <a:gd name="T11" fmla="*/ 171 h 205"/>
                <a:gd name="T12" fmla="*/ 188 w 216"/>
                <a:gd name="T13" fmla="*/ 172 h 205"/>
                <a:gd name="T14" fmla="*/ 186 w 216"/>
                <a:gd name="T15" fmla="*/ 164 h 205"/>
                <a:gd name="T16" fmla="*/ 204 w 216"/>
                <a:gd name="T17" fmla="*/ 108 h 205"/>
                <a:gd name="T18" fmla="*/ 108 w 216"/>
                <a:gd name="T19" fmla="*/ 12 h 205"/>
                <a:gd name="T20" fmla="*/ 12 w 216"/>
                <a:gd name="T21" fmla="*/ 108 h 205"/>
                <a:gd name="T22" fmla="*/ 63 w 216"/>
                <a:gd name="T23" fmla="*/ 193 h 205"/>
                <a:gd name="T24" fmla="*/ 65 w 216"/>
                <a:gd name="T25" fmla="*/ 201 h 205"/>
                <a:gd name="T26" fmla="*/ 60 w 216"/>
                <a:gd name="T27"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205">
                  <a:moveTo>
                    <a:pt x="60" y="205"/>
                  </a:moveTo>
                  <a:cubicBezTo>
                    <a:pt x="59" y="205"/>
                    <a:pt x="58" y="204"/>
                    <a:pt x="57" y="204"/>
                  </a:cubicBezTo>
                  <a:cubicBezTo>
                    <a:pt x="22" y="185"/>
                    <a:pt x="0" y="148"/>
                    <a:pt x="0" y="108"/>
                  </a:cubicBezTo>
                  <a:cubicBezTo>
                    <a:pt x="0" y="49"/>
                    <a:pt x="48" y="0"/>
                    <a:pt x="108" y="0"/>
                  </a:cubicBezTo>
                  <a:cubicBezTo>
                    <a:pt x="167" y="0"/>
                    <a:pt x="216" y="49"/>
                    <a:pt x="216" y="108"/>
                  </a:cubicBezTo>
                  <a:cubicBezTo>
                    <a:pt x="216" y="131"/>
                    <a:pt x="209" y="153"/>
                    <a:pt x="196" y="171"/>
                  </a:cubicBezTo>
                  <a:cubicBezTo>
                    <a:pt x="194" y="173"/>
                    <a:pt x="190" y="174"/>
                    <a:pt x="188" y="172"/>
                  </a:cubicBezTo>
                  <a:cubicBezTo>
                    <a:pt x="185" y="170"/>
                    <a:pt x="184" y="167"/>
                    <a:pt x="186" y="164"/>
                  </a:cubicBezTo>
                  <a:cubicBezTo>
                    <a:pt x="198" y="148"/>
                    <a:pt x="204" y="128"/>
                    <a:pt x="204" y="108"/>
                  </a:cubicBezTo>
                  <a:cubicBezTo>
                    <a:pt x="204" y="56"/>
                    <a:pt x="161" y="12"/>
                    <a:pt x="108" y="12"/>
                  </a:cubicBezTo>
                  <a:cubicBezTo>
                    <a:pt x="55" y="12"/>
                    <a:pt x="12" y="56"/>
                    <a:pt x="12" y="108"/>
                  </a:cubicBezTo>
                  <a:cubicBezTo>
                    <a:pt x="12" y="144"/>
                    <a:pt x="31" y="177"/>
                    <a:pt x="63" y="193"/>
                  </a:cubicBezTo>
                  <a:cubicBezTo>
                    <a:pt x="66" y="195"/>
                    <a:pt x="67" y="198"/>
                    <a:pt x="65" y="201"/>
                  </a:cubicBezTo>
                  <a:cubicBezTo>
                    <a:pt x="64" y="203"/>
                    <a:pt x="62" y="205"/>
                    <a:pt x="60" y="2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8" name="Freeform 131">
              <a:extLst>
                <a:ext uri="{FF2B5EF4-FFF2-40B4-BE49-F238E27FC236}">
                  <a16:creationId xmlns:a16="http://schemas.microsoft.com/office/drawing/2014/main" id="{A5D47A1B-2141-4945-9F0E-589BB8088B6D}"/>
                </a:ext>
              </a:extLst>
            </p:cNvPr>
            <p:cNvSpPr>
              <a:spLocks/>
            </p:cNvSpPr>
            <p:nvPr/>
          </p:nvSpPr>
          <p:spPr bwMode="auto">
            <a:xfrm>
              <a:off x="4812" y="2035"/>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39" name="Freeform 132">
              <a:extLst>
                <a:ext uri="{FF2B5EF4-FFF2-40B4-BE49-F238E27FC236}">
                  <a16:creationId xmlns:a16="http://schemas.microsoft.com/office/drawing/2014/main" id="{C5C6BBAC-F34B-7C43-9879-1B7567B25FFB}"/>
                </a:ext>
              </a:extLst>
            </p:cNvPr>
            <p:cNvSpPr>
              <a:spLocks/>
            </p:cNvSpPr>
            <p:nvPr/>
          </p:nvSpPr>
          <p:spPr bwMode="auto">
            <a:xfrm>
              <a:off x="4812" y="1893"/>
              <a:ext cx="19" cy="39"/>
            </a:xfrm>
            <a:custGeom>
              <a:avLst/>
              <a:gdLst>
                <a:gd name="T0" fmla="*/ 6 w 12"/>
                <a:gd name="T1" fmla="*/ 26 h 26"/>
                <a:gd name="T2" fmla="*/ 0 w 12"/>
                <a:gd name="T3" fmla="*/ 20 h 26"/>
                <a:gd name="T4" fmla="*/ 0 w 12"/>
                <a:gd name="T5" fmla="*/ 6 h 26"/>
                <a:gd name="T6" fmla="*/ 6 w 12"/>
                <a:gd name="T7" fmla="*/ 0 h 26"/>
                <a:gd name="T8" fmla="*/ 12 w 12"/>
                <a:gd name="T9" fmla="*/ 6 h 26"/>
                <a:gd name="T10" fmla="*/ 12 w 12"/>
                <a:gd name="T11" fmla="*/ 20 h 26"/>
                <a:gd name="T12" fmla="*/ 6 w 12"/>
                <a:gd name="T13" fmla="*/ 26 h 26"/>
              </a:gdLst>
              <a:ahLst/>
              <a:cxnLst>
                <a:cxn ang="0">
                  <a:pos x="T0" y="T1"/>
                </a:cxn>
                <a:cxn ang="0">
                  <a:pos x="T2" y="T3"/>
                </a:cxn>
                <a:cxn ang="0">
                  <a:pos x="T4" y="T5"/>
                </a:cxn>
                <a:cxn ang="0">
                  <a:pos x="T6" y="T7"/>
                </a:cxn>
                <a:cxn ang="0">
                  <a:pos x="T8" y="T9"/>
                </a:cxn>
                <a:cxn ang="0">
                  <a:pos x="T10" y="T11"/>
                </a:cxn>
                <a:cxn ang="0">
                  <a:pos x="T12" y="T13"/>
                </a:cxn>
              </a:cxnLst>
              <a:rect l="0" t="0" r="r" b="b"/>
              <a:pathLst>
                <a:path w="12" h="26">
                  <a:moveTo>
                    <a:pt x="6" y="26"/>
                  </a:moveTo>
                  <a:cubicBezTo>
                    <a:pt x="3" y="26"/>
                    <a:pt x="0" y="23"/>
                    <a:pt x="0" y="20"/>
                  </a:cubicBezTo>
                  <a:cubicBezTo>
                    <a:pt x="0" y="6"/>
                    <a:pt x="0" y="6"/>
                    <a:pt x="0" y="6"/>
                  </a:cubicBezTo>
                  <a:cubicBezTo>
                    <a:pt x="0" y="3"/>
                    <a:pt x="3" y="0"/>
                    <a:pt x="6" y="0"/>
                  </a:cubicBezTo>
                  <a:cubicBezTo>
                    <a:pt x="9" y="0"/>
                    <a:pt x="12" y="3"/>
                    <a:pt x="12" y="6"/>
                  </a:cubicBezTo>
                  <a:cubicBezTo>
                    <a:pt x="12" y="20"/>
                    <a:pt x="12" y="20"/>
                    <a:pt x="12" y="20"/>
                  </a:cubicBezTo>
                  <a:cubicBezTo>
                    <a:pt x="12" y="23"/>
                    <a:pt x="9" y="26"/>
                    <a:pt x="6"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0" name="Freeform 133">
              <a:extLst>
                <a:ext uri="{FF2B5EF4-FFF2-40B4-BE49-F238E27FC236}">
                  <a16:creationId xmlns:a16="http://schemas.microsoft.com/office/drawing/2014/main" id="{0E22282C-227B-014F-891F-C55AF7AEC82D}"/>
                </a:ext>
              </a:extLst>
            </p:cNvPr>
            <p:cNvSpPr>
              <a:spLocks/>
            </p:cNvSpPr>
            <p:nvPr/>
          </p:nvSpPr>
          <p:spPr bwMode="auto">
            <a:xfrm>
              <a:off x="4780" y="1914"/>
              <a:ext cx="81" cy="139"/>
            </a:xfrm>
            <a:custGeom>
              <a:avLst/>
              <a:gdLst>
                <a:gd name="T0" fmla="*/ 27 w 53"/>
                <a:gd name="T1" fmla="*/ 93 h 93"/>
                <a:gd name="T2" fmla="*/ 0 w 53"/>
                <a:gd name="T3" fmla="*/ 67 h 93"/>
                <a:gd name="T4" fmla="*/ 6 w 53"/>
                <a:gd name="T5" fmla="*/ 61 h 93"/>
                <a:gd name="T6" fmla="*/ 12 w 53"/>
                <a:gd name="T7" fmla="*/ 67 h 93"/>
                <a:gd name="T8" fmla="*/ 27 w 53"/>
                <a:gd name="T9" fmla="*/ 81 h 93"/>
                <a:gd name="T10" fmla="*/ 41 w 53"/>
                <a:gd name="T11" fmla="*/ 67 h 93"/>
                <a:gd name="T12" fmla="*/ 27 w 53"/>
                <a:gd name="T13" fmla="*/ 52 h 93"/>
                <a:gd name="T14" fmla="*/ 0 w 53"/>
                <a:gd name="T15" fmla="*/ 26 h 93"/>
                <a:gd name="T16" fmla="*/ 27 w 53"/>
                <a:gd name="T17" fmla="*/ 0 h 93"/>
                <a:gd name="T18" fmla="*/ 53 w 53"/>
                <a:gd name="T19" fmla="*/ 26 h 93"/>
                <a:gd name="T20" fmla="*/ 47 w 53"/>
                <a:gd name="T21" fmla="*/ 32 h 93"/>
                <a:gd name="T22" fmla="*/ 41 w 53"/>
                <a:gd name="T23" fmla="*/ 26 h 93"/>
                <a:gd name="T24" fmla="*/ 27 w 53"/>
                <a:gd name="T25" fmla="*/ 12 h 93"/>
                <a:gd name="T26" fmla="*/ 12 w 53"/>
                <a:gd name="T27" fmla="*/ 26 h 93"/>
                <a:gd name="T28" fmla="*/ 27 w 53"/>
                <a:gd name="T29" fmla="*/ 40 h 93"/>
                <a:gd name="T30" fmla="*/ 53 w 53"/>
                <a:gd name="T31" fmla="*/ 67 h 93"/>
                <a:gd name="T32" fmla="*/ 27 w 53"/>
                <a:gd name="T33" fmla="*/ 93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93">
                  <a:moveTo>
                    <a:pt x="27" y="93"/>
                  </a:moveTo>
                  <a:cubicBezTo>
                    <a:pt x="12" y="93"/>
                    <a:pt x="0" y="81"/>
                    <a:pt x="0" y="67"/>
                  </a:cubicBezTo>
                  <a:cubicBezTo>
                    <a:pt x="0" y="64"/>
                    <a:pt x="3" y="61"/>
                    <a:pt x="6" y="61"/>
                  </a:cubicBezTo>
                  <a:cubicBezTo>
                    <a:pt x="10" y="61"/>
                    <a:pt x="12" y="64"/>
                    <a:pt x="12" y="67"/>
                  </a:cubicBezTo>
                  <a:cubicBezTo>
                    <a:pt x="12" y="75"/>
                    <a:pt x="19" y="81"/>
                    <a:pt x="27" y="81"/>
                  </a:cubicBezTo>
                  <a:cubicBezTo>
                    <a:pt x="35" y="81"/>
                    <a:pt x="41" y="75"/>
                    <a:pt x="41" y="67"/>
                  </a:cubicBezTo>
                  <a:cubicBezTo>
                    <a:pt x="41" y="59"/>
                    <a:pt x="35" y="52"/>
                    <a:pt x="27" y="52"/>
                  </a:cubicBezTo>
                  <a:cubicBezTo>
                    <a:pt x="12" y="52"/>
                    <a:pt x="0" y="41"/>
                    <a:pt x="0" y="26"/>
                  </a:cubicBezTo>
                  <a:cubicBezTo>
                    <a:pt x="0" y="12"/>
                    <a:pt x="12" y="0"/>
                    <a:pt x="27" y="0"/>
                  </a:cubicBezTo>
                  <a:cubicBezTo>
                    <a:pt x="41" y="0"/>
                    <a:pt x="53" y="12"/>
                    <a:pt x="53" y="26"/>
                  </a:cubicBezTo>
                  <a:cubicBezTo>
                    <a:pt x="53" y="29"/>
                    <a:pt x="51" y="32"/>
                    <a:pt x="47" y="32"/>
                  </a:cubicBezTo>
                  <a:cubicBezTo>
                    <a:pt x="44" y="32"/>
                    <a:pt x="41" y="29"/>
                    <a:pt x="41" y="26"/>
                  </a:cubicBezTo>
                  <a:cubicBezTo>
                    <a:pt x="41" y="18"/>
                    <a:pt x="35" y="12"/>
                    <a:pt x="27" y="12"/>
                  </a:cubicBezTo>
                  <a:cubicBezTo>
                    <a:pt x="19" y="12"/>
                    <a:pt x="12" y="18"/>
                    <a:pt x="12" y="26"/>
                  </a:cubicBezTo>
                  <a:cubicBezTo>
                    <a:pt x="12" y="34"/>
                    <a:pt x="19" y="40"/>
                    <a:pt x="27" y="40"/>
                  </a:cubicBezTo>
                  <a:cubicBezTo>
                    <a:pt x="41" y="40"/>
                    <a:pt x="53" y="52"/>
                    <a:pt x="53" y="67"/>
                  </a:cubicBezTo>
                  <a:cubicBezTo>
                    <a:pt x="53" y="81"/>
                    <a:pt x="41" y="93"/>
                    <a:pt x="27"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41" name="Group 21">
            <a:extLst>
              <a:ext uri="{FF2B5EF4-FFF2-40B4-BE49-F238E27FC236}">
                <a16:creationId xmlns:a16="http://schemas.microsoft.com/office/drawing/2014/main" id="{DF8633A8-0907-CE44-BEF9-83365247F289}"/>
              </a:ext>
            </a:extLst>
          </p:cNvPr>
          <p:cNvGrpSpPr>
            <a:grpSpLocks noChangeAspect="1"/>
          </p:cNvGrpSpPr>
          <p:nvPr userDrawn="1"/>
        </p:nvGrpSpPr>
        <p:grpSpPr bwMode="auto">
          <a:xfrm>
            <a:off x="8420433" y="3170602"/>
            <a:ext cx="473118" cy="374241"/>
            <a:chOff x="526" y="695"/>
            <a:chExt cx="445" cy="352"/>
          </a:xfrm>
          <a:solidFill>
            <a:schemeClr val="accent1"/>
          </a:solidFill>
        </p:grpSpPr>
        <p:sp>
          <p:nvSpPr>
            <p:cNvPr id="242" name="Freeform 241">
              <a:extLst>
                <a:ext uri="{FF2B5EF4-FFF2-40B4-BE49-F238E27FC236}">
                  <a16:creationId xmlns:a16="http://schemas.microsoft.com/office/drawing/2014/main" id="{0AA12124-D907-9A4D-80E8-82D0A9B109B0}"/>
                </a:ext>
              </a:extLst>
            </p:cNvPr>
            <p:cNvSpPr>
              <a:spLocks/>
            </p:cNvSpPr>
            <p:nvPr/>
          </p:nvSpPr>
          <p:spPr bwMode="auto">
            <a:xfrm>
              <a:off x="526" y="741"/>
              <a:ext cx="382" cy="306"/>
            </a:xfrm>
            <a:custGeom>
              <a:avLst/>
              <a:gdLst>
                <a:gd name="T0" fmla="*/ 243 w 250"/>
                <a:gd name="T1" fmla="*/ 191 h 204"/>
                <a:gd name="T2" fmla="*/ 13 w 250"/>
                <a:gd name="T3" fmla="*/ 191 h 204"/>
                <a:gd name="T4" fmla="*/ 13 w 250"/>
                <a:gd name="T5" fmla="*/ 8 h 204"/>
                <a:gd name="T6" fmla="*/ 7 w 250"/>
                <a:gd name="T7" fmla="*/ 0 h 204"/>
                <a:gd name="T8" fmla="*/ 0 w 250"/>
                <a:gd name="T9" fmla="*/ 8 h 204"/>
                <a:gd name="T10" fmla="*/ 0 w 250"/>
                <a:gd name="T11" fmla="*/ 198 h 204"/>
                <a:gd name="T12" fmla="*/ 7 w 250"/>
                <a:gd name="T13" fmla="*/ 204 h 204"/>
                <a:gd name="T14" fmla="*/ 243 w 250"/>
                <a:gd name="T15" fmla="*/ 204 h 204"/>
                <a:gd name="T16" fmla="*/ 250 w 250"/>
                <a:gd name="T17" fmla="*/ 198 h 204"/>
                <a:gd name="T18" fmla="*/ 243 w 250"/>
                <a:gd name="T19" fmla="*/ 191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 h="204">
                  <a:moveTo>
                    <a:pt x="243" y="191"/>
                  </a:moveTo>
                  <a:cubicBezTo>
                    <a:pt x="13" y="191"/>
                    <a:pt x="13" y="191"/>
                    <a:pt x="13" y="191"/>
                  </a:cubicBezTo>
                  <a:cubicBezTo>
                    <a:pt x="13" y="8"/>
                    <a:pt x="13" y="8"/>
                    <a:pt x="13" y="8"/>
                  </a:cubicBezTo>
                  <a:cubicBezTo>
                    <a:pt x="13" y="4"/>
                    <a:pt x="10" y="0"/>
                    <a:pt x="7" y="0"/>
                  </a:cubicBezTo>
                  <a:cubicBezTo>
                    <a:pt x="3" y="0"/>
                    <a:pt x="0" y="4"/>
                    <a:pt x="0" y="8"/>
                  </a:cubicBezTo>
                  <a:cubicBezTo>
                    <a:pt x="0" y="198"/>
                    <a:pt x="0" y="198"/>
                    <a:pt x="0" y="198"/>
                  </a:cubicBezTo>
                  <a:cubicBezTo>
                    <a:pt x="0" y="201"/>
                    <a:pt x="3" y="204"/>
                    <a:pt x="7" y="204"/>
                  </a:cubicBezTo>
                  <a:cubicBezTo>
                    <a:pt x="243" y="204"/>
                    <a:pt x="243" y="204"/>
                    <a:pt x="243" y="204"/>
                  </a:cubicBezTo>
                  <a:cubicBezTo>
                    <a:pt x="247" y="204"/>
                    <a:pt x="250" y="201"/>
                    <a:pt x="250" y="198"/>
                  </a:cubicBezTo>
                  <a:cubicBezTo>
                    <a:pt x="250" y="194"/>
                    <a:pt x="247" y="191"/>
                    <a:pt x="243"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3" name="Freeform 242">
              <a:extLst>
                <a:ext uri="{FF2B5EF4-FFF2-40B4-BE49-F238E27FC236}">
                  <a16:creationId xmlns:a16="http://schemas.microsoft.com/office/drawing/2014/main" id="{F4562066-1535-0A41-9AF3-02D89DD896A2}"/>
                </a:ext>
              </a:extLst>
            </p:cNvPr>
            <p:cNvSpPr>
              <a:spLocks noEditPoints="1"/>
            </p:cNvSpPr>
            <p:nvPr/>
          </p:nvSpPr>
          <p:spPr bwMode="auto">
            <a:xfrm>
              <a:off x="573" y="695"/>
              <a:ext cx="398" cy="284"/>
            </a:xfrm>
            <a:custGeom>
              <a:avLst/>
              <a:gdLst>
                <a:gd name="T0" fmla="*/ 208 w 260"/>
                <a:gd name="T1" fmla="*/ 0 h 190"/>
                <a:gd name="T2" fmla="*/ 157 w 260"/>
                <a:gd name="T3" fmla="*/ 51 h 190"/>
                <a:gd name="T4" fmla="*/ 173 w 260"/>
                <a:gd name="T5" fmla="*/ 89 h 190"/>
                <a:gd name="T6" fmla="*/ 149 w 260"/>
                <a:gd name="T7" fmla="*/ 122 h 190"/>
                <a:gd name="T8" fmla="*/ 139 w 260"/>
                <a:gd name="T9" fmla="*/ 120 h 190"/>
                <a:gd name="T10" fmla="*/ 122 w 260"/>
                <a:gd name="T11" fmla="*/ 126 h 190"/>
                <a:gd name="T12" fmla="*/ 104 w 260"/>
                <a:gd name="T13" fmla="*/ 113 h 190"/>
                <a:gd name="T14" fmla="*/ 106 w 260"/>
                <a:gd name="T15" fmla="*/ 104 h 190"/>
                <a:gd name="T16" fmla="*/ 80 w 260"/>
                <a:gd name="T17" fmla="*/ 78 h 190"/>
                <a:gd name="T18" fmla="*/ 55 w 260"/>
                <a:gd name="T19" fmla="*/ 104 h 190"/>
                <a:gd name="T20" fmla="*/ 59 w 260"/>
                <a:gd name="T21" fmla="*/ 118 h 190"/>
                <a:gd name="T22" fmla="*/ 37 w 260"/>
                <a:gd name="T23" fmla="*/ 141 h 190"/>
                <a:gd name="T24" fmla="*/ 26 w 260"/>
                <a:gd name="T25" fmla="*/ 139 h 190"/>
                <a:gd name="T26" fmla="*/ 0 w 260"/>
                <a:gd name="T27" fmla="*/ 164 h 190"/>
                <a:gd name="T28" fmla="*/ 26 w 260"/>
                <a:gd name="T29" fmla="*/ 190 h 190"/>
                <a:gd name="T30" fmla="*/ 52 w 260"/>
                <a:gd name="T31" fmla="*/ 164 h 190"/>
                <a:gd name="T32" fmla="*/ 47 w 260"/>
                <a:gd name="T33" fmla="*/ 150 h 190"/>
                <a:gd name="T34" fmla="*/ 69 w 260"/>
                <a:gd name="T35" fmla="*/ 127 h 190"/>
                <a:gd name="T36" fmla="*/ 80 w 260"/>
                <a:gd name="T37" fmla="*/ 130 h 190"/>
                <a:gd name="T38" fmla="*/ 97 w 260"/>
                <a:gd name="T39" fmla="*/ 123 h 190"/>
                <a:gd name="T40" fmla="*/ 115 w 260"/>
                <a:gd name="T41" fmla="*/ 137 h 190"/>
                <a:gd name="T42" fmla="*/ 113 w 260"/>
                <a:gd name="T43" fmla="*/ 146 h 190"/>
                <a:gd name="T44" fmla="*/ 139 w 260"/>
                <a:gd name="T45" fmla="*/ 171 h 190"/>
                <a:gd name="T46" fmla="*/ 165 w 260"/>
                <a:gd name="T47" fmla="*/ 146 h 190"/>
                <a:gd name="T48" fmla="*/ 159 w 260"/>
                <a:gd name="T49" fmla="*/ 130 h 190"/>
                <a:gd name="T50" fmla="*/ 183 w 260"/>
                <a:gd name="T51" fmla="*/ 97 h 190"/>
                <a:gd name="T52" fmla="*/ 208 w 260"/>
                <a:gd name="T53" fmla="*/ 103 h 190"/>
                <a:gd name="T54" fmla="*/ 260 w 260"/>
                <a:gd name="T55" fmla="*/ 51 h 190"/>
                <a:gd name="T56" fmla="*/ 208 w 260"/>
                <a:gd name="T57" fmla="*/ 0 h 190"/>
                <a:gd name="T58" fmla="*/ 38 w 260"/>
                <a:gd name="T59" fmla="*/ 164 h 190"/>
                <a:gd name="T60" fmla="*/ 26 w 260"/>
                <a:gd name="T61" fmla="*/ 177 h 190"/>
                <a:gd name="T62" fmla="*/ 13 w 260"/>
                <a:gd name="T63" fmla="*/ 164 h 190"/>
                <a:gd name="T64" fmla="*/ 26 w 260"/>
                <a:gd name="T65" fmla="*/ 152 h 190"/>
                <a:gd name="T66" fmla="*/ 28 w 260"/>
                <a:gd name="T67" fmla="*/ 152 h 190"/>
                <a:gd name="T68" fmla="*/ 37 w 260"/>
                <a:gd name="T69" fmla="*/ 161 h 190"/>
                <a:gd name="T70" fmla="*/ 38 w 260"/>
                <a:gd name="T71" fmla="*/ 164 h 190"/>
                <a:gd name="T72" fmla="*/ 80 w 260"/>
                <a:gd name="T73" fmla="*/ 116 h 190"/>
                <a:gd name="T74" fmla="*/ 78 w 260"/>
                <a:gd name="T75" fmla="*/ 116 h 190"/>
                <a:gd name="T76" fmla="*/ 69 w 260"/>
                <a:gd name="T77" fmla="*/ 107 h 190"/>
                <a:gd name="T78" fmla="*/ 69 w 260"/>
                <a:gd name="T79" fmla="*/ 104 h 190"/>
                <a:gd name="T80" fmla="*/ 80 w 260"/>
                <a:gd name="T81" fmla="*/ 91 h 190"/>
                <a:gd name="T82" fmla="*/ 93 w 260"/>
                <a:gd name="T83" fmla="*/ 104 h 190"/>
                <a:gd name="T84" fmla="*/ 93 w 260"/>
                <a:gd name="T85" fmla="*/ 105 h 190"/>
                <a:gd name="T86" fmla="*/ 85 w 260"/>
                <a:gd name="T87" fmla="*/ 115 h 190"/>
                <a:gd name="T88" fmla="*/ 80 w 260"/>
                <a:gd name="T89" fmla="*/ 116 h 190"/>
                <a:gd name="T90" fmla="*/ 151 w 260"/>
                <a:gd name="T91" fmla="*/ 146 h 190"/>
                <a:gd name="T92" fmla="*/ 139 w 260"/>
                <a:gd name="T93" fmla="*/ 158 h 190"/>
                <a:gd name="T94" fmla="*/ 126 w 260"/>
                <a:gd name="T95" fmla="*/ 146 h 190"/>
                <a:gd name="T96" fmla="*/ 126 w 260"/>
                <a:gd name="T97" fmla="*/ 145 h 190"/>
                <a:gd name="T98" fmla="*/ 134 w 260"/>
                <a:gd name="T99" fmla="*/ 134 h 190"/>
                <a:gd name="T100" fmla="*/ 139 w 260"/>
                <a:gd name="T101" fmla="*/ 133 h 190"/>
                <a:gd name="T102" fmla="*/ 140 w 260"/>
                <a:gd name="T103" fmla="*/ 133 h 190"/>
                <a:gd name="T104" fmla="*/ 151 w 260"/>
                <a:gd name="T105" fmla="*/ 141 h 190"/>
                <a:gd name="T106" fmla="*/ 151 w 260"/>
                <a:gd name="T107" fmla="*/ 146 h 190"/>
                <a:gd name="T108" fmla="*/ 208 w 260"/>
                <a:gd name="T109" fmla="*/ 90 h 190"/>
                <a:gd name="T110" fmla="*/ 191 w 260"/>
                <a:gd name="T111" fmla="*/ 86 h 190"/>
                <a:gd name="T112" fmla="*/ 181 w 260"/>
                <a:gd name="T113" fmla="*/ 78 h 190"/>
                <a:gd name="T114" fmla="*/ 170 w 260"/>
                <a:gd name="T115" fmla="*/ 51 h 190"/>
                <a:gd name="T116" fmla="*/ 208 w 260"/>
                <a:gd name="T117" fmla="*/ 13 h 190"/>
                <a:gd name="T118" fmla="*/ 247 w 260"/>
                <a:gd name="T119" fmla="*/ 51 h 190"/>
                <a:gd name="T120" fmla="*/ 208 w 260"/>
                <a:gd name="T121" fmla="*/ 90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190">
                  <a:moveTo>
                    <a:pt x="208" y="0"/>
                  </a:moveTo>
                  <a:cubicBezTo>
                    <a:pt x="180" y="0"/>
                    <a:pt x="157" y="23"/>
                    <a:pt x="157" y="51"/>
                  </a:cubicBezTo>
                  <a:cubicBezTo>
                    <a:pt x="157" y="66"/>
                    <a:pt x="163" y="80"/>
                    <a:pt x="173" y="89"/>
                  </a:cubicBezTo>
                  <a:cubicBezTo>
                    <a:pt x="149" y="122"/>
                    <a:pt x="149" y="122"/>
                    <a:pt x="149" y="122"/>
                  </a:cubicBezTo>
                  <a:cubicBezTo>
                    <a:pt x="145" y="121"/>
                    <a:pt x="142" y="120"/>
                    <a:pt x="139" y="120"/>
                  </a:cubicBezTo>
                  <a:cubicBezTo>
                    <a:pt x="133" y="120"/>
                    <a:pt x="126" y="122"/>
                    <a:pt x="122" y="126"/>
                  </a:cubicBezTo>
                  <a:cubicBezTo>
                    <a:pt x="104" y="113"/>
                    <a:pt x="104" y="113"/>
                    <a:pt x="104" y="113"/>
                  </a:cubicBezTo>
                  <a:cubicBezTo>
                    <a:pt x="106" y="110"/>
                    <a:pt x="106" y="107"/>
                    <a:pt x="106" y="104"/>
                  </a:cubicBezTo>
                  <a:cubicBezTo>
                    <a:pt x="106" y="90"/>
                    <a:pt x="94" y="78"/>
                    <a:pt x="80" y="78"/>
                  </a:cubicBezTo>
                  <a:cubicBezTo>
                    <a:pt x="67" y="78"/>
                    <a:pt x="55" y="90"/>
                    <a:pt x="55" y="104"/>
                  </a:cubicBezTo>
                  <a:cubicBezTo>
                    <a:pt x="55" y="109"/>
                    <a:pt x="56" y="114"/>
                    <a:pt x="59" y="118"/>
                  </a:cubicBezTo>
                  <a:cubicBezTo>
                    <a:pt x="37" y="141"/>
                    <a:pt x="37" y="141"/>
                    <a:pt x="37" y="141"/>
                  </a:cubicBezTo>
                  <a:cubicBezTo>
                    <a:pt x="34" y="139"/>
                    <a:pt x="30" y="139"/>
                    <a:pt x="26" y="139"/>
                  </a:cubicBezTo>
                  <a:cubicBezTo>
                    <a:pt x="12" y="139"/>
                    <a:pt x="0" y="150"/>
                    <a:pt x="0" y="164"/>
                  </a:cubicBezTo>
                  <a:cubicBezTo>
                    <a:pt x="0" y="179"/>
                    <a:pt x="12" y="190"/>
                    <a:pt x="26" y="190"/>
                  </a:cubicBezTo>
                  <a:cubicBezTo>
                    <a:pt x="40" y="190"/>
                    <a:pt x="52" y="179"/>
                    <a:pt x="52" y="164"/>
                  </a:cubicBezTo>
                  <a:cubicBezTo>
                    <a:pt x="52" y="159"/>
                    <a:pt x="50" y="155"/>
                    <a:pt x="47" y="150"/>
                  </a:cubicBezTo>
                  <a:cubicBezTo>
                    <a:pt x="69" y="127"/>
                    <a:pt x="69" y="127"/>
                    <a:pt x="69" y="127"/>
                  </a:cubicBezTo>
                  <a:cubicBezTo>
                    <a:pt x="72" y="129"/>
                    <a:pt x="77" y="130"/>
                    <a:pt x="80" y="130"/>
                  </a:cubicBezTo>
                  <a:cubicBezTo>
                    <a:pt x="86" y="130"/>
                    <a:pt x="93" y="127"/>
                    <a:pt x="97" y="123"/>
                  </a:cubicBezTo>
                  <a:cubicBezTo>
                    <a:pt x="115" y="137"/>
                    <a:pt x="115" y="137"/>
                    <a:pt x="115" y="137"/>
                  </a:cubicBezTo>
                  <a:cubicBezTo>
                    <a:pt x="114" y="139"/>
                    <a:pt x="113" y="142"/>
                    <a:pt x="113" y="146"/>
                  </a:cubicBezTo>
                  <a:cubicBezTo>
                    <a:pt x="113" y="159"/>
                    <a:pt x="125" y="171"/>
                    <a:pt x="139" y="171"/>
                  </a:cubicBezTo>
                  <a:cubicBezTo>
                    <a:pt x="153" y="171"/>
                    <a:pt x="165" y="159"/>
                    <a:pt x="165" y="146"/>
                  </a:cubicBezTo>
                  <a:cubicBezTo>
                    <a:pt x="165" y="139"/>
                    <a:pt x="162" y="134"/>
                    <a:pt x="159" y="130"/>
                  </a:cubicBezTo>
                  <a:cubicBezTo>
                    <a:pt x="183" y="97"/>
                    <a:pt x="183" y="97"/>
                    <a:pt x="183" y="97"/>
                  </a:cubicBezTo>
                  <a:cubicBezTo>
                    <a:pt x="191" y="101"/>
                    <a:pt x="199" y="103"/>
                    <a:pt x="208" y="103"/>
                  </a:cubicBezTo>
                  <a:cubicBezTo>
                    <a:pt x="237" y="103"/>
                    <a:pt x="260" y="80"/>
                    <a:pt x="260" y="51"/>
                  </a:cubicBezTo>
                  <a:cubicBezTo>
                    <a:pt x="260" y="23"/>
                    <a:pt x="237" y="0"/>
                    <a:pt x="208" y="0"/>
                  </a:cubicBezTo>
                  <a:close/>
                  <a:moveTo>
                    <a:pt x="38" y="164"/>
                  </a:moveTo>
                  <a:cubicBezTo>
                    <a:pt x="38" y="172"/>
                    <a:pt x="33" y="177"/>
                    <a:pt x="26" y="177"/>
                  </a:cubicBezTo>
                  <a:cubicBezTo>
                    <a:pt x="19" y="177"/>
                    <a:pt x="13" y="172"/>
                    <a:pt x="13" y="164"/>
                  </a:cubicBezTo>
                  <a:cubicBezTo>
                    <a:pt x="13" y="157"/>
                    <a:pt x="19" y="152"/>
                    <a:pt x="26" y="152"/>
                  </a:cubicBezTo>
                  <a:cubicBezTo>
                    <a:pt x="27" y="152"/>
                    <a:pt x="28" y="152"/>
                    <a:pt x="28" y="152"/>
                  </a:cubicBezTo>
                  <a:cubicBezTo>
                    <a:pt x="33" y="153"/>
                    <a:pt x="37" y="156"/>
                    <a:pt x="37" y="161"/>
                  </a:cubicBezTo>
                  <a:cubicBezTo>
                    <a:pt x="38" y="162"/>
                    <a:pt x="38" y="164"/>
                    <a:pt x="38" y="164"/>
                  </a:cubicBezTo>
                  <a:close/>
                  <a:moveTo>
                    <a:pt x="80" y="116"/>
                  </a:moveTo>
                  <a:cubicBezTo>
                    <a:pt x="80" y="116"/>
                    <a:pt x="79" y="116"/>
                    <a:pt x="78" y="116"/>
                  </a:cubicBezTo>
                  <a:cubicBezTo>
                    <a:pt x="74" y="115"/>
                    <a:pt x="69" y="112"/>
                    <a:pt x="69" y="107"/>
                  </a:cubicBezTo>
                  <a:cubicBezTo>
                    <a:pt x="69" y="106"/>
                    <a:pt x="69" y="105"/>
                    <a:pt x="69" y="104"/>
                  </a:cubicBezTo>
                  <a:cubicBezTo>
                    <a:pt x="69" y="97"/>
                    <a:pt x="74" y="91"/>
                    <a:pt x="80" y="91"/>
                  </a:cubicBezTo>
                  <a:cubicBezTo>
                    <a:pt x="87" y="91"/>
                    <a:pt x="93" y="97"/>
                    <a:pt x="93" y="104"/>
                  </a:cubicBezTo>
                  <a:cubicBezTo>
                    <a:pt x="93" y="105"/>
                    <a:pt x="93" y="105"/>
                    <a:pt x="93" y="105"/>
                  </a:cubicBezTo>
                  <a:cubicBezTo>
                    <a:pt x="93" y="109"/>
                    <a:pt x="90" y="114"/>
                    <a:pt x="85" y="115"/>
                  </a:cubicBezTo>
                  <a:cubicBezTo>
                    <a:pt x="84" y="116"/>
                    <a:pt x="82" y="116"/>
                    <a:pt x="80" y="116"/>
                  </a:cubicBezTo>
                  <a:close/>
                  <a:moveTo>
                    <a:pt x="151" y="146"/>
                  </a:moveTo>
                  <a:cubicBezTo>
                    <a:pt x="151" y="152"/>
                    <a:pt x="145" y="158"/>
                    <a:pt x="139" y="158"/>
                  </a:cubicBezTo>
                  <a:cubicBezTo>
                    <a:pt x="132" y="158"/>
                    <a:pt x="126" y="152"/>
                    <a:pt x="126" y="146"/>
                  </a:cubicBezTo>
                  <a:cubicBezTo>
                    <a:pt x="126" y="145"/>
                    <a:pt x="126" y="145"/>
                    <a:pt x="126" y="145"/>
                  </a:cubicBezTo>
                  <a:cubicBezTo>
                    <a:pt x="126" y="139"/>
                    <a:pt x="130" y="136"/>
                    <a:pt x="134" y="134"/>
                  </a:cubicBezTo>
                  <a:cubicBezTo>
                    <a:pt x="135" y="133"/>
                    <a:pt x="137" y="133"/>
                    <a:pt x="139" y="133"/>
                  </a:cubicBezTo>
                  <a:cubicBezTo>
                    <a:pt x="140" y="133"/>
                    <a:pt x="140" y="133"/>
                    <a:pt x="140" y="133"/>
                  </a:cubicBezTo>
                  <a:cubicBezTo>
                    <a:pt x="144" y="133"/>
                    <a:pt x="149" y="137"/>
                    <a:pt x="151" y="141"/>
                  </a:cubicBezTo>
                  <a:cubicBezTo>
                    <a:pt x="151" y="142"/>
                    <a:pt x="151" y="144"/>
                    <a:pt x="151" y="146"/>
                  </a:cubicBezTo>
                  <a:close/>
                  <a:moveTo>
                    <a:pt x="208" y="90"/>
                  </a:moveTo>
                  <a:cubicBezTo>
                    <a:pt x="202" y="90"/>
                    <a:pt x="197" y="89"/>
                    <a:pt x="191" y="86"/>
                  </a:cubicBezTo>
                  <a:cubicBezTo>
                    <a:pt x="188" y="84"/>
                    <a:pt x="184" y="82"/>
                    <a:pt x="181" y="78"/>
                  </a:cubicBezTo>
                  <a:cubicBezTo>
                    <a:pt x="175" y="72"/>
                    <a:pt x="170" y="62"/>
                    <a:pt x="170" y="51"/>
                  </a:cubicBezTo>
                  <a:cubicBezTo>
                    <a:pt x="170" y="30"/>
                    <a:pt x="187" y="13"/>
                    <a:pt x="208" y="13"/>
                  </a:cubicBezTo>
                  <a:cubicBezTo>
                    <a:pt x="230" y="13"/>
                    <a:pt x="247" y="30"/>
                    <a:pt x="247" y="51"/>
                  </a:cubicBezTo>
                  <a:cubicBezTo>
                    <a:pt x="247" y="73"/>
                    <a:pt x="230" y="90"/>
                    <a:pt x="208" y="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4" name="Freeform 243">
              <a:extLst>
                <a:ext uri="{FF2B5EF4-FFF2-40B4-BE49-F238E27FC236}">
                  <a16:creationId xmlns:a16="http://schemas.microsoft.com/office/drawing/2014/main" id="{B9353C7F-D73E-B741-B879-7A160E097286}"/>
                </a:ext>
              </a:extLst>
            </p:cNvPr>
            <p:cNvSpPr>
              <a:spLocks/>
            </p:cNvSpPr>
            <p:nvPr/>
          </p:nvSpPr>
          <p:spPr bwMode="auto">
            <a:xfrm>
              <a:off x="885" y="800"/>
              <a:ext cx="17" cy="16"/>
            </a:xfrm>
            <a:custGeom>
              <a:avLst/>
              <a:gdLst>
                <a:gd name="T0" fmla="*/ 0 w 17"/>
                <a:gd name="T1" fmla="*/ 0 h 16"/>
                <a:gd name="T2" fmla="*/ 17 w 17"/>
                <a:gd name="T3" fmla="*/ 0 h 16"/>
                <a:gd name="T4" fmla="*/ 17 w 17"/>
                <a:gd name="T5" fmla="*/ 16 h 16"/>
                <a:gd name="T6" fmla="*/ 0 w 17"/>
                <a:gd name="T7" fmla="*/ 16 h 16"/>
                <a:gd name="T8" fmla="*/ 0 w 17"/>
                <a:gd name="T9" fmla="*/ 0 h 16"/>
                <a:gd name="T10" fmla="*/ 0 w 17"/>
                <a:gd name="T11" fmla="*/ 0 h 16"/>
              </a:gdLst>
              <a:ahLst/>
              <a:cxnLst>
                <a:cxn ang="0">
                  <a:pos x="T0" y="T1"/>
                </a:cxn>
                <a:cxn ang="0">
                  <a:pos x="T2" y="T3"/>
                </a:cxn>
                <a:cxn ang="0">
                  <a:pos x="T4" y="T5"/>
                </a:cxn>
                <a:cxn ang="0">
                  <a:pos x="T6" y="T7"/>
                </a:cxn>
                <a:cxn ang="0">
                  <a:pos x="T8" y="T9"/>
                </a:cxn>
                <a:cxn ang="0">
                  <a:pos x="T10" y="T11"/>
                </a:cxn>
              </a:cxnLst>
              <a:rect l="0" t="0" r="r" b="b"/>
              <a:pathLst>
                <a:path w="17" h="16">
                  <a:moveTo>
                    <a:pt x="0" y="0"/>
                  </a:moveTo>
                  <a:lnTo>
                    <a:pt x="17" y="0"/>
                  </a:lnTo>
                  <a:lnTo>
                    <a:pt x="17" y="16"/>
                  </a:lnTo>
                  <a:lnTo>
                    <a:pt x="0" y="16"/>
                  </a:lnTo>
                  <a:lnTo>
                    <a:pt x="0"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5" name="Freeform 244">
              <a:extLst>
                <a:ext uri="{FF2B5EF4-FFF2-40B4-BE49-F238E27FC236}">
                  <a16:creationId xmlns:a16="http://schemas.microsoft.com/office/drawing/2014/main" id="{6486A7B7-4FAD-3449-8DAB-F23DCD605F83}"/>
                </a:ext>
              </a:extLst>
            </p:cNvPr>
            <p:cNvSpPr>
              <a:spLocks/>
            </p:cNvSpPr>
            <p:nvPr/>
          </p:nvSpPr>
          <p:spPr bwMode="auto">
            <a:xfrm>
              <a:off x="861" y="725"/>
              <a:ext cx="65" cy="67"/>
            </a:xfrm>
            <a:custGeom>
              <a:avLst/>
              <a:gdLst>
                <a:gd name="T0" fmla="*/ 21 w 43"/>
                <a:gd name="T1" fmla="*/ 0 h 45"/>
                <a:gd name="T2" fmla="*/ 6 w 43"/>
                <a:gd name="T3" fmla="*/ 6 h 45"/>
                <a:gd name="T4" fmla="*/ 0 w 43"/>
                <a:gd name="T5" fmla="*/ 18 h 45"/>
                <a:gd name="T6" fmla="*/ 10 w 43"/>
                <a:gd name="T7" fmla="*/ 19 h 45"/>
                <a:gd name="T8" fmla="*/ 14 w 43"/>
                <a:gd name="T9" fmla="*/ 12 h 45"/>
                <a:gd name="T10" fmla="*/ 21 w 43"/>
                <a:gd name="T11" fmla="*/ 9 h 45"/>
                <a:gd name="T12" fmla="*/ 28 w 43"/>
                <a:gd name="T13" fmla="*/ 11 h 45"/>
                <a:gd name="T14" fmla="*/ 31 w 43"/>
                <a:gd name="T15" fmla="*/ 17 h 45"/>
                <a:gd name="T16" fmla="*/ 29 w 43"/>
                <a:gd name="T17" fmla="*/ 22 h 45"/>
                <a:gd name="T18" fmla="*/ 24 w 43"/>
                <a:gd name="T19" fmla="*/ 27 h 45"/>
                <a:gd name="T20" fmla="*/ 17 w 43"/>
                <a:gd name="T21" fmla="*/ 35 h 45"/>
                <a:gd name="T22" fmla="*/ 15 w 43"/>
                <a:gd name="T23" fmla="*/ 43 h 45"/>
                <a:gd name="T24" fmla="*/ 16 w 43"/>
                <a:gd name="T25" fmla="*/ 45 h 45"/>
                <a:gd name="T26" fmla="*/ 26 w 43"/>
                <a:gd name="T27" fmla="*/ 45 h 45"/>
                <a:gd name="T28" fmla="*/ 27 w 43"/>
                <a:gd name="T29" fmla="*/ 39 h 45"/>
                <a:gd name="T30" fmla="*/ 31 w 43"/>
                <a:gd name="T31" fmla="*/ 34 h 45"/>
                <a:gd name="T32" fmla="*/ 40 w 43"/>
                <a:gd name="T33" fmla="*/ 25 h 45"/>
                <a:gd name="T34" fmla="*/ 43 w 43"/>
                <a:gd name="T35" fmla="*/ 17 h 45"/>
                <a:gd name="T36" fmla="*/ 36 w 43"/>
                <a:gd name="T37" fmla="*/ 6 h 45"/>
                <a:gd name="T38" fmla="*/ 21 w 43"/>
                <a:gd name="T39" fmla="*/ 0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3" h="45">
                  <a:moveTo>
                    <a:pt x="21" y="0"/>
                  </a:moveTo>
                  <a:cubicBezTo>
                    <a:pt x="15" y="0"/>
                    <a:pt x="10" y="2"/>
                    <a:pt x="6" y="6"/>
                  </a:cubicBezTo>
                  <a:cubicBezTo>
                    <a:pt x="2" y="9"/>
                    <a:pt x="0" y="13"/>
                    <a:pt x="0" y="18"/>
                  </a:cubicBezTo>
                  <a:cubicBezTo>
                    <a:pt x="10" y="19"/>
                    <a:pt x="10" y="19"/>
                    <a:pt x="10" y="19"/>
                  </a:cubicBezTo>
                  <a:cubicBezTo>
                    <a:pt x="11" y="16"/>
                    <a:pt x="12" y="13"/>
                    <a:pt x="14" y="12"/>
                  </a:cubicBezTo>
                  <a:cubicBezTo>
                    <a:pt x="16" y="10"/>
                    <a:pt x="19" y="9"/>
                    <a:pt x="21" y="9"/>
                  </a:cubicBezTo>
                  <a:cubicBezTo>
                    <a:pt x="25" y="9"/>
                    <a:pt x="27" y="10"/>
                    <a:pt x="28" y="11"/>
                  </a:cubicBezTo>
                  <a:cubicBezTo>
                    <a:pt x="30" y="13"/>
                    <a:pt x="31" y="15"/>
                    <a:pt x="31" y="17"/>
                  </a:cubicBezTo>
                  <a:cubicBezTo>
                    <a:pt x="31" y="19"/>
                    <a:pt x="31" y="20"/>
                    <a:pt x="29" y="22"/>
                  </a:cubicBezTo>
                  <a:cubicBezTo>
                    <a:pt x="29" y="23"/>
                    <a:pt x="27" y="25"/>
                    <a:pt x="24" y="27"/>
                  </a:cubicBezTo>
                  <a:cubicBezTo>
                    <a:pt x="20" y="30"/>
                    <a:pt x="19" y="32"/>
                    <a:pt x="17" y="35"/>
                  </a:cubicBezTo>
                  <a:cubicBezTo>
                    <a:pt x="16" y="36"/>
                    <a:pt x="15" y="39"/>
                    <a:pt x="15" y="43"/>
                  </a:cubicBezTo>
                  <a:cubicBezTo>
                    <a:pt x="15" y="43"/>
                    <a:pt x="15" y="44"/>
                    <a:pt x="16" y="45"/>
                  </a:cubicBezTo>
                  <a:cubicBezTo>
                    <a:pt x="26" y="45"/>
                    <a:pt x="26" y="45"/>
                    <a:pt x="26" y="45"/>
                  </a:cubicBezTo>
                  <a:cubicBezTo>
                    <a:pt x="26" y="43"/>
                    <a:pt x="26" y="40"/>
                    <a:pt x="27" y="39"/>
                  </a:cubicBezTo>
                  <a:cubicBezTo>
                    <a:pt x="27" y="38"/>
                    <a:pt x="28" y="36"/>
                    <a:pt x="31" y="34"/>
                  </a:cubicBezTo>
                  <a:cubicBezTo>
                    <a:pt x="36" y="30"/>
                    <a:pt x="39" y="27"/>
                    <a:pt x="40" y="25"/>
                  </a:cubicBezTo>
                  <a:cubicBezTo>
                    <a:pt x="42" y="23"/>
                    <a:pt x="43" y="20"/>
                    <a:pt x="43" y="17"/>
                  </a:cubicBezTo>
                  <a:cubicBezTo>
                    <a:pt x="43" y="13"/>
                    <a:pt x="40" y="9"/>
                    <a:pt x="36" y="6"/>
                  </a:cubicBezTo>
                  <a:cubicBezTo>
                    <a:pt x="33" y="2"/>
                    <a:pt x="27" y="0"/>
                    <a:pt x="2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46" name="Group 71">
            <a:extLst>
              <a:ext uri="{FF2B5EF4-FFF2-40B4-BE49-F238E27FC236}">
                <a16:creationId xmlns:a16="http://schemas.microsoft.com/office/drawing/2014/main" id="{812AA5DC-A4DD-534D-91AC-87DD09713D05}"/>
              </a:ext>
            </a:extLst>
          </p:cNvPr>
          <p:cNvGrpSpPr>
            <a:grpSpLocks noChangeAspect="1"/>
          </p:cNvGrpSpPr>
          <p:nvPr userDrawn="1"/>
        </p:nvGrpSpPr>
        <p:grpSpPr bwMode="auto">
          <a:xfrm>
            <a:off x="9667337" y="3111955"/>
            <a:ext cx="516168" cy="491534"/>
            <a:chOff x="6721" y="1874"/>
            <a:chExt cx="440" cy="419"/>
          </a:xfrm>
          <a:solidFill>
            <a:schemeClr val="accent1"/>
          </a:solidFill>
        </p:grpSpPr>
        <p:sp>
          <p:nvSpPr>
            <p:cNvPr id="247" name="Freeform 72">
              <a:extLst>
                <a:ext uri="{FF2B5EF4-FFF2-40B4-BE49-F238E27FC236}">
                  <a16:creationId xmlns:a16="http://schemas.microsoft.com/office/drawing/2014/main" id="{1D7E026E-1643-2347-9166-545F7A08B43D}"/>
                </a:ext>
              </a:extLst>
            </p:cNvPr>
            <p:cNvSpPr>
              <a:spLocks noEditPoints="1"/>
            </p:cNvSpPr>
            <p:nvPr/>
          </p:nvSpPr>
          <p:spPr bwMode="auto">
            <a:xfrm>
              <a:off x="7033" y="1952"/>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8" y="0"/>
                    <a:pt x="48" y="10"/>
                    <a:pt x="48" y="24"/>
                  </a:cubicBezTo>
                  <a:cubicBezTo>
                    <a:pt x="48" y="37"/>
                    <a:pt x="38" y="48"/>
                    <a:pt x="24" y="48"/>
                  </a:cubicBezTo>
                  <a:close/>
                  <a:moveTo>
                    <a:pt x="24" y="12"/>
                  </a:moveTo>
                  <a:cubicBezTo>
                    <a:pt x="18" y="12"/>
                    <a:pt x="12" y="17"/>
                    <a:pt x="12" y="24"/>
                  </a:cubicBezTo>
                  <a:cubicBezTo>
                    <a:pt x="12" y="30"/>
                    <a:pt x="18"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8" name="Freeform 73">
              <a:extLst>
                <a:ext uri="{FF2B5EF4-FFF2-40B4-BE49-F238E27FC236}">
                  <a16:creationId xmlns:a16="http://schemas.microsoft.com/office/drawing/2014/main" id="{5351C73B-0BA7-0241-A5BE-40597F228322}"/>
                </a:ext>
              </a:extLst>
            </p:cNvPr>
            <p:cNvSpPr>
              <a:spLocks noEditPoints="1"/>
            </p:cNvSpPr>
            <p:nvPr/>
          </p:nvSpPr>
          <p:spPr bwMode="auto">
            <a:xfrm>
              <a:off x="6979" y="1898"/>
              <a:ext cx="182" cy="180"/>
            </a:xfrm>
            <a:custGeom>
              <a:avLst/>
              <a:gdLst>
                <a:gd name="T0" fmla="*/ 48 w 119"/>
                <a:gd name="T1" fmla="*/ 120 h 120"/>
                <a:gd name="T2" fmla="*/ 42 w 119"/>
                <a:gd name="T3" fmla="*/ 104 h 120"/>
                <a:gd name="T4" fmla="*/ 22 w 119"/>
                <a:gd name="T5" fmla="*/ 102 h 120"/>
                <a:gd name="T6" fmla="*/ 1 w 119"/>
                <a:gd name="T7" fmla="*/ 79 h 120"/>
                <a:gd name="T8" fmla="*/ 4 w 119"/>
                <a:gd name="T9" fmla="*/ 71 h 120"/>
                <a:gd name="T10" fmla="*/ 11 w 119"/>
                <a:gd name="T11" fmla="*/ 60 h 120"/>
                <a:gd name="T12" fmla="*/ 4 w 119"/>
                <a:gd name="T13" fmla="*/ 48 h 120"/>
                <a:gd name="T14" fmla="*/ 2 w 119"/>
                <a:gd name="T15" fmla="*/ 40 h 120"/>
                <a:gd name="T16" fmla="*/ 22 w 119"/>
                <a:gd name="T17" fmla="*/ 17 h 120"/>
                <a:gd name="T18" fmla="*/ 42 w 119"/>
                <a:gd name="T19" fmla="*/ 15 h 120"/>
                <a:gd name="T20" fmla="*/ 48 w 119"/>
                <a:gd name="T21" fmla="*/ 0 h 120"/>
                <a:gd name="T22" fmla="*/ 78 w 119"/>
                <a:gd name="T23" fmla="*/ 6 h 120"/>
                <a:gd name="T24" fmla="*/ 89 w 119"/>
                <a:gd name="T25" fmla="*/ 22 h 120"/>
                <a:gd name="T26" fmla="*/ 102 w 119"/>
                <a:gd name="T27" fmla="*/ 16 h 120"/>
                <a:gd name="T28" fmla="*/ 117 w 119"/>
                <a:gd name="T29" fmla="*/ 40 h 120"/>
                <a:gd name="T30" fmla="*/ 115 w 119"/>
                <a:gd name="T31" fmla="*/ 48 h 120"/>
                <a:gd name="T32" fmla="*/ 107 w 119"/>
                <a:gd name="T33" fmla="*/ 60 h 120"/>
                <a:gd name="T34" fmla="*/ 115 w 119"/>
                <a:gd name="T35" fmla="*/ 71 h 120"/>
                <a:gd name="T36" fmla="*/ 106 w 119"/>
                <a:gd name="T37" fmla="*/ 100 h 120"/>
                <a:gd name="T38" fmla="*/ 97 w 119"/>
                <a:gd name="T39" fmla="*/ 102 h 120"/>
                <a:gd name="T40" fmla="*/ 78 w 119"/>
                <a:gd name="T41" fmla="*/ 104 h 120"/>
                <a:gd name="T42" fmla="*/ 72 w 119"/>
                <a:gd name="T43" fmla="*/ 120 h 120"/>
                <a:gd name="T44" fmla="*/ 66 w 119"/>
                <a:gd name="T45" fmla="*/ 108 h 120"/>
                <a:gd name="T46" fmla="*/ 71 w 119"/>
                <a:gd name="T47" fmla="*/ 94 h 120"/>
                <a:gd name="T48" fmla="*/ 92 w 119"/>
                <a:gd name="T49" fmla="*/ 85 h 120"/>
                <a:gd name="T50" fmla="*/ 104 w 119"/>
                <a:gd name="T51" fmla="*/ 78 h 120"/>
                <a:gd name="T52" fmla="*/ 95 w 119"/>
                <a:gd name="T53" fmla="*/ 68 h 120"/>
                <a:gd name="T54" fmla="*/ 94 w 119"/>
                <a:gd name="T55" fmla="*/ 51 h 120"/>
                <a:gd name="T56" fmla="*/ 104 w 119"/>
                <a:gd name="T57" fmla="*/ 41 h 120"/>
                <a:gd name="T58" fmla="*/ 92 w 119"/>
                <a:gd name="T59" fmla="*/ 34 h 120"/>
                <a:gd name="T60" fmla="*/ 70 w 119"/>
                <a:gd name="T61" fmla="*/ 25 h 120"/>
                <a:gd name="T62" fmla="*/ 66 w 119"/>
                <a:gd name="T63" fmla="*/ 12 h 120"/>
                <a:gd name="T64" fmla="*/ 54 w 119"/>
                <a:gd name="T65" fmla="*/ 19 h 120"/>
                <a:gd name="T66" fmla="*/ 35 w 119"/>
                <a:gd name="T67" fmla="*/ 33 h 120"/>
                <a:gd name="T68" fmla="*/ 21 w 119"/>
                <a:gd name="T69" fmla="*/ 30 h 120"/>
                <a:gd name="T70" fmla="*/ 22 w 119"/>
                <a:gd name="T71" fmla="*/ 45 h 120"/>
                <a:gd name="T72" fmla="*/ 23 w 119"/>
                <a:gd name="T73" fmla="*/ 60 h 120"/>
                <a:gd name="T74" fmla="*/ 22 w 119"/>
                <a:gd name="T75" fmla="*/ 74 h 120"/>
                <a:gd name="T76" fmla="*/ 21 w 119"/>
                <a:gd name="T77" fmla="*/ 89 h 120"/>
                <a:gd name="T78" fmla="*/ 35 w 119"/>
                <a:gd name="T79" fmla="*/ 86 h 120"/>
                <a:gd name="T80" fmla="*/ 54 w 119"/>
                <a:gd name="T81" fmla="*/ 100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120">
                  <a:moveTo>
                    <a:pt x="72" y="120"/>
                  </a:moveTo>
                  <a:cubicBezTo>
                    <a:pt x="48" y="120"/>
                    <a:pt x="48" y="120"/>
                    <a:pt x="48" y="120"/>
                  </a:cubicBezTo>
                  <a:cubicBezTo>
                    <a:pt x="45" y="120"/>
                    <a:pt x="42" y="117"/>
                    <a:pt x="42" y="114"/>
                  </a:cubicBezTo>
                  <a:cubicBezTo>
                    <a:pt x="42" y="104"/>
                    <a:pt x="42" y="104"/>
                    <a:pt x="42" y="104"/>
                  </a:cubicBezTo>
                  <a:cubicBezTo>
                    <a:pt x="38" y="102"/>
                    <a:pt x="34" y="100"/>
                    <a:pt x="30" y="97"/>
                  </a:cubicBezTo>
                  <a:cubicBezTo>
                    <a:pt x="22" y="102"/>
                    <a:pt x="22" y="102"/>
                    <a:pt x="22" y="102"/>
                  </a:cubicBezTo>
                  <a:cubicBezTo>
                    <a:pt x="19" y="104"/>
                    <a:pt x="15" y="103"/>
                    <a:pt x="13" y="100"/>
                  </a:cubicBezTo>
                  <a:cubicBezTo>
                    <a:pt x="1" y="79"/>
                    <a:pt x="1" y="79"/>
                    <a:pt x="1" y="79"/>
                  </a:cubicBezTo>
                  <a:cubicBezTo>
                    <a:pt x="1" y="78"/>
                    <a:pt x="0" y="76"/>
                    <a:pt x="1" y="75"/>
                  </a:cubicBezTo>
                  <a:cubicBezTo>
                    <a:pt x="1" y="73"/>
                    <a:pt x="2" y="72"/>
                    <a:pt x="4" y="71"/>
                  </a:cubicBezTo>
                  <a:cubicBezTo>
                    <a:pt x="12" y="66"/>
                    <a:pt x="12" y="66"/>
                    <a:pt x="12" y="66"/>
                  </a:cubicBezTo>
                  <a:cubicBezTo>
                    <a:pt x="12" y="64"/>
                    <a:pt x="11" y="62"/>
                    <a:pt x="11" y="60"/>
                  </a:cubicBezTo>
                  <a:cubicBezTo>
                    <a:pt x="11" y="57"/>
                    <a:pt x="12" y="55"/>
                    <a:pt x="12" y="53"/>
                  </a:cubicBezTo>
                  <a:cubicBezTo>
                    <a:pt x="4" y="48"/>
                    <a:pt x="4" y="48"/>
                    <a:pt x="4" y="48"/>
                  </a:cubicBezTo>
                  <a:cubicBezTo>
                    <a:pt x="2" y="47"/>
                    <a:pt x="1" y="46"/>
                    <a:pt x="1" y="44"/>
                  </a:cubicBezTo>
                  <a:cubicBezTo>
                    <a:pt x="1" y="43"/>
                    <a:pt x="1" y="41"/>
                    <a:pt x="2" y="40"/>
                  </a:cubicBezTo>
                  <a:cubicBezTo>
                    <a:pt x="14" y="19"/>
                    <a:pt x="14" y="19"/>
                    <a:pt x="14" y="19"/>
                  </a:cubicBezTo>
                  <a:cubicBezTo>
                    <a:pt x="15" y="16"/>
                    <a:pt x="19" y="15"/>
                    <a:pt x="22" y="17"/>
                  </a:cubicBezTo>
                  <a:cubicBezTo>
                    <a:pt x="30" y="22"/>
                    <a:pt x="30" y="22"/>
                    <a:pt x="30" y="22"/>
                  </a:cubicBezTo>
                  <a:cubicBezTo>
                    <a:pt x="34" y="19"/>
                    <a:pt x="38" y="17"/>
                    <a:pt x="42" y="15"/>
                  </a:cubicBezTo>
                  <a:cubicBezTo>
                    <a:pt x="42" y="6"/>
                    <a:pt x="42" y="6"/>
                    <a:pt x="42" y="6"/>
                  </a:cubicBezTo>
                  <a:cubicBezTo>
                    <a:pt x="42" y="2"/>
                    <a:pt x="45" y="0"/>
                    <a:pt x="48" y="0"/>
                  </a:cubicBezTo>
                  <a:cubicBezTo>
                    <a:pt x="72" y="0"/>
                    <a:pt x="72" y="0"/>
                    <a:pt x="72" y="0"/>
                  </a:cubicBezTo>
                  <a:cubicBezTo>
                    <a:pt x="76" y="0"/>
                    <a:pt x="78" y="2"/>
                    <a:pt x="78" y="6"/>
                  </a:cubicBezTo>
                  <a:cubicBezTo>
                    <a:pt x="78" y="15"/>
                    <a:pt x="78" y="15"/>
                    <a:pt x="78" y="15"/>
                  </a:cubicBezTo>
                  <a:cubicBezTo>
                    <a:pt x="82" y="17"/>
                    <a:pt x="86" y="19"/>
                    <a:pt x="89" y="22"/>
                  </a:cubicBezTo>
                  <a:cubicBezTo>
                    <a:pt x="97" y="17"/>
                    <a:pt x="97" y="17"/>
                    <a:pt x="97" y="17"/>
                  </a:cubicBezTo>
                  <a:cubicBezTo>
                    <a:pt x="99" y="16"/>
                    <a:pt x="100" y="16"/>
                    <a:pt x="102" y="16"/>
                  </a:cubicBezTo>
                  <a:cubicBezTo>
                    <a:pt x="103" y="17"/>
                    <a:pt x="105" y="18"/>
                    <a:pt x="105" y="19"/>
                  </a:cubicBezTo>
                  <a:cubicBezTo>
                    <a:pt x="117" y="40"/>
                    <a:pt x="117" y="40"/>
                    <a:pt x="117" y="40"/>
                  </a:cubicBezTo>
                  <a:cubicBezTo>
                    <a:pt x="118" y="41"/>
                    <a:pt x="118" y="43"/>
                    <a:pt x="118" y="44"/>
                  </a:cubicBezTo>
                  <a:cubicBezTo>
                    <a:pt x="118" y="46"/>
                    <a:pt x="117" y="47"/>
                    <a:pt x="115" y="48"/>
                  </a:cubicBezTo>
                  <a:cubicBezTo>
                    <a:pt x="107" y="53"/>
                    <a:pt x="107" y="53"/>
                    <a:pt x="107" y="53"/>
                  </a:cubicBezTo>
                  <a:cubicBezTo>
                    <a:pt x="107" y="55"/>
                    <a:pt x="107" y="57"/>
                    <a:pt x="107" y="60"/>
                  </a:cubicBezTo>
                  <a:cubicBezTo>
                    <a:pt x="107" y="62"/>
                    <a:pt x="107" y="64"/>
                    <a:pt x="107" y="66"/>
                  </a:cubicBezTo>
                  <a:cubicBezTo>
                    <a:pt x="115" y="71"/>
                    <a:pt x="115" y="71"/>
                    <a:pt x="115" y="71"/>
                  </a:cubicBezTo>
                  <a:cubicBezTo>
                    <a:pt x="118" y="73"/>
                    <a:pt x="119" y="76"/>
                    <a:pt x="118" y="79"/>
                  </a:cubicBezTo>
                  <a:cubicBezTo>
                    <a:pt x="106" y="100"/>
                    <a:pt x="106" y="100"/>
                    <a:pt x="106" y="100"/>
                  </a:cubicBezTo>
                  <a:cubicBezTo>
                    <a:pt x="105" y="101"/>
                    <a:pt x="104" y="102"/>
                    <a:pt x="102" y="103"/>
                  </a:cubicBezTo>
                  <a:cubicBezTo>
                    <a:pt x="100" y="103"/>
                    <a:pt x="99" y="103"/>
                    <a:pt x="97" y="102"/>
                  </a:cubicBezTo>
                  <a:cubicBezTo>
                    <a:pt x="89" y="97"/>
                    <a:pt x="89" y="97"/>
                    <a:pt x="89" y="97"/>
                  </a:cubicBezTo>
                  <a:cubicBezTo>
                    <a:pt x="86" y="100"/>
                    <a:pt x="82" y="102"/>
                    <a:pt x="78" y="104"/>
                  </a:cubicBezTo>
                  <a:cubicBezTo>
                    <a:pt x="78" y="114"/>
                    <a:pt x="78" y="114"/>
                    <a:pt x="78" y="114"/>
                  </a:cubicBezTo>
                  <a:cubicBezTo>
                    <a:pt x="78" y="117"/>
                    <a:pt x="76" y="120"/>
                    <a:pt x="72" y="120"/>
                  </a:cubicBezTo>
                  <a:close/>
                  <a:moveTo>
                    <a:pt x="54" y="108"/>
                  </a:moveTo>
                  <a:cubicBezTo>
                    <a:pt x="66" y="108"/>
                    <a:pt x="66" y="108"/>
                    <a:pt x="66" y="108"/>
                  </a:cubicBezTo>
                  <a:cubicBezTo>
                    <a:pt x="66" y="100"/>
                    <a:pt x="66" y="100"/>
                    <a:pt x="66" y="100"/>
                  </a:cubicBezTo>
                  <a:cubicBezTo>
                    <a:pt x="66" y="97"/>
                    <a:pt x="68" y="95"/>
                    <a:pt x="71" y="94"/>
                  </a:cubicBezTo>
                  <a:cubicBezTo>
                    <a:pt x="76" y="92"/>
                    <a:pt x="81" y="90"/>
                    <a:pt x="85" y="86"/>
                  </a:cubicBezTo>
                  <a:cubicBezTo>
                    <a:pt x="87" y="84"/>
                    <a:pt x="89" y="83"/>
                    <a:pt x="92" y="85"/>
                  </a:cubicBezTo>
                  <a:cubicBezTo>
                    <a:pt x="98" y="89"/>
                    <a:pt x="98" y="89"/>
                    <a:pt x="98" y="89"/>
                  </a:cubicBezTo>
                  <a:cubicBezTo>
                    <a:pt x="104" y="78"/>
                    <a:pt x="104" y="78"/>
                    <a:pt x="104" y="78"/>
                  </a:cubicBezTo>
                  <a:cubicBezTo>
                    <a:pt x="97" y="74"/>
                    <a:pt x="97" y="74"/>
                    <a:pt x="97" y="74"/>
                  </a:cubicBezTo>
                  <a:cubicBezTo>
                    <a:pt x="95" y="73"/>
                    <a:pt x="94" y="70"/>
                    <a:pt x="95" y="68"/>
                  </a:cubicBezTo>
                  <a:cubicBezTo>
                    <a:pt x="95" y="65"/>
                    <a:pt x="95" y="62"/>
                    <a:pt x="95" y="60"/>
                  </a:cubicBezTo>
                  <a:cubicBezTo>
                    <a:pt x="95" y="57"/>
                    <a:pt x="95" y="54"/>
                    <a:pt x="94" y="51"/>
                  </a:cubicBezTo>
                  <a:cubicBezTo>
                    <a:pt x="94" y="49"/>
                    <a:pt x="95" y="46"/>
                    <a:pt x="97" y="45"/>
                  </a:cubicBezTo>
                  <a:cubicBezTo>
                    <a:pt x="104" y="41"/>
                    <a:pt x="104" y="41"/>
                    <a:pt x="104" y="41"/>
                  </a:cubicBezTo>
                  <a:cubicBezTo>
                    <a:pt x="98" y="30"/>
                    <a:pt x="98" y="30"/>
                    <a:pt x="98" y="30"/>
                  </a:cubicBezTo>
                  <a:cubicBezTo>
                    <a:pt x="92" y="34"/>
                    <a:pt x="92" y="34"/>
                    <a:pt x="92" y="34"/>
                  </a:cubicBezTo>
                  <a:cubicBezTo>
                    <a:pt x="89" y="36"/>
                    <a:pt x="87" y="35"/>
                    <a:pt x="85" y="33"/>
                  </a:cubicBezTo>
                  <a:cubicBezTo>
                    <a:pt x="81" y="30"/>
                    <a:pt x="76" y="27"/>
                    <a:pt x="70" y="25"/>
                  </a:cubicBezTo>
                  <a:cubicBezTo>
                    <a:pt x="68" y="24"/>
                    <a:pt x="66" y="22"/>
                    <a:pt x="66" y="19"/>
                  </a:cubicBezTo>
                  <a:cubicBezTo>
                    <a:pt x="66" y="12"/>
                    <a:pt x="66" y="12"/>
                    <a:pt x="66" y="12"/>
                  </a:cubicBezTo>
                  <a:cubicBezTo>
                    <a:pt x="54" y="12"/>
                    <a:pt x="54" y="12"/>
                    <a:pt x="54" y="12"/>
                  </a:cubicBezTo>
                  <a:cubicBezTo>
                    <a:pt x="54" y="19"/>
                    <a:pt x="54" y="19"/>
                    <a:pt x="54" y="19"/>
                  </a:cubicBezTo>
                  <a:cubicBezTo>
                    <a:pt x="54" y="22"/>
                    <a:pt x="53" y="24"/>
                    <a:pt x="50" y="25"/>
                  </a:cubicBezTo>
                  <a:cubicBezTo>
                    <a:pt x="44" y="27"/>
                    <a:pt x="39" y="30"/>
                    <a:pt x="35" y="33"/>
                  </a:cubicBezTo>
                  <a:cubicBezTo>
                    <a:pt x="33" y="35"/>
                    <a:pt x="30" y="36"/>
                    <a:pt x="28" y="34"/>
                  </a:cubicBezTo>
                  <a:cubicBezTo>
                    <a:pt x="21" y="30"/>
                    <a:pt x="21" y="30"/>
                    <a:pt x="21" y="30"/>
                  </a:cubicBezTo>
                  <a:cubicBezTo>
                    <a:pt x="15" y="41"/>
                    <a:pt x="15" y="41"/>
                    <a:pt x="15" y="41"/>
                  </a:cubicBezTo>
                  <a:cubicBezTo>
                    <a:pt x="22" y="45"/>
                    <a:pt x="22" y="45"/>
                    <a:pt x="22" y="45"/>
                  </a:cubicBezTo>
                  <a:cubicBezTo>
                    <a:pt x="24" y="46"/>
                    <a:pt x="25" y="49"/>
                    <a:pt x="25" y="51"/>
                  </a:cubicBezTo>
                  <a:cubicBezTo>
                    <a:pt x="24" y="54"/>
                    <a:pt x="23" y="57"/>
                    <a:pt x="23" y="60"/>
                  </a:cubicBezTo>
                  <a:cubicBezTo>
                    <a:pt x="23" y="62"/>
                    <a:pt x="24" y="65"/>
                    <a:pt x="24" y="68"/>
                  </a:cubicBezTo>
                  <a:cubicBezTo>
                    <a:pt x="25" y="70"/>
                    <a:pt x="24" y="73"/>
                    <a:pt x="22" y="74"/>
                  </a:cubicBezTo>
                  <a:cubicBezTo>
                    <a:pt x="15" y="78"/>
                    <a:pt x="15" y="78"/>
                    <a:pt x="15" y="78"/>
                  </a:cubicBezTo>
                  <a:cubicBezTo>
                    <a:pt x="21" y="89"/>
                    <a:pt x="21" y="89"/>
                    <a:pt x="21" y="89"/>
                  </a:cubicBezTo>
                  <a:cubicBezTo>
                    <a:pt x="28" y="85"/>
                    <a:pt x="28" y="85"/>
                    <a:pt x="28" y="85"/>
                  </a:cubicBezTo>
                  <a:cubicBezTo>
                    <a:pt x="30" y="84"/>
                    <a:pt x="33" y="84"/>
                    <a:pt x="35" y="86"/>
                  </a:cubicBezTo>
                  <a:cubicBezTo>
                    <a:pt x="39" y="89"/>
                    <a:pt x="44" y="92"/>
                    <a:pt x="50" y="94"/>
                  </a:cubicBezTo>
                  <a:cubicBezTo>
                    <a:pt x="53" y="95"/>
                    <a:pt x="54" y="97"/>
                    <a:pt x="54" y="100"/>
                  </a:cubicBezTo>
                  <a:lnTo>
                    <a:pt x="5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49" name="Freeform 74">
              <a:extLst>
                <a:ext uri="{FF2B5EF4-FFF2-40B4-BE49-F238E27FC236}">
                  <a16:creationId xmlns:a16="http://schemas.microsoft.com/office/drawing/2014/main" id="{D0E469F3-B678-D945-AFB3-6BFFD229CAFC}"/>
                </a:ext>
              </a:extLst>
            </p:cNvPr>
            <p:cNvSpPr>
              <a:spLocks noEditPoints="1"/>
            </p:cNvSpPr>
            <p:nvPr/>
          </p:nvSpPr>
          <p:spPr bwMode="auto">
            <a:xfrm>
              <a:off x="6776" y="2095"/>
              <a:ext cx="330" cy="198"/>
            </a:xfrm>
            <a:custGeom>
              <a:avLst/>
              <a:gdLst>
                <a:gd name="T0" fmla="*/ 210 w 216"/>
                <a:gd name="T1" fmla="*/ 132 h 132"/>
                <a:gd name="T2" fmla="*/ 6 w 216"/>
                <a:gd name="T3" fmla="*/ 132 h 132"/>
                <a:gd name="T4" fmla="*/ 0 w 216"/>
                <a:gd name="T5" fmla="*/ 126 h 132"/>
                <a:gd name="T6" fmla="*/ 0 w 216"/>
                <a:gd name="T7" fmla="*/ 6 h 132"/>
                <a:gd name="T8" fmla="*/ 6 w 216"/>
                <a:gd name="T9" fmla="*/ 0 h 132"/>
                <a:gd name="T10" fmla="*/ 210 w 216"/>
                <a:gd name="T11" fmla="*/ 0 h 132"/>
                <a:gd name="T12" fmla="*/ 216 w 216"/>
                <a:gd name="T13" fmla="*/ 6 h 132"/>
                <a:gd name="T14" fmla="*/ 216 w 216"/>
                <a:gd name="T15" fmla="*/ 126 h 132"/>
                <a:gd name="T16" fmla="*/ 210 w 216"/>
                <a:gd name="T17" fmla="*/ 132 h 132"/>
                <a:gd name="T18" fmla="*/ 12 w 216"/>
                <a:gd name="T19" fmla="*/ 120 h 132"/>
                <a:gd name="T20" fmla="*/ 204 w 216"/>
                <a:gd name="T21" fmla="*/ 120 h 132"/>
                <a:gd name="T22" fmla="*/ 204 w 216"/>
                <a:gd name="T23" fmla="*/ 12 h 132"/>
                <a:gd name="T24" fmla="*/ 12 w 216"/>
                <a:gd name="T25" fmla="*/ 12 h 132"/>
                <a:gd name="T26" fmla="*/ 12 w 216"/>
                <a:gd name="T27" fmla="*/ 120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6" h="132">
                  <a:moveTo>
                    <a:pt x="210" y="132"/>
                  </a:moveTo>
                  <a:cubicBezTo>
                    <a:pt x="6" y="132"/>
                    <a:pt x="6" y="132"/>
                    <a:pt x="6" y="132"/>
                  </a:cubicBezTo>
                  <a:cubicBezTo>
                    <a:pt x="3" y="132"/>
                    <a:pt x="0" y="129"/>
                    <a:pt x="0" y="126"/>
                  </a:cubicBezTo>
                  <a:cubicBezTo>
                    <a:pt x="0" y="6"/>
                    <a:pt x="0" y="6"/>
                    <a:pt x="0" y="6"/>
                  </a:cubicBezTo>
                  <a:cubicBezTo>
                    <a:pt x="0" y="2"/>
                    <a:pt x="3" y="0"/>
                    <a:pt x="6" y="0"/>
                  </a:cubicBezTo>
                  <a:cubicBezTo>
                    <a:pt x="210" y="0"/>
                    <a:pt x="210" y="0"/>
                    <a:pt x="210" y="0"/>
                  </a:cubicBezTo>
                  <a:cubicBezTo>
                    <a:pt x="214" y="0"/>
                    <a:pt x="216" y="2"/>
                    <a:pt x="216" y="6"/>
                  </a:cubicBezTo>
                  <a:cubicBezTo>
                    <a:pt x="216" y="126"/>
                    <a:pt x="216" y="126"/>
                    <a:pt x="216" y="126"/>
                  </a:cubicBezTo>
                  <a:cubicBezTo>
                    <a:pt x="216" y="129"/>
                    <a:pt x="214" y="132"/>
                    <a:pt x="210" y="132"/>
                  </a:cubicBezTo>
                  <a:close/>
                  <a:moveTo>
                    <a:pt x="12" y="120"/>
                  </a:moveTo>
                  <a:cubicBezTo>
                    <a:pt x="204" y="120"/>
                    <a:pt x="204" y="120"/>
                    <a:pt x="204" y="120"/>
                  </a:cubicBezTo>
                  <a:cubicBezTo>
                    <a:pt x="204" y="12"/>
                    <a:pt x="204" y="12"/>
                    <a:pt x="204" y="12"/>
                  </a:cubicBezTo>
                  <a:cubicBezTo>
                    <a:pt x="12" y="12"/>
                    <a:pt x="12" y="12"/>
                    <a:pt x="12" y="12"/>
                  </a:cubicBezTo>
                  <a:lnTo>
                    <a:pt x="12" y="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0" name="Freeform 75">
              <a:extLst>
                <a:ext uri="{FF2B5EF4-FFF2-40B4-BE49-F238E27FC236}">
                  <a16:creationId xmlns:a16="http://schemas.microsoft.com/office/drawing/2014/main" id="{B77FEEF7-7A7C-6643-BD56-5BEB58280FD6}"/>
                </a:ext>
              </a:extLst>
            </p:cNvPr>
            <p:cNvSpPr>
              <a:spLocks/>
            </p:cNvSpPr>
            <p:nvPr/>
          </p:nvSpPr>
          <p:spPr bwMode="auto">
            <a:xfrm>
              <a:off x="6776" y="2049"/>
              <a:ext cx="330" cy="64"/>
            </a:xfrm>
            <a:custGeom>
              <a:avLst/>
              <a:gdLst>
                <a:gd name="T0" fmla="*/ 210 w 216"/>
                <a:gd name="T1" fmla="*/ 43 h 43"/>
                <a:gd name="T2" fmla="*/ 6 w 216"/>
                <a:gd name="T3" fmla="*/ 43 h 43"/>
                <a:gd name="T4" fmla="*/ 1 w 216"/>
                <a:gd name="T5" fmla="*/ 40 h 43"/>
                <a:gd name="T6" fmla="*/ 1 w 216"/>
                <a:gd name="T7" fmla="*/ 35 h 43"/>
                <a:gd name="T8" fmla="*/ 11 w 216"/>
                <a:gd name="T9" fmla="*/ 5 h 43"/>
                <a:gd name="T10" fmla="*/ 18 w 216"/>
                <a:gd name="T11" fmla="*/ 1 h 43"/>
                <a:gd name="T12" fmla="*/ 22 w 216"/>
                <a:gd name="T13" fmla="*/ 8 h 43"/>
                <a:gd name="T14" fmla="*/ 15 w 216"/>
                <a:gd name="T15" fmla="*/ 31 h 43"/>
                <a:gd name="T16" fmla="*/ 210 w 216"/>
                <a:gd name="T17" fmla="*/ 31 h 43"/>
                <a:gd name="T18" fmla="*/ 216 w 216"/>
                <a:gd name="T19" fmla="*/ 37 h 43"/>
                <a:gd name="T20" fmla="*/ 210 w 216"/>
                <a:gd name="T21"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6" h="43">
                  <a:moveTo>
                    <a:pt x="210" y="43"/>
                  </a:moveTo>
                  <a:cubicBezTo>
                    <a:pt x="6" y="43"/>
                    <a:pt x="6" y="43"/>
                    <a:pt x="6" y="43"/>
                  </a:cubicBezTo>
                  <a:cubicBezTo>
                    <a:pt x="4" y="43"/>
                    <a:pt x="3" y="42"/>
                    <a:pt x="1" y="40"/>
                  </a:cubicBezTo>
                  <a:cubicBezTo>
                    <a:pt x="0" y="38"/>
                    <a:pt x="0" y="36"/>
                    <a:pt x="1" y="35"/>
                  </a:cubicBezTo>
                  <a:cubicBezTo>
                    <a:pt x="11" y="5"/>
                    <a:pt x="11" y="5"/>
                    <a:pt x="11" y="5"/>
                  </a:cubicBezTo>
                  <a:cubicBezTo>
                    <a:pt x="12" y="2"/>
                    <a:pt x="15" y="0"/>
                    <a:pt x="18" y="1"/>
                  </a:cubicBezTo>
                  <a:cubicBezTo>
                    <a:pt x="21" y="2"/>
                    <a:pt x="23" y="5"/>
                    <a:pt x="22" y="8"/>
                  </a:cubicBezTo>
                  <a:cubicBezTo>
                    <a:pt x="15" y="31"/>
                    <a:pt x="15" y="31"/>
                    <a:pt x="15" y="31"/>
                  </a:cubicBezTo>
                  <a:cubicBezTo>
                    <a:pt x="210" y="31"/>
                    <a:pt x="210" y="31"/>
                    <a:pt x="210" y="31"/>
                  </a:cubicBezTo>
                  <a:cubicBezTo>
                    <a:pt x="214" y="31"/>
                    <a:pt x="216" y="33"/>
                    <a:pt x="216" y="37"/>
                  </a:cubicBezTo>
                  <a:cubicBezTo>
                    <a:pt x="216" y="40"/>
                    <a:pt x="214" y="43"/>
                    <a:pt x="210"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1" name="Freeform 76">
              <a:extLst>
                <a:ext uri="{FF2B5EF4-FFF2-40B4-BE49-F238E27FC236}">
                  <a16:creationId xmlns:a16="http://schemas.microsoft.com/office/drawing/2014/main" id="{3B035025-AC90-7E49-BF74-FB46A87DC5B1}"/>
                </a:ext>
              </a:extLst>
            </p:cNvPr>
            <p:cNvSpPr>
              <a:spLocks/>
            </p:cNvSpPr>
            <p:nvPr/>
          </p:nvSpPr>
          <p:spPr bwMode="auto">
            <a:xfrm>
              <a:off x="6897" y="1988"/>
              <a:ext cx="72" cy="18"/>
            </a:xfrm>
            <a:custGeom>
              <a:avLst/>
              <a:gdLst>
                <a:gd name="T0" fmla="*/ 41 w 47"/>
                <a:gd name="T1" fmla="*/ 12 h 12"/>
                <a:gd name="T2" fmla="*/ 6 w 47"/>
                <a:gd name="T3" fmla="*/ 12 h 12"/>
                <a:gd name="T4" fmla="*/ 0 w 47"/>
                <a:gd name="T5" fmla="*/ 6 h 12"/>
                <a:gd name="T6" fmla="*/ 6 w 47"/>
                <a:gd name="T7" fmla="*/ 0 h 12"/>
                <a:gd name="T8" fmla="*/ 41 w 47"/>
                <a:gd name="T9" fmla="*/ 0 h 12"/>
                <a:gd name="T10" fmla="*/ 47 w 47"/>
                <a:gd name="T11" fmla="*/ 6 h 12"/>
                <a:gd name="T12" fmla="*/ 41 w 47"/>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7" h="12">
                  <a:moveTo>
                    <a:pt x="41" y="12"/>
                  </a:moveTo>
                  <a:cubicBezTo>
                    <a:pt x="6" y="12"/>
                    <a:pt x="6" y="12"/>
                    <a:pt x="6" y="12"/>
                  </a:cubicBezTo>
                  <a:cubicBezTo>
                    <a:pt x="2" y="12"/>
                    <a:pt x="0" y="9"/>
                    <a:pt x="0" y="6"/>
                  </a:cubicBezTo>
                  <a:cubicBezTo>
                    <a:pt x="0" y="2"/>
                    <a:pt x="2" y="0"/>
                    <a:pt x="6" y="0"/>
                  </a:cubicBezTo>
                  <a:cubicBezTo>
                    <a:pt x="41" y="0"/>
                    <a:pt x="41" y="0"/>
                    <a:pt x="41" y="0"/>
                  </a:cubicBezTo>
                  <a:cubicBezTo>
                    <a:pt x="45" y="0"/>
                    <a:pt x="47" y="2"/>
                    <a:pt x="47" y="6"/>
                  </a:cubicBezTo>
                  <a:cubicBezTo>
                    <a:pt x="47" y="9"/>
                    <a:pt x="45" y="12"/>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2" name="Freeform 77">
              <a:extLst>
                <a:ext uri="{FF2B5EF4-FFF2-40B4-BE49-F238E27FC236}">
                  <a16:creationId xmlns:a16="http://schemas.microsoft.com/office/drawing/2014/main" id="{4B9EEDFD-B5F6-5942-AA55-8425057F8DD4}"/>
                </a:ext>
              </a:extLst>
            </p:cNvPr>
            <p:cNvSpPr>
              <a:spLocks/>
            </p:cNvSpPr>
            <p:nvPr/>
          </p:nvSpPr>
          <p:spPr bwMode="auto">
            <a:xfrm>
              <a:off x="6846" y="1995"/>
              <a:ext cx="78" cy="77"/>
            </a:xfrm>
            <a:custGeom>
              <a:avLst/>
              <a:gdLst>
                <a:gd name="T0" fmla="*/ 44 w 51"/>
                <a:gd name="T1" fmla="*/ 51 h 51"/>
                <a:gd name="T2" fmla="*/ 40 w 51"/>
                <a:gd name="T3" fmla="*/ 49 h 51"/>
                <a:gd name="T4" fmla="*/ 2 w 51"/>
                <a:gd name="T5" fmla="*/ 11 h 51"/>
                <a:gd name="T6" fmla="*/ 2 w 51"/>
                <a:gd name="T7" fmla="*/ 2 h 51"/>
                <a:gd name="T8" fmla="*/ 11 w 51"/>
                <a:gd name="T9" fmla="*/ 2 h 51"/>
                <a:gd name="T10" fmla="*/ 48 w 51"/>
                <a:gd name="T11" fmla="*/ 40 h 51"/>
                <a:gd name="T12" fmla="*/ 48 w 51"/>
                <a:gd name="T13" fmla="*/ 49 h 51"/>
                <a:gd name="T14" fmla="*/ 44 w 51"/>
                <a:gd name="T15" fmla="*/ 51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 h="51">
                  <a:moveTo>
                    <a:pt x="44" y="51"/>
                  </a:moveTo>
                  <a:cubicBezTo>
                    <a:pt x="43" y="51"/>
                    <a:pt x="41" y="50"/>
                    <a:pt x="40" y="49"/>
                  </a:cubicBezTo>
                  <a:cubicBezTo>
                    <a:pt x="2" y="11"/>
                    <a:pt x="2" y="11"/>
                    <a:pt x="2" y="11"/>
                  </a:cubicBezTo>
                  <a:cubicBezTo>
                    <a:pt x="0" y="9"/>
                    <a:pt x="0" y="5"/>
                    <a:pt x="2" y="2"/>
                  </a:cubicBezTo>
                  <a:cubicBezTo>
                    <a:pt x="4" y="0"/>
                    <a:pt x="8" y="0"/>
                    <a:pt x="11" y="2"/>
                  </a:cubicBezTo>
                  <a:cubicBezTo>
                    <a:pt x="48" y="40"/>
                    <a:pt x="48" y="40"/>
                    <a:pt x="48" y="40"/>
                  </a:cubicBezTo>
                  <a:cubicBezTo>
                    <a:pt x="51" y="43"/>
                    <a:pt x="51" y="47"/>
                    <a:pt x="48" y="49"/>
                  </a:cubicBezTo>
                  <a:cubicBezTo>
                    <a:pt x="47" y="50"/>
                    <a:pt x="46" y="51"/>
                    <a:pt x="44"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3" name="Freeform 78">
              <a:extLst>
                <a:ext uri="{FF2B5EF4-FFF2-40B4-BE49-F238E27FC236}">
                  <a16:creationId xmlns:a16="http://schemas.microsoft.com/office/drawing/2014/main" id="{8B50B4AE-2180-ED47-B4DC-A8F6FCB2FDBB}"/>
                </a:ext>
              </a:extLst>
            </p:cNvPr>
            <p:cNvSpPr>
              <a:spLocks noEditPoints="1"/>
            </p:cNvSpPr>
            <p:nvPr/>
          </p:nvSpPr>
          <p:spPr bwMode="auto">
            <a:xfrm>
              <a:off x="6721" y="1874"/>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5" y="108"/>
                    <a:pt x="0" y="84"/>
                    <a:pt x="0" y="54"/>
                  </a:cubicBezTo>
                  <a:cubicBezTo>
                    <a:pt x="0" y="24"/>
                    <a:pt x="25"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8" y="96"/>
                    <a:pt x="96" y="77"/>
                    <a:pt x="96" y="54"/>
                  </a:cubicBezTo>
                  <a:cubicBezTo>
                    <a:pt x="96" y="31"/>
                    <a:pt x="78"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4" name="Freeform 79">
              <a:extLst>
                <a:ext uri="{FF2B5EF4-FFF2-40B4-BE49-F238E27FC236}">
                  <a16:creationId xmlns:a16="http://schemas.microsoft.com/office/drawing/2014/main" id="{3D3213DB-D615-0D43-8639-180B31371C41}"/>
                </a:ext>
              </a:extLst>
            </p:cNvPr>
            <p:cNvSpPr>
              <a:spLocks noEditPoints="1"/>
            </p:cNvSpPr>
            <p:nvPr/>
          </p:nvSpPr>
          <p:spPr bwMode="auto">
            <a:xfrm>
              <a:off x="6941" y="2203"/>
              <a:ext cx="128" cy="54"/>
            </a:xfrm>
            <a:custGeom>
              <a:avLst/>
              <a:gdLst>
                <a:gd name="T0" fmla="*/ 78 w 84"/>
                <a:gd name="T1" fmla="*/ 36 h 36"/>
                <a:gd name="T2" fmla="*/ 6 w 84"/>
                <a:gd name="T3" fmla="*/ 36 h 36"/>
                <a:gd name="T4" fmla="*/ 0 w 84"/>
                <a:gd name="T5" fmla="*/ 30 h 36"/>
                <a:gd name="T6" fmla="*/ 0 w 84"/>
                <a:gd name="T7" fmla="*/ 6 h 36"/>
                <a:gd name="T8" fmla="*/ 6 w 84"/>
                <a:gd name="T9" fmla="*/ 0 h 36"/>
                <a:gd name="T10" fmla="*/ 78 w 84"/>
                <a:gd name="T11" fmla="*/ 0 h 36"/>
                <a:gd name="T12" fmla="*/ 84 w 84"/>
                <a:gd name="T13" fmla="*/ 6 h 36"/>
                <a:gd name="T14" fmla="*/ 84 w 84"/>
                <a:gd name="T15" fmla="*/ 30 h 36"/>
                <a:gd name="T16" fmla="*/ 78 w 84"/>
                <a:gd name="T17" fmla="*/ 36 h 36"/>
                <a:gd name="T18" fmla="*/ 12 w 84"/>
                <a:gd name="T19" fmla="*/ 24 h 36"/>
                <a:gd name="T20" fmla="*/ 72 w 84"/>
                <a:gd name="T21" fmla="*/ 24 h 36"/>
                <a:gd name="T22" fmla="*/ 72 w 84"/>
                <a:gd name="T23" fmla="*/ 12 h 36"/>
                <a:gd name="T24" fmla="*/ 12 w 84"/>
                <a:gd name="T25" fmla="*/ 12 h 36"/>
                <a:gd name="T26" fmla="*/ 12 w 84"/>
                <a:gd name="T27" fmla="*/ 2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4" h="36">
                  <a:moveTo>
                    <a:pt x="78" y="36"/>
                  </a:moveTo>
                  <a:cubicBezTo>
                    <a:pt x="6" y="36"/>
                    <a:pt x="6" y="36"/>
                    <a:pt x="6" y="36"/>
                  </a:cubicBezTo>
                  <a:cubicBezTo>
                    <a:pt x="3" y="36"/>
                    <a:pt x="0" y="33"/>
                    <a:pt x="0" y="30"/>
                  </a:cubicBezTo>
                  <a:cubicBezTo>
                    <a:pt x="0" y="6"/>
                    <a:pt x="0" y="6"/>
                    <a:pt x="0" y="6"/>
                  </a:cubicBezTo>
                  <a:cubicBezTo>
                    <a:pt x="0" y="2"/>
                    <a:pt x="3" y="0"/>
                    <a:pt x="6" y="0"/>
                  </a:cubicBezTo>
                  <a:cubicBezTo>
                    <a:pt x="78" y="0"/>
                    <a:pt x="78" y="0"/>
                    <a:pt x="78" y="0"/>
                  </a:cubicBezTo>
                  <a:cubicBezTo>
                    <a:pt x="82" y="0"/>
                    <a:pt x="84" y="2"/>
                    <a:pt x="84" y="6"/>
                  </a:cubicBezTo>
                  <a:cubicBezTo>
                    <a:pt x="84" y="30"/>
                    <a:pt x="84" y="30"/>
                    <a:pt x="84" y="30"/>
                  </a:cubicBezTo>
                  <a:cubicBezTo>
                    <a:pt x="84" y="33"/>
                    <a:pt x="82" y="36"/>
                    <a:pt x="78" y="36"/>
                  </a:cubicBezTo>
                  <a:close/>
                  <a:moveTo>
                    <a:pt x="12" y="24"/>
                  </a:moveTo>
                  <a:cubicBezTo>
                    <a:pt x="72" y="24"/>
                    <a:pt x="72" y="24"/>
                    <a:pt x="72" y="24"/>
                  </a:cubicBezTo>
                  <a:cubicBezTo>
                    <a:pt x="72" y="12"/>
                    <a:pt x="72" y="12"/>
                    <a:pt x="72" y="12"/>
                  </a:cubicBezTo>
                  <a:cubicBezTo>
                    <a:pt x="12" y="12"/>
                    <a:pt x="12" y="12"/>
                    <a:pt x="12" y="12"/>
                  </a:cubicBezTo>
                  <a:lnTo>
                    <a:pt x="12" y="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55" name="Group 83">
            <a:extLst>
              <a:ext uri="{FF2B5EF4-FFF2-40B4-BE49-F238E27FC236}">
                <a16:creationId xmlns:a16="http://schemas.microsoft.com/office/drawing/2014/main" id="{55833B4A-F17D-B241-A9BA-CAA65D15AF3C}"/>
              </a:ext>
            </a:extLst>
          </p:cNvPr>
          <p:cNvGrpSpPr>
            <a:grpSpLocks noChangeAspect="1"/>
          </p:cNvGrpSpPr>
          <p:nvPr userDrawn="1"/>
        </p:nvGrpSpPr>
        <p:grpSpPr bwMode="auto">
          <a:xfrm>
            <a:off x="5862737" y="4307059"/>
            <a:ext cx="513716" cy="502040"/>
            <a:chOff x="2584" y="1926"/>
            <a:chExt cx="440" cy="430"/>
          </a:xfrm>
          <a:solidFill>
            <a:schemeClr val="accent1"/>
          </a:solidFill>
        </p:grpSpPr>
        <p:sp>
          <p:nvSpPr>
            <p:cNvPr id="256" name="Freeform 84">
              <a:extLst>
                <a:ext uri="{FF2B5EF4-FFF2-40B4-BE49-F238E27FC236}">
                  <a16:creationId xmlns:a16="http://schemas.microsoft.com/office/drawing/2014/main" id="{62D09E4A-E7E8-5A4A-85DE-1B4599C0D0C4}"/>
                </a:ext>
              </a:extLst>
            </p:cNvPr>
            <p:cNvSpPr>
              <a:spLocks noEditPoints="1"/>
            </p:cNvSpPr>
            <p:nvPr/>
          </p:nvSpPr>
          <p:spPr bwMode="auto">
            <a:xfrm>
              <a:off x="2749" y="2033"/>
              <a:ext cx="165" cy="162"/>
            </a:xfrm>
            <a:custGeom>
              <a:avLst/>
              <a:gdLst>
                <a:gd name="T0" fmla="*/ 54 w 108"/>
                <a:gd name="T1" fmla="*/ 108 h 108"/>
                <a:gd name="T2" fmla="*/ 0 w 108"/>
                <a:gd name="T3" fmla="*/ 54 h 108"/>
                <a:gd name="T4" fmla="*/ 54 w 108"/>
                <a:gd name="T5" fmla="*/ 0 h 108"/>
                <a:gd name="T6" fmla="*/ 108 w 108"/>
                <a:gd name="T7" fmla="*/ 54 h 108"/>
                <a:gd name="T8" fmla="*/ 54 w 108"/>
                <a:gd name="T9" fmla="*/ 108 h 108"/>
                <a:gd name="T10" fmla="*/ 54 w 108"/>
                <a:gd name="T11" fmla="*/ 12 h 108"/>
                <a:gd name="T12" fmla="*/ 12 w 108"/>
                <a:gd name="T13" fmla="*/ 54 h 108"/>
                <a:gd name="T14" fmla="*/ 54 w 108"/>
                <a:gd name="T15" fmla="*/ 96 h 108"/>
                <a:gd name="T16" fmla="*/ 96 w 108"/>
                <a:gd name="T17" fmla="*/ 54 h 108"/>
                <a:gd name="T18" fmla="*/ 54 w 108"/>
                <a:gd name="T19" fmla="*/ 12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108">
                  <a:moveTo>
                    <a:pt x="54" y="108"/>
                  </a:moveTo>
                  <a:cubicBezTo>
                    <a:pt x="24" y="108"/>
                    <a:pt x="0" y="84"/>
                    <a:pt x="0" y="54"/>
                  </a:cubicBezTo>
                  <a:cubicBezTo>
                    <a:pt x="0" y="24"/>
                    <a:pt x="24" y="0"/>
                    <a:pt x="54" y="0"/>
                  </a:cubicBezTo>
                  <a:cubicBezTo>
                    <a:pt x="84" y="0"/>
                    <a:pt x="108" y="24"/>
                    <a:pt x="108" y="54"/>
                  </a:cubicBezTo>
                  <a:cubicBezTo>
                    <a:pt x="108" y="84"/>
                    <a:pt x="84" y="108"/>
                    <a:pt x="54" y="108"/>
                  </a:cubicBezTo>
                  <a:close/>
                  <a:moveTo>
                    <a:pt x="54" y="12"/>
                  </a:moveTo>
                  <a:cubicBezTo>
                    <a:pt x="31" y="12"/>
                    <a:pt x="12" y="31"/>
                    <a:pt x="12" y="54"/>
                  </a:cubicBezTo>
                  <a:cubicBezTo>
                    <a:pt x="12" y="77"/>
                    <a:pt x="31" y="96"/>
                    <a:pt x="54" y="96"/>
                  </a:cubicBezTo>
                  <a:cubicBezTo>
                    <a:pt x="77" y="96"/>
                    <a:pt x="96" y="77"/>
                    <a:pt x="96" y="54"/>
                  </a:cubicBezTo>
                  <a:cubicBezTo>
                    <a:pt x="96" y="31"/>
                    <a:pt x="77" y="12"/>
                    <a:pt x="5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7" name="Freeform 85">
              <a:extLst>
                <a:ext uri="{FF2B5EF4-FFF2-40B4-BE49-F238E27FC236}">
                  <a16:creationId xmlns:a16="http://schemas.microsoft.com/office/drawing/2014/main" id="{B59559F8-B7D8-E64A-9FF8-99BE86B67197}"/>
                </a:ext>
              </a:extLst>
            </p:cNvPr>
            <p:cNvSpPr>
              <a:spLocks noEditPoints="1"/>
            </p:cNvSpPr>
            <p:nvPr/>
          </p:nvSpPr>
          <p:spPr bwMode="auto">
            <a:xfrm>
              <a:off x="2584" y="1989"/>
              <a:ext cx="73"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8" name="Freeform 86">
              <a:extLst>
                <a:ext uri="{FF2B5EF4-FFF2-40B4-BE49-F238E27FC236}">
                  <a16:creationId xmlns:a16="http://schemas.microsoft.com/office/drawing/2014/main" id="{CB47EC8D-F2B8-9F4C-B06A-5E3E2F46DBEF}"/>
                </a:ext>
              </a:extLst>
            </p:cNvPr>
            <p:cNvSpPr>
              <a:spLocks noEditPoints="1"/>
            </p:cNvSpPr>
            <p:nvPr/>
          </p:nvSpPr>
          <p:spPr bwMode="auto">
            <a:xfrm>
              <a:off x="2951" y="1926"/>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59" name="Freeform 87">
              <a:extLst>
                <a:ext uri="{FF2B5EF4-FFF2-40B4-BE49-F238E27FC236}">
                  <a16:creationId xmlns:a16="http://schemas.microsoft.com/office/drawing/2014/main" id="{DFF5E73F-F4A1-184B-8EF1-E99450FD4003}"/>
                </a:ext>
              </a:extLst>
            </p:cNvPr>
            <p:cNvSpPr>
              <a:spLocks noEditPoints="1"/>
            </p:cNvSpPr>
            <p:nvPr/>
          </p:nvSpPr>
          <p:spPr bwMode="auto">
            <a:xfrm>
              <a:off x="2584"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0" name="Freeform 88">
              <a:extLst>
                <a:ext uri="{FF2B5EF4-FFF2-40B4-BE49-F238E27FC236}">
                  <a16:creationId xmlns:a16="http://schemas.microsoft.com/office/drawing/2014/main" id="{4315EC7A-FDF7-B047-92A8-C59FD41F2ACE}"/>
                </a:ext>
              </a:extLst>
            </p:cNvPr>
            <p:cNvSpPr>
              <a:spLocks noEditPoints="1"/>
            </p:cNvSpPr>
            <p:nvPr/>
          </p:nvSpPr>
          <p:spPr bwMode="auto">
            <a:xfrm>
              <a:off x="2795" y="2284"/>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1" name="Freeform 89">
              <a:extLst>
                <a:ext uri="{FF2B5EF4-FFF2-40B4-BE49-F238E27FC236}">
                  <a16:creationId xmlns:a16="http://schemas.microsoft.com/office/drawing/2014/main" id="{5CFD3D7D-9ADA-AA40-8FB5-1D7E3F968532}"/>
                </a:ext>
              </a:extLst>
            </p:cNvPr>
            <p:cNvSpPr>
              <a:spLocks/>
            </p:cNvSpPr>
            <p:nvPr/>
          </p:nvSpPr>
          <p:spPr bwMode="auto">
            <a:xfrm>
              <a:off x="2634" y="2159"/>
              <a:ext cx="152" cy="149"/>
            </a:xfrm>
            <a:custGeom>
              <a:avLst/>
              <a:gdLst>
                <a:gd name="T0" fmla="*/ 12 w 152"/>
                <a:gd name="T1" fmla="*/ 149 h 149"/>
                <a:gd name="T2" fmla="*/ 0 w 152"/>
                <a:gd name="T3" fmla="*/ 136 h 149"/>
                <a:gd name="T4" fmla="*/ 139 w 152"/>
                <a:gd name="T5" fmla="*/ 0 h 149"/>
                <a:gd name="T6" fmla="*/ 152 w 152"/>
                <a:gd name="T7" fmla="*/ 13 h 149"/>
                <a:gd name="T8" fmla="*/ 12 w 152"/>
                <a:gd name="T9" fmla="*/ 149 h 149"/>
              </a:gdLst>
              <a:ahLst/>
              <a:cxnLst>
                <a:cxn ang="0">
                  <a:pos x="T0" y="T1"/>
                </a:cxn>
                <a:cxn ang="0">
                  <a:pos x="T2" y="T3"/>
                </a:cxn>
                <a:cxn ang="0">
                  <a:pos x="T4" y="T5"/>
                </a:cxn>
                <a:cxn ang="0">
                  <a:pos x="T6" y="T7"/>
                </a:cxn>
                <a:cxn ang="0">
                  <a:pos x="T8" y="T9"/>
                </a:cxn>
              </a:cxnLst>
              <a:rect l="0" t="0" r="r" b="b"/>
              <a:pathLst>
                <a:path w="152" h="149">
                  <a:moveTo>
                    <a:pt x="12" y="149"/>
                  </a:moveTo>
                  <a:lnTo>
                    <a:pt x="0" y="136"/>
                  </a:lnTo>
                  <a:lnTo>
                    <a:pt x="139" y="0"/>
                  </a:lnTo>
                  <a:lnTo>
                    <a:pt x="152" y="13"/>
                  </a:lnTo>
                  <a:lnTo>
                    <a:pt x="12" y="1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2" name="Freeform 90">
              <a:extLst>
                <a:ext uri="{FF2B5EF4-FFF2-40B4-BE49-F238E27FC236}">
                  <a16:creationId xmlns:a16="http://schemas.microsoft.com/office/drawing/2014/main" id="{BC3144C7-6411-9D4D-B367-CCFF229DB9B8}"/>
                </a:ext>
              </a:extLst>
            </p:cNvPr>
            <p:cNvSpPr>
              <a:spLocks/>
            </p:cNvSpPr>
            <p:nvPr/>
          </p:nvSpPr>
          <p:spPr bwMode="auto">
            <a:xfrm>
              <a:off x="2877" y="1975"/>
              <a:ext cx="98" cy="96"/>
            </a:xfrm>
            <a:custGeom>
              <a:avLst/>
              <a:gdLst>
                <a:gd name="T0" fmla="*/ 13 w 98"/>
                <a:gd name="T1" fmla="*/ 96 h 96"/>
                <a:gd name="T2" fmla="*/ 0 w 98"/>
                <a:gd name="T3" fmla="*/ 82 h 96"/>
                <a:gd name="T4" fmla="*/ 84 w 98"/>
                <a:gd name="T5" fmla="*/ 0 h 96"/>
                <a:gd name="T6" fmla="*/ 98 w 98"/>
                <a:gd name="T7" fmla="*/ 12 h 96"/>
                <a:gd name="T8" fmla="*/ 13 w 98"/>
                <a:gd name="T9" fmla="*/ 96 h 96"/>
              </a:gdLst>
              <a:ahLst/>
              <a:cxnLst>
                <a:cxn ang="0">
                  <a:pos x="T0" y="T1"/>
                </a:cxn>
                <a:cxn ang="0">
                  <a:pos x="T2" y="T3"/>
                </a:cxn>
                <a:cxn ang="0">
                  <a:pos x="T4" y="T5"/>
                </a:cxn>
                <a:cxn ang="0">
                  <a:pos x="T6" y="T7"/>
                </a:cxn>
                <a:cxn ang="0">
                  <a:pos x="T8" y="T9"/>
                </a:cxn>
              </a:cxnLst>
              <a:rect l="0" t="0" r="r" b="b"/>
              <a:pathLst>
                <a:path w="98" h="96">
                  <a:moveTo>
                    <a:pt x="13" y="96"/>
                  </a:moveTo>
                  <a:lnTo>
                    <a:pt x="0" y="82"/>
                  </a:lnTo>
                  <a:lnTo>
                    <a:pt x="84" y="0"/>
                  </a:lnTo>
                  <a:lnTo>
                    <a:pt x="98" y="12"/>
                  </a:lnTo>
                  <a:lnTo>
                    <a:pt x="13" y="9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3" name="Freeform 91">
              <a:extLst>
                <a:ext uri="{FF2B5EF4-FFF2-40B4-BE49-F238E27FC236}">
                  <a16:creationId xmlns:a16="http://schemas.microsoft.com/office/drawing/2014/main" id="{6E2C42D8-3319-674B-8133-E01915A2D52A}"/>
                </a:ext>
              </a:extLst>
            </p:cNvPr>
            <p:cNvSpPr>
              <a:spLocks/>
            </p:cNvSpPr>
            <p:nvPr/>
          </p:nvSpPr>
          <p:spPr bwMode="auto">
            <a:xfrm>
              <a:off x="2642" y="2029"/>
              <a:ext cx="125" cy="66"/>
            </a:xfrm>
            <a:custGeom>
              <a:avLst/>
              <a:gdLst>
                <a:gd name="T0" fmla="*/ 119 w 125"/>
                <a:gd name="T1" fmla="*/ 66 h 66"/>
                <a:gd name="T2" fmla="*/ 0 w 125"/>
                <a:gd name="T3" fmla="*/ 16 h 66"/>
                <a:gd name="T4" fmla="*/ 7 w 125"/>
                <a:gd name="T5" fmla="*/ 0 h 66"/>
                <a:gd name="T6" fmla="*/ 125 w 125"/>
                <a:gd name="T7" fmla="*/ 49 h 66"/>
                <a:gd name="T8" fmla="*/ 119 w 125"/>
                <a:gd name="T9" fmla="*/ 66 h 66"/>
              </a:gdLst>
              <a:ahLst/>
              <a:cxnLst>
                <a:cxn ang="0">
                  <a:pos x="T0" y="T1"/>
                </a:cxn>
                <a:cxn ang="0">
                  <a:pos x="T2" y="T3"/>
                </a:cxn>
                <a:cxn ang="0">
                  <a:pos x="T4" y="T5"/>
                </a:cxn>
                <a:cxn ang="0">
                  <a:pos x="T6" y="T7"/>
                </a:cxn>
                <a:cxn ang="0">
                  <a:pos x="T8" y="T9"/>
                </a:cxn>
              </a:cxnLst>
              <a:rect l="0" t="0" r="r" b="b"/>
              <a:pathLst>
                <a:path w="125" h="66">
                  <a:moveTo>
                    <a:pt x="119" y="66"/>
                  </a:moveTo>
                  <a:lnTo>
                    <a:pt x="0" y="16"/>
                  </a:lnTo>
                  <a:lnTo>
                    <a:pt x="7" y="0"/>
                  </a:lnTo>
                  <a:lnTo>
                    <a:pt x="125" y="49"/>
                  </a:lnTo>
                  <a:lnTo>
                    <a:pt x="119" y="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4" name="Freeform 92">
              <a:extLst>
                <a:ext uri="{FF2B5EF4-FFF2-40B4-BE49-F238E27FC236}">
                  <a16:creationId xmlns:a16="http://schemas.microsoft.com/office/drawing/2014/main" id="{8081C512-E672-CD44-BBE3-358BA6E0D14A}"/>
                </a:ext>
              </a:extLst>
            </p:cNvPr>
            <p:cNvSpPr>
              <a:spLocks/>
            </p:cNvSpPr>
            <p:nvPr/>
          </p:nvSpPr>
          <p:spPr bwMode="auto">
            <a:xfrm>
              <a:off x="2891" y="2142"/>
              <a:ext cx="74" cy="44"/>
            </a:xfrm>
            <a:custGeom>
              <a:avLst/>
              <a:gdLst>
                <a:gd name="T0" fmla="*/ 66 w 74"/>
                <a:gd name="T1" fmla="*/ 44 h 44"/>
                <a:gd name="T2" fmla="*/ 0 w 74"/>
                <a:gd name="T3" fmla="*/ 17 h 44"/>
                <a:gd name="T4" fmla="*/ 8 w 74"/>
                <a:gd name="T5" fmla="*/ 0 h 44"/>
                <a:gd name="T6" fmla="*/ 74 w 74"/>
                <a:gd name="T7" fmla="*/ 27 h 44"/>
                <a:gd name="T8" fmla="*/ 66 w 74"/>
                <a:gd name="T9" fmla="*/ 44 h 44"/>
              </a:gdLst>
              <a:ahLst/>
              <a:cxnLst>
                <a:cxn ang="0">
                  <a:pos x="T0" y="T1"/>
                </a:cxn>
                <a:cxn ang="0">
                  <a:pos x="T2" y="T3"/>
                </a:cxn>
                <a:cxn ang="0">
                  <a:pos x="T4" y="T5"/>
                </a:cxn>
                <a:cxn ang="0">
                  <a:pos x="T6" y="T7"/>
                </a:cxn>
                <a:cxn ang="0">
                  <a:pos x="T8" y="T9"/>
                </a:cxn>
              </a:cxnLst>
              <a:rect l="0" t="0" r="r" b="b"/>
              <a:pathLst>
                <a:path w="74" h="44">
                  <a:moveTo>
                    <a:pt x="66" y="44"/>
                  </a:moveTo>
                  <a:lnTo>
                    <a:pt x="0" y="17"/>
                  </a:lnTo>
                  <a:lnTo>
                    <a:pt x="8" y="0"/>
                  </a:lnTo>
                  <a:lnTo>
                    <a:pt x="74" y="27"/>
                  </a:lnTo>
                  <a:lnTo>
                    <a:pt x="66" y="4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5" name="Rectangle 93">
              <a:extLst>
                <a:ext uri="{FF2B5EF4-FFF2-40B4-BE49-F238E27FC236}">
                  <a16:creationId xmlns:a16="http://schemas.microsoft.com/office/drawing/2014/main" id="{55AC4F32-9438-A14E-8D3B-30633B19540D}"/>
                </a:ext>
              </a:extLst>
            </p:cNvPr>
            <p:cNvSpPr>
              <a:spLocks noChangeArrowheads="1"/>
            </p:cNvSpPr>
            <p:nvPr/>
          </p:nvSpPr>
          <p:spPr bwMode="auto">
            <a:xfrm>
              <a:off x="2822" y="2186"/>
              <a:ext cx="19" cy="10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66" name="Freeform 94">
              <a:extLst>
                <a:ext uri="{FF2B5EF4-FFF2-40B4-BE49-F238E27FC236}">
                  <a16:creationId xmlns:a16="http://schemas.microsoft.com/office/drawing/2014/main" id="{B353D0A6-EF38-0447-A7B3-679682F67888}"/>
                </a:ext>
              </a:extLst>
            </p:cNvPr>
            <p:cNvSpPr>
              <a:spLocks noEditPoints="1"/>
            </p:cNvSpPr>
            <p:nvPr/>
          </p:nvSpPr>
          <p:spPr bwMode="auto">
            <a:xfrm>
              <a:off x="2951" y="2150"/>
              <a:ext cx="73" cy="72"/>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7" y="0"/>
                    <a:pt x="48" y="11"/>
                    <a:pt x="48" y="24"/>
                  </a:cubicBezTo>
                  <a:cubicBezTo>
                    <a:pt x="48" y="37"/>
                    <a:pt x="37" y="48"/>
                    <a:pt x="24" y="48"/>
                  </a:cubicBezTo>
                  <a:close/>
                  <a:moveTo>
                    <a:pt x="24" y="12"/>
                  </a:moveTo>
                  <a:cubicBezTo>
                    <a:pt x="17" y="12"/>
                    <a:pt x="12" y="18"/>
                    <a:pt x="12" y="24"/>
                  </a:cubicBezTo>
                  <a:cubicBezTo>
                    <a:pt x="12" y="31"/>
                    <a:pt x="17" y="36"/>
                    <a:pt x="24" y="36"/>
                  </a:cubicBezTo>
                  <a:cubicBezTo>
                    <a:pt x="31" y="36"/>
                    <a:pt x="36" y="31"/>
                    <a:pt x="36" y="24"/>
                  </a:cubicBezTo>
                  <a:cubicBezTo>
                    <a:pt x="36" y="18"/>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67" name="Group 59">
            <a:extLst>
              <a:ext uri="{FF2B5EF4-FFF2-40B4-BE49-F238E27FC236}">
                <a16:creationId xmlns:a16="http://schemas.microsoft.com/office/drawing/2014/main" id="{EF54C6A6-4BD1-DD43-B133-D4D226C9EE9F}"/>
              </a:ext>
            </a:extLst>
          </p:cNvPr>
          <p:cNvGrpSpPr>
            <a:grpSpLocks noChangeAspect="1"/>
          </p:cNvGrpSpPr>
          <p:nvPr userDrawn="1"/>
        </p:nvGrpSpPr>
        <p:grpSpPr bwMode="auto">
          <a:xfrm>
            <a:off x="7131257" y="4307059"/>
            <a:ext cx="493868" cy="502040"/>
            <a:chOff x="5696" y="644"/>
            <a:chExt cx="423" cy="430"/>
          </a:xfrm>
          <a:solidFill>
            <a:schemeClr val="accent1"/>
          </a:solidFill>
        </p:grpSpPr>
        <p:sp>
          <p:nvSpPr>
            <p:cNvPr id="268" name="Freeform 60">
              <a:extLst>
                <a:ext uri="{FF2B5EF4-FFF2-40B4-BE49-F238E27FC236}">
                  <a16:creationId xmlns:a16="http://schemas.microsoft.com/office/drawing/2014/main" id="{2DF46A1E-62FB-7842-A1DF-1D64EE7FCC0F}"/>
                </a:ext>
              </a:extLst>
            </p:cNvPr>
            <p:cNvSpPr>
              <a:spLocks noEditPoints="1"/>
            </p:cNvSpPr>
            <p:nvPr/>
          </p:nvSpPr>
          <p:spPr bwMode="auto">
            <a:xfrm>
              <a:off x="5852" y="644"/>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9" name="Freeform 61">
              <a:extLst>
                <a:ext uri="{FF2B5EF4-FFF2-40B4-BE49-F238E27FC236}">
                  <a16:creationId xmlns:a16="http://schemas.microsoft.com/office/drawing/2014/main" id="{BCA1753F-E6EB-1940-8BE6-7A70C8DF218E}"/>
                </a:ext>
              </a:extLst>
            </p:cNvPr>
            <p:cNvSpPr>
              <a:spLocks noEditPoints="1"/>
            </p:cNvSpPr>
            <p:nvPr/>
          </p:nvSpPr>
          <p:spPr bwMode="auto">
            <a:xfrm>
              <a:off x="5852"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0" name="Freeform 62">
              <a:extLst>
                <a:ext uri="{FF2B5EF4-FFF2-40B4-BE49-F238E27FC236}">
                  <a16:creationId xmlns:a16="http://schemas.microsoft.com/office/drawing/2014/main" id="{FF51CD50-D176-8646-A186-FB4270CF1C91}"/>
                </a:ext>
              </a:extLst>
            </p:cNvPr>
            <p:cNvSpPr>
              <a:spLocks noEditPoints="1"/>
            </p:cNvSpPr>
            <p:nvPr/>
          </p:nvSpPr>
          <p:spPr bwMode="auto">
            <a:xfrm>
              <a:off x="6008"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1" name="Freeform 63">
              <a:extLst>
                <a:ext uri="{FF2B5EF4-FFF2-40B4-BE49-F238E27FC236}">
                  <a16:creationId xmlns:a16="http://schemas.microsoft.com/office/drawing/2014/main" id="{1DC2FFD3-7641-234A-B73A-9039B77A4C14}"/>
                </a:ext>
              </a:extLst>
            </p:cNvPr>
            <p:cNvSpPr>
              <a:spLocks noEditPoints="1"/>
            </p:cNvSpPr>
            <p:nvPr/>
          </p:nvSpPr>
          <p:spPr bwMode="auto">
            <a:xfrm>
              <a:off x="5696" y="967"/>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49"/>
                    <a:pt x="23" y="60"/>
                    <a:pt x="36" y="60"/>
                  </a:cubicBezTo>
                  <a:cubicBezTo>
                    <a:pt x="49" y="60"/>
                    <a:pt x="60" y="49"/>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2" name="Rectangle 64">
              <a:extLst>
                <a:ext uri="{FF2B5EF4-FFF2-40B4-BE49-F238E27FC236}">
                  <a16:creationId xmlns:a16="http://schemas.microsoft.com/office/drawing/2014/main" id="{3900C2DB-FA6B-D741-97DE-59BAC7FFBDBD}"/>
                </a:ext>
              </a:extLst>
            </p:cNvPr>
            <p:cNvSpPr>
              <a:spLocks noChangeArrowheads="1"/>
            </p:cNvSpPr>
            <p:nvPr/>
          </p:nvSpPr>
          <p:spPr bwMode="auto">
            <a:xfrm>
              <a:off x="5898" y="743"/>
              <a:ext cx="19" cy="23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3" name="Freeform 65">
              <a:extLst>
                <a:ext uri="{FF2B5EF4-FFF2-40B4-BE49-F238E27FC236}">
                  <a16:creationId xmlns:a16="http://schemas.microsoft.com/office/drawing/2014/main" id="{3C85F200-5885-C74D-8D1C-4D9CD9852A78}"/>
                </a:ext>
              </a:extLst>
            </p:cNvPr>
            <p:cNvSpPr>
              <a:spLocks/>
            </p:cNvSpPr>
            <p:nvPr/>
          </p:nvSpPr>
          <p:spPr bwMode="auto">
            <a:xfrm>
              <a:off x="5742" y="859"/>
              <a:ext cx="331" cy="116"/>
            </a:xfrm>
            <a:custGeom>
              <a:avLst/>
              <a:gdLst>
                <a:gd name="T0" fmla="*/ 216 w 216"/>
                <a:gd name="T1" fmla="*/ 78 h 78"/>
                <a:gd name="T2" fmla="*/ 204 w 216"/>
                <a:gd name="T3" fmla="*/ 78 h 78"/>
                <a:gd name="T4" fmla="*/ 138 w 216"/>
                <a:gd name="T5" fmla="*/ 12 h 78"/>
                <a:gd name="T6" fmla="*/ 72 w 216"/>
                <a:gd name="T7" fmla="*/ 12 h 78"/>
                <a:gd name="T8" fmla="*/ 12 w 216"/>
                <a:gd name="T9" fmla="*/ 78 h 78"/>
                <a:gd name="T10" fmla="*/ 0 w 216"/>
                <a:gd name="T11" fmla="*/ 78 h 78"/>
                <a:gd name="T12" fmla="*/ 72 w 216"/>
                <a:gd name="T13" fmla="*/ 0 h 78"/>
                <a:gd name="T14" fmla="*/ 138 w 216"/>
                <a:gd name="T15" fmla="*/ 0 h 78"/>
                <a:gd name="T16" fmla="*/ 216 w 216"/>
                <a:gd name="T17"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6" h="78">
                  <a:moveTo>
                    <a:pt x="216" y="78"/>
                  </a:moveTo>
                  <a:cubicBezTo>
                    <a:pt x="204" y="78"/>
                    <a:pt x="204" y="78"/>
                    <a:pt x="204" y="78"/>
                  </a:cubicBezTo>
                  <a:cubicBezTo>
                    <a:pt x="204" y="42"/>
                    <a:pt x="175" y="12"/>
                    <a:pt x="138" y="12"/>
                  </a:cubicBezTo>
                  <a:cubicBezTo>
                    <a:pt x="72" y="12"/>
                    <a:pt x="72" y="12"/>
                    <a:pt x="72" y="12"/>
                  </a:cubicBezTo>
                  <a:cubicBezTo>
                    <a:pt x="37" y="12"/>
                    <a:pt x="12" y="40"/>
                    <a:pt x="12" y="78"/>
                  </a:cubicBezTo>
                  <a:cubicBezTo>
                    <a:pt x="0" y="78"/>
                    <a:pt x="0" y="78"/>
                    <a:pt x="0" y="78"/>
                  </a:cubicBezTo>
                  <a:cubicBezTo>
                    <a:pt x="0" y="33"/>
                    <a:pt x="31" y="0"/>
                    <a:pt x="72" y="0"/>
                  </a:cubicBezTo>
                  <a:cubicBezTo>
                    <a:pt x="138" y="0"/>
                    <a:pt x="138" y="0"/>
                    <a:pt x="138" y="0"/>
                  </a:cubicBezTo>
                  <a:cubicBezTo>
                    <a:pt x="181" y="0"/>
                    <a:pt x="216" y="35"/>
                    <a:pt x="216" y="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74" name="Group 40">
            <a:extLst>
              <a:ext uri="{FF2B5EF4-FFF2-40B4-BE49-F238E27FC236}">
                <a16:creationId xmlns:a16="http://schemas.microsoft.com/office/drawing/2014/main" id="{AF2CB69D-CBB7-0741-B4F3-6F052ABCDA2C}"/>
              </a:ext>
            </a:extLst>
          </p:cNvPr>
          <p:cNvGrpSpPr>
            <a:grpSpLocks noChangeAspect="1"/>
          </p:cNvGrpSpPr>
          <p:nvPr userDrawn="1"/>
        </p:nvGrpSpPr>
        <p:grpSpPr bwMode="auto">
          <a:xfrm>
            <a:off x="8413589" y="4350552"/>
            <a:ext cx="486806" cy="415054"/>
            <a:chOff x="4653" y="690"/>
            <a:chExt cx="441" cy="376"/>
          </a:xfrm>
          <a:solidFill>
            <a:schemeClr val="accent1"/>
          </a:solidFill>
        </p:grpSpPr>
        <p:sp>
          <p:nvSpPr>
            <p:cNvPr id="275" name="Freeform 41">
              <a:extLst>
                <a:ext uri="{FF2B5EF4-FFF2-40B4-BE49-F238E27FC236}">
                  <a16:creationId xmlns:a16="http://schemas.microsoft.com/office/drawing/2014/main" id="{FDCBE251-79E8-114A-B376-CEEF3221D205}"/>
                </a:ext>
              </a:extLst>
            </p:cNvPr>
            <p:cNvSpPr>
              <a:spLocks noEditPoints="1"/>
            </p:cNvSpPr>
            <p:nvPr/>
          </p:nvSpPr>
          <p:spPr bwMode="auto">
            <a:xfrm>
              <a:off x="4653"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6" name="Freeform 42">
              <a:extLst>
                <a:ext uri="{FF2B5EF4-FFF2-40B4-BE49-F238E27FC236}">
                  <a16:creationId xmlns:a16="http://schemas.microsoft.com/office/drawing/2014/main" id="{33EAB03F-1708-934A-9326-DCEC1E3BE1BF}"/>
                </a:ext>
              </a:extLst>
            </p:cNvPr>
            <p:cNvSpPr>
              <a:spLocks noEditPoints="1"/>
            </p:cNvSpPr>
            <p:nvPr/>
          </p:nvSpPr>
          <p:spPr bwMode="auto">
            <a:xfrm>
              <a:off x="4984" y="815"/>
              <a:ext cx="110" cy="180"/>
            </a:xfrm>
            <a:custGeom>
              <a:avLst/>
              <a:gdLst>
                <a:gd name="T0" fmla="*/ 54 w 72"/>
                <a:gd name="T1" fmla="*/ 120 h 120"/>
                <a:gd name="T2" fmla="*/ 18 w 72"/>
                <a:gd name="T3" fmla="*/ 120 h 120"/>
                <a:gd name="T4" fmla="*/ 12 w 72"/>
                <a:gd name="T5" fmla="*/ 114 h 120"/>
                <a:gd name="T6" fmla="*/ 12 w 72"/>
                <a:gd name="T7" fmla="*/ 65 h 120"/>
                <a:gd name="T8" fmla="*/ 0 w 72"/>
                <a:gd name="T9" fmla="*/ 42 h 120"/>
                <a:gd name="T10" fmla="*/ 0 w 72"/>
                <a:gd name="T11" fmla="*/ 6 h 120"/>
                <a:gd name="T12" fmla="*/ 6 w 72"/>
                <a:gd name="T13" fmla="*/ 0 h 120"/>
                <a:gd name="T14" fmla="*/ 66 w 72"/>
                <a:gd name="T15" fmla="*/ 0 h 120"/>
                <a:gd name="T16" fmla="*/ 72 w 72"/>
                <a:gd name="T17" fmla="*/ 6 h 120"/>
                <a:gd name="T18" fmla="*/ 72 w 72"/>
                <a:gd name="T19" fmla="*/ 42 h 120"/>
                <a:gd name="T20" fmla="*/ 60 w 72"/>
                <a:gd name="T21" fmla="*/ 65 h 120"/>
                <a:gd name="T22" fmla="*/ 60 w 72"/>
                <a:gd name="T23" fmla="*/ 114 h 120"/>
                <a:gd name="T24" fmla="*/ 54 w 72"/>
                <a:gd name="T25" fmla="*/ 120 h 120"/>
                <a:gd name="T26" fmla="*/ 24 w 72"/>
                <a:gd name="T27" fmla="*/ 108 h 120"/>
                <a:gd name="T28" fmla="*/ 48 w 72"/>
                <a:gd name="T29" fmla="*/ 108 h 120"/>
                <a:gd name="T30" fmla="*/ 48 w 72"/>
                <a:gd name="T31" fmla="*/ 60 h 120"/>
                <a:gd name="T32" fmla="*/ 54 w 72"/>
                <a:gd name="T33" fmla="*/ 54 h 120"/>
                <a:gd name="T34" fmla="*/ 60 w 72"/>
                <a:gd name="T35" fmla="*/ 42 h 120"/>
                <a:gd name="T36" fmla="*/ 60 w 72"/>
                <a:gd name="T37" fmla="*/ 12 h 120"/>
                <a:gd name="T38" fmla="*/ 12 w 72"/>
                <a:gd name="T39" fmla="*/ 12 h 120"/>
                <a:gd name="T40" fmla="*/ 12 w 72"/>
                <a:gd name="T41" fmla="*/ 42 h 120"/>
                <a:gd name="T42" fmla="*/ 18 w 72"/>
                <a:gd name="T43" fmla="*/ 54 h 120"/>
                <a:gd name="T44" fmla="*/ 24 w 72"/>
                <a:gd name="T45" fmla="*/ 60 h 120"/>
                <a:gd name="T46" fmla="*/ 24 w 72"/>
                <a:gd name="T47" fmla="*/ 108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2" h="120">
                  <a:moveTo>
                    <a:pt x="54" y="120"/>
                  </a:moveTo>
                  <a:cubicBezTo>
                    <a:pt x="18" y="120"/>
                    <a:pt x="18" y="120"/>
                    <a:pt x="18" y="120"/>
                  </a:cubicBezTo>
                  <a:cubicBezTo>
                    <a:pt x="15" y="120"/>
                    <a:pt x="12" y="117"/>
                    <a:pt x="12" y="114"/>
                  </a:cubicBezTo>
                  <a:cubicBezTo>
                    <a:pt x="12" y="65"/>
                    <a:pt x="12" y="65"/>
                    <a:pt x="12" y="65"/>
                  </a:cubicBezTo>
                  <a:cubicBezTo>
                    <a:pt x="4" y="62"/>
                    <a:pt x="0" y="55"/>
                    <a:pt x="0" y="42"/>
                  </a:cubicBezTo>
                  <a:cubicBezTo>
                    <a:pt x="0" y="6"/>
                    <a:pt x="0" y="6"/>
                    <a:pt x="0" y="6"/>
                  </a:cubicBezTo>
                  <a:cubicBezTo>
                    <a:pt x="0" y="2"/>
                    <a:pt x="3" y="0"/>
                    <a:pt x="6" y="0"/>
                  </a:cubicBezTo>
                  <a:cubicBezTo>
                    <a:pt x="66" y="0"/>
                    <a:pt x="66" y="0"/>
                    <a:pt x="66" y="0"/>
                  </a:cubicBezTo>
                  <a:cubicBezTo>
                    <a:pt x="69" y="0"/>
                    <a:pt x="72" y="2"/>
                    <a:pt x="72" y="6"/>
                  </a:cubicBezTo>
                  <a:cubicBezTo>
                    <a:pt x="72" y="42"/>
                    <a:pt x="72" y="42"/>
                    <a:pt x="72" y="42"/>
                  </a:cubicBezTo>
                  <a:cubicBezTo>
                    <a:pt x="72" y="55"/>
                    <a:pt x="68" y="62"/>
                    <a:pt x="60" y="65"/>
                  </a:cubicBezTo>
                  <a:cubicBezTo>
                    <a:pt x="60" y="114"/>
                    <a:pt x="60" y="114"/>
                    <a:pt x="60" y="114"/>
                  </a:cubicBezTo>
                  <a:cubicBezTo>
                    <a:pt x="60" y="117"/>
                    <a:pt x="57" y="120"/>
                    <a:pt x="54" y="120"/>
                  </a:cubicBezTo>
                  <a:close/>
                  <a:moveTo>
                    <a:pt x="24" y="108"/>
                  </a:moveTo>
                  <a:cubicBezTo>
                    <a:pt x="48" y="108"/>
                    <a:pt x="48" y="108"/>
                    <a:pt x="48" y="108"/>
                  </a:cubicBezTo>
                  <a:cubicBezTo>
                    <a:pt x="48" y="60"/>
                    <a:pt x="48" y="60"/>
                    <a:pt x="48" y="60"/>
                  </a:cubicBezTo>
                  <a:cubicBezTo>
                    <a:pt x="48" y="56"/>
                    <a:pt x="51" y="54"/>
                    <a:pt x="54" y="54"/>
                  </a:cubicBezTo>
                  <a:cubicBezTo>
                    <a:pt x="57" y="54"/>
                    <a:pt x="60" y="54"/>
                    <a:pt x="60" y="42"/>
                  </a:cubicBezTo>
                  <a:cubicBezTo>
                    <a:pt x="60" y="12"/>
                    <a:pt x="60" y="12"/>
                    <a:pt x="60" y="12"/>
                  </a:cubicBezTo>
                  <a:cubicBezTo>
                    <a:pt x="12" y="12"/>
                    <a:pt x="12" y="12"/>
                    <a:pt x="12" y="12"/>
                  </a:cubicBezTo>
                  <a:cubicBezTo>
                    <a:pt x="12" y="42"/>
                    <a:pt x="12" y="42"/>
                    <a:pt x="12" y="42"/>
                  </a:cubicBezTo>
                  <a:cubicBezTo>
                    <a:pt x="12" y="54"/>
                    <a:pt x="15" y="54"/>
                    <a:pt x="18" y="54"/>
                  </a:cubicBezTo>
                  <a:cubicBezTo>
                    <a:pt x="21" y="54"/>
                    <a:pt x="24" y="56"/>
                    <a:pt x="24" y="60"/>
                  </a:cubicBezTo>
                  <a:lnTo>
                    <a:pt x="24" y="1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7" name="Freeform 43">
              <a:extLst>
                <a:ext uri="{FF2B5EF4-FFF2-40B4-BE49-F238E27FC236}">
                  <a16:creationId xmlns:a16="http://schemas.microsoft.com/office/drawing/2014/main" id="{0B22C036-1BF3-914B-849D-BDC1213AB0A1}"/>
                </a:ext>
              </a:extLst>
            </p:cNvPr>
            <p:cNvSpPr>
              <a:spLocks noEditPoints="1"/>
            </p:cNvSpPr>
            <p:nvPr/>
          </p:nvSpPr>
          <p:spPr bwMode="auto">
            <a:xfrm>
              <a:off x="4800" y="815"/>
              <a:ext cx="147" cy="251"/>
            </a:xfrm>
            <a:custGeom>
              <a:avLst/>
              <a:gdLst>
                <a:gd name="T0" fmla="*/ 66 w 96"/>
                <a:gd name="T1" fmla="*/ 168 h 168"/>
                <a:gd name="T2" fmla="*/ 30 w 96"/>
                <a:gd name="T3" fmla="*/ 168 h 168"/>
                <a:gd name="T4" fmla="*/ 24 w 96"/>
                <a:gd name="T5" fmla="*/ 162 h 168"/>
                <a:gd name="T6" fmla="*/ 24 w 96"/>
                <a:gd name="T7" fmla="*/ 95 h 168"/>
                <a:gd name="T8" fmla="*/ 0 w 96"/>
                <a:gd name="T9" fmla="*/ 66 h 168"/>
                <a:gd name="T10" fmla="*/ 0 w 96"/>
                <a:gd name="T11" fmla="*/ 6 h 168"/>
                <a:gd name="T12" fmla="*/ 6 w 96"/>
                <a:gd name="T13" fmla="*/ 0 h 168"/>
                <a:gd name="T14" fmla="*/ 90 w 96"/>
                <a:gd name="T15" fmla="*/ 0 h 168"/>
                <a:gd name="T16" fmla="*/ 96 w 96"/>
                <a:gd name="T17" fmla="*/ 6 h 168"/>
                <a:gd name="T18" fmla="*/ 96 w 96"/>
                <a:gd name="T19" fmla="*/ 66 h 168"/>
                <a:gd name="T20" fmla="*/ 72 w 96"/>
                <a:gd name="T21" fmla="*/ 95 h 168"/>
                <a:gd name="T22" fmla="*/ 72 w 96"/>
                <a:gd name="T23" fmla="*/ 162 h 168"/>
                <a:gd name="T24" fmla="*/ 66 w 96"/>
                <a:gd name="T25" fmla="*/ 168 h 168"/>
                <a:gd name="T26" fmla="*/ 36 w 96"/>
                <a:gd name="T27" fmla="*/ 156 h 168"/>
                <a:gd name="T28" fmla="*/ 60 w 96"/>
                <a:gd name="T29" fmla="*/ 156 h 168"/>
                <a:gd name="T30" fmla="*/ 60 w 96"/>
                <a:gd name="T31" fmla="*/ 90 h 168"/>
                <a:gd name="T32" fmla="*/ 66 w 96"/>
                <a:gd name="T33" fmla="*/ 84 h 168"/>
                <a:gd name="T34" fmla="*/ 84 w 96"/>
                <a:gd name="T35" fmla="*/ 66 h 168"/>
                <a:gd name="T36" fmla="*/ 84 w 96"/>
                <a:gd name="T37" fmla="*/ 12 h 168"/>
                <a:gd name="T38" fmla="*/ 12 w 96"/>
                <a:gd name="T39" fmla="*/ 12 h 168"/>
                <a:gd name="T40" fmla="*/ 12 w 96"/>
                <a:gd name="T41" fmla="*/ 66 h 168"/>
                <a:gd name="T42" fmla="*/ 30 w 96"/>
                <a:gd name="T43" fmla="*/ 84 h 168"/>
                <a:gd name="T44" fmla="*/ 36 w 96"/>
                <a:gd name="T45" fmla="*/ 90 h 168"/>
                <a:gd name="T46" fmla="*/ 36 w 96"/>
                <a:gd name="T47"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6" h="168">
                  <a:moveTo>
                    <a:pt x="66" y="168"/>
                  </a:moveTo>
                  <a:cubicBezTo>
                    <a:pt x="30" y="168"/>
                    <a:pt x="30" y="168"/>
                    <a:pt x="30" y="168"/>
                  </a:cubicBezTo>
                  <a:cubicBezTo>
                    <a:pt x="27" y="168"/>
                    <a:pt x="24" y="165"/>
                    <a:pt x="24" y="162"/>
                  </a:cubicBezTo>
                  <a:cubicBezTo>
                    <a:pt x="24" y="95"/>
                    <a:pt x="24" y="95"/>
                    <a:pt x="24" y="95"/>
                  </a:cubicBezTo>
                  <a:cubicBezTo>
                    <a:pt x="10" y="92"/>
                    <a:pt x="0" y="80"/>
                    <a:pt x="0" y="66"/>
                  </a:cubicBezTo>
                  <a:cubicBezTo>
                    <a:pt x="0" y="6"/>
                    <a:pt x="0" y="6"/>
                    <a:pt x="0" y="6"/>
                  </a:cubicBezTo>
                  <a:cubicBezTo>
                    <a:pt x="0" y="2"/>
                    <a:pt x="3" y="0"/>
                    <a:pt x="6" y="0"/>
                  </a:cubicBezTo>
                  <a:cubicBezTo>
                    <a:pt x="90" y="0"/>
                    <a:pt x="90" y="0"/>
                    <a:pt x="90" y="0"/>
                  </a:cubicBezTo>
                  <a:cubicBezTo>
                    <a:pt x="93" y="0"/>
                    <a:pt x="96" y="2"/>
                    <a:pt x="96" y="6"/>
                  </a:cubicBezTo>
                  <a:cubicBezTo>
                    <a:pt x="96" y="66"/>
                    <a:pt x="96" y="66"/>
                    <a:pt x="96" y="66"/>
                  </a:cubicBezTo>
                  <a:cubicBezTo>
                    <a:pt x="96" y="80"/>
                    <a:pt x="86" y="92"/>
                    <a:pt x="72" y="95"/>
                  </a:cubicBezTo>
                  <a:cubicBezTo>
                    <a:pt x="72" y="162"/>
                    <a:pt x="72" y="162"/>
                    <a:pt x="72" y="162"/>
                  </a:cubicBezTo>
                  <a:cubicBezTo>
                    <a:pt x="72" y="165"/>
                    <a:pt x="69" y="168"/>
                    <a:pt x="66" y="168"/>
                  </a:cubicBezTo>
                  <a:close/>
                  <a:moveTo>
                    <a:pt x="36" y="156"/>
                  </a:moveTo>
                  <a:cubicBezTo>
                    <a:pt x="60" y="156"/>
                    <a:pt x="60" y="156"/>
                    <a:pt x="60" y="156"/>
                  </a:cubicBezTo>
                  <a:cubicBezTo>
                    <a:pt x="60" y="90"/>
                    <a:pt x="60" y="90"/>
                    <a:pt x="60" y="90"/>
                  </a:cubicBezTo>
                  <a:cubicBezTo>
                    <a:pt x="60" y="86"/>
                    <a:pt x="63" y="84"/>
                    <a:pt x="66" y="84"/>
                  </a:cubicBezTo>
                  <a:cubicBezTo>
                    <a:pt x="76" y="84"/>
                    <a:pt x="84" y="76"/>
                    <a:pt x="84" y="66"/>
                  </a:cubicBezTo>
                  <a:cubicBezTo>
                    <a:pt x="84" y="12"/>
                    <a:pt x="84" y="12"/>
                    <a:pt x="84" y="12"/>
                  </a:cubicBezTo>
                  <a:cubicBezTo>
                    <a:pt x="12" y="12"/>
                    <a:pt x="12" y="12"/>
                    <a:pt x="12" y="12"/>
                  </a:cubicBezTo>
                  <a:cubicBezTo>
                    <a:pt x="12" y="66"/>
                    <a:pt x="12" y="66"/>
                    <a:pt x="12" y="66"/>
                  </a:cubicBezTo>
                  <a:cubicBezTo>
                    <a:pt x="12" y="76"/>
                    <a:pt x="20" y="84"/>
                    <a:pt x="30" y="84"/>
                  </a:cubicBezTo>
                  <a:cubicBezTo>
                    <a:pt x="33" y="84"/>
                    <a:pt x="36" y="86"/>
                    <a:pt x="36" y="90"/>
                  </a:cubicBezTo>
                  <a:lnTo>
                    <a:pt x="36"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8" name="Freeform 44">
              <a:extLst>
                <a:ext uri="{FF2B5EF4-FFF2-40B4-BE49-F238E27FC236}">
                  <a16:creationId xmlns:a16="http://schemas.microsoft.com/office/drawing/2014/main" id="{E8B7DC9C-B6E3-214C-96AB-8281516F4326}"/>
                </a:ext>
              </a:extLst>
            </p:cNvPr>
            <p:cNvSpPr>
              <a:spLocks noEditPoints="1"/>
            </p:cNvSpPr>
            <p:nvPr/>
          </p:nvSpPr>
          <p:spPr bwMode="auto">
            <a:xfrm>
              <a:off x="4671"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79" name="Freeform 45">
              <a:extLst>
                <a:ext uri="{FF2B5EF4-FFF2-40B4-BE49-F238E27FC236}">
                  <a16:creationId xmlns:a16="http://schemas.microsoft.com/office/drawing/2014/main" id="{397E29E0-4660-AC44-AA91-82129C1E3367}"/>
                </a:ext>
              </a:extLst>
            </p:cNvPr>
            <p:cNvSpPr>
              <a:spLocks noEditPoints="1"/>
            </p:cNvSpPr>
            <p:nvPr/>
          </p:nvSpPr>
          <p:spPr bwMode="auto">
            <a:xfrm>
              <a:off x="5002" y="726"/>
              <a:ext cx="74"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0"/>
                    <a:pt x="11" y="0"/>
                    <a:pt x="24" y="0"/>
                  </a:cubicBezTo>
                  <a:cubicBezTo>
                    <a:pt x="37" y="0"/>
                    <a:pt x="48" y="10"/>
                    <a:pt x="48" y="24"/>
                  </a:cubicBezTo>
                  <a:cubicBezTo>
                    <a:pt x="48" y="37"/>
                    <a:pt x="37" y="48"/>
                    <a:pt x="24" y="48"/>
                  </a:cubicBezTo>
                  <a:close/>
                  <a:moveTo>
                    <a:pt x="24" y="12"/>
                  </a:moveTo>
                  <a:cubicBezTo>
                    <a:pt x="17" y="12"/>
                    <a:pt x="12" y="17"/>
                    <a:pt x="12" y="24"/>
                  </a:cubicBezTo>
                  <a:cubicBezTo>
                    <a:pt x="12" y="30"/>
                    <a:pt x="17" y="36"/>
                    <a:pt x="24" y="36"/>
                  </a:cubicBezTo>
                  <a:cubicBezTo>
                    <a:pt x="31" y="36"/>
                    <a:pt x="36" y="30"/>
                    <a:pt x="36" y="24"/>
                  </a:cubicBezTo>
                  <a:cubicBezTo>
                    <a:pt x="36" y="17"/>
                    <a:pt x="31" y="12"/>
                    <a:pt x="2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0" name="Freeform 46">
              <a:extLst>
                <a:ext uri="{FF2B5EF4-FFF2-40B4-BE49-F238E27FC236}">
                  <a16:creationId xmlns:a16="http://schemas.microsoft.com/office/drawing/2014/main" id="{30250504-C013-FB41-8C0E-CC245995DB46}"/>
                </a:ext>
              </a:extLst>
            </p:cNvPr>
            <p:cNvSpPr>
              <a:spLocks noEditPoints="1"/>
            </p:cNvSpPr>
            <p:nvPr/>
          </p:nvSpPr>
          <p:spPr bwMode="auto">
            <a:xfrm>
              <a:off x="4818" y="690"/>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5"/>
                    <a:pt x="0" y="36"/>
                  </a:cubicBezTo>
                  <a:cubicBezTo>
                    <a:pt x="0" y="16"/>
                    <a:pt x="16" y="0"/>
                    <a:pt x="36" y="0"/>
                  </a:cubicBezTo>
                  <a:cubicBezTo>
                    <a:pt x="56" y="0"/>
                    <a:pt x="72" y="16"/>
                    <a:pt x="72" y="36"/>
                  </a:cubicBezTo>
                  <a:cubicBezTo>
                    <a:pt x="72" y="55"/>
                    <a:pt x="56" y="72"/>
                    <a:pt x="36" y="72"/>
                  </a:cubicBezTo>
                  <a:close/>
                  <a:moveTo>
                    <a:pt x="36" y="12"/>
                  </a:moveTo>
                  <a:cubicBezTo>
                    <a:pt x="23" y="12"/>
                    <a:pt x="12" y="22"/>
                    <a:pt x="12" y="36"/>
                  </a:cubicBezTo>
                  <a:cubicBezTo>
                    <a:pt x="12" y="49"/>
                    <a:pt x="23" y="60"/>
                    <a:pt x="36" y="60"/>
                  </a:cubicBezTo>
                  <a:cubicBezTo>
                    <a:pt x="49" y="60"/>
                    <a:pt x="60" y="49"/>
                    <a:pt x="60" y="36"/>
                  </a:cubicBezTo>
                  <a:cubicBezTo>
                    <a:pt x="60" y="22"/>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81" name="Group 122">
            <a:extLst>
              <a:ext uri="{FF2B5EF4-FFF2-40B4-BE49-F238E27FC236}">
                <a16:creationId xmlns:a16="http://schemas.microsoft.com/office/drawing/2014/main" id="{67283CD5-0255-B34C-BF7E-E084473C74C8}"/>
              </a:ext>
            </a:extLst>
          </p:cNvPr>
          <p:cNvGrpSpPr>
            <a:grpSpLocks noChangeAspect="1"/>
          </p:cNvGrpSpPr>
          <p:nvPr userDrawn="1"/>
        </p:nvGrpSpPr>
        <p:grpSpPr bwMode="auto">
          <a:xfrm>
            <a:off x="9677138" y="4315989"/>
            <a:ext cx="496566" cy="484180"/>
            <a:chOff x="487" y="3214"/>
            <a:chExt cx="441" cy="430"/>
          </a:xfrm>
          <a:solidFill>
            <a:schemeClr val="accent1"/>
          </a:solidFill>
        </p:grpSpPr>
        <p:sp>
          <p:nvSpPr>
            <p:cNvPr id="282" name="Freeform 123">
              <a:extLst>
                <a:ext uri="{FF2B5EF4-FFF2-40B4-BE49-F238E27FC236}">
                  <a16:creationId xmlns:a16="http://schemas.microsoft.com/office/drawing/2014/main" id="{72773FE5-CE95-0F4A-A086-070B43C2F3E0}"/>
                </a:ext>
              </a:extLst>
            </p:cNvPr>
            <p:cNvSpPr>
              <a:spLocks noEditPoints="1"/>
            </p:cNvSpPr>
            <p:nvPr/>
          </p:nvSpPr>
          <p:spPr bwMode="auto">
            <a:xfrm>
              <a:off x="579" y="3214"/>
              <a:ext cx="257" cy="233"/>
            </a:xfrm>
            <a:custGeom>
              <a:avLst/>
              <a:gdLst>
                <a:gd name="T0" fmla="*/ 66 w 168"/>
                <a:gd name="T1" fmla="*/ 156 h 156"/>
                <a:gd name="T2" fmla="*/ 62 w 168"/>
                <a:gd name="T3" fmla="*/ 154 h 156"/>
                <a:gd name="T4" fmla="*/ 28 w 168"/>
                <a:gd name="T5" fmla="*/ 120 h 156"/>
                <a:gd name="T6" fmla="*/ 18 w 168"/>
                <a:gd name="T7" fmla="*/ 120 h 156"/>
                <a:gd name="T8" fmla="*/ 0 w 168"/>
                <a:gd name="T9" fmla="*/ 102 h 156"/>
                <a:gd name="T10" fmla="*/ 0 w 168"/>
                <a:gd name="T11" fmla="*/ 18 h 156"/>
                <a:gd name="T12" fmla="*/ 18 w 168"/>
                <a:gd name="T13" fmla="*/ 0 h 156"/>
                <a:gd name="T14" fmla="*/ 150 w 168"/>
                <a:gd name="T15" fmla="*/ 0 h 156"/>
                <a:gd name="T16" fmla="*/ 168 w 168"/>
                <a:gd name="T17" fmla="*/ 18 h 156"/>
                <a:gd name="T18" fmla="*/ 168 w 168"/>
                <a:gd name="T19" fmla="*/ 102 h 156"/>
                <a:gd name="T20" fmla="*/ 150 w 168"/>
                <a:gd name="T21" fmla="*/ 120 h 156"/>
                <a:gd name="T22" fmla="*/ 72 w 168"/>
                <a:gd name="T23" fmla="*/ 120 h 156"/>
                <a:gd name="T24" fmla="*/ 72 w 168"/>
                <a:gd name="T25" fmla="*/ 150 h 156"/>
                <a:gd name="T26" fmla="*/ 69 w 168"/>
                <a:gd name="T27" fmla="*/ 156 h 156"/>
                <a:gd name="T28" fmla="*/ 66 w 168"/>
                <a:gd name="T29" fmla="*/ 156 h 156"/>
                <a:gd name="T30" fmla="*/ 18 w 168"/>
                <a:gd name="T31" fmla="*/ 12 h 156"/>
                <a:gd name="T32" fmla="*/ 12 w 168"/>
                <a:gd name="T33" fmla="*/ 18 h 156"/>
                <a:gd name="T34" fmla="*/ 12 w 168"/>
                <a:gd name="T35" fmla="*/ 102 h 156"/>
                <a:gd name="T36" fmla="*/ 18 w 168"/>
                <a:gd name="T37" fmla="*/ 108 h 156"/>
                <a:gd name="T38" fmla="*/ 30 w 168"/>
                <a:gd name="T39" fmla="*/ 108 h 156"/>
                <a:gd name="T40" fmla="*/ 34 w 168"/>
                <a:gd name="T41" fmla="*/ 110 h 156"/>
                <a:gd name="T42" fmla="*/ 60 w 168"/>
                <a:gd name="T43" fmla="*/ 136 h 156"/>
                <a:gd name="T44" fmla="*/ 60 w 168"/>
                <a:gd name="T45" fmla="*/ 114 h 156"/>
                <a:gd name="T46" fmla="*/ 66 w 168"/>
                <a:gd name="T47" fmla="*/ 108 h 156"/>
                <a:gd name="T48" fmla="*/ 150 w 168"/>
                <a:gd name="T49" fmla="*/ 108 h 156"/>
                <a:gd name="T50" fmla="*/ 156 w 168"/>
                <a:gd name="T51" fmla="*/ 102 h 156"/>
                <a:gd name="T52" fmla="*/ 156 w 168"/>
                <a:gd name="T53" fmla="*/ 18 h 156"/>
                <a:gd name="T54" fmla="*/ 150 w 168"/>
                <a:gd name="T55" fmla="*/ 12 h 156"/>
                <a:gd name="T56" fmla="*/ 18 w 168"/>
                <a:gd name="T57" fmla="*/ 1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68" h="156">
                  <a:moveTo>
                    <a:pt x="66" y="156"/>
                  </a:moveTo>
                  <a:cubicBezTo>
                    <a:pt x="65" y="156"/>
                    <a:pt x="63" y="156"/>
                    <a:pt x="62" y="154"/>
                  </a:cubicBezTo>
                  <a:cubicBezTo>
                    <a:pt x="28" y="120"/>
                    <a:pt x="28" y="120"/>
                    <a:pt x="28" y="120"/>
                  </a:cubicBezTo>
                  <a:cubicBezTo>
                    <a:pt x="18" y="120"/>
                    <a:pt x="18" y="120"/>
                    <a:pt x="18" y="120"/>
                  </a:cubicBezTo>
                  <a:cubicBezTo>
                    <a:pt x="8" y="120"/>
                    <a:pt x="0" y="112"/>
                    <a:pt x="0" y="102"/>
                  </a:cubicBezTo>
                  <a:cubicBezTo>
                    <a:pt x="0" y="18"/>
                    <a:pt x="0" y="18"/>
                    <a:pt x="0" y="18"/>
                  </a:cubicBezTo>
                  <a:cubicBezTo>
                    <a:pt x="0" y="8"/>
                    <a:pt x="8" y="0"/>
                    <a:pt x="18" y="0"/>
                  </a:cubicBezTo>
                  <a:cubicBezTo>
                    <a:pt x="150" y="0"/>
                    <a:pt x="150" y="0"/>
                    <a:pt x="150" y="0"/>
                  </a:cubicBezTo>
                  <a:cubicBezTo>
                    <a:pt x="160" y="0"/>
                    <a:pt x="168" y="8"/>
                    <a:pt x="168" y="18"/>
                  </a:cubicBezTo>
                  <a:cubicBezTo>
                    <a:pt x="168" y="102"/>
                    <a:pt x="168" y="102"/>
                    <a:pt x="168" y="102"/>
                  </a:cubicBezTo>
                  <a:cubicBezTo>
                    <a:pt x="168" y="112"/>
                    <a:pt x="160" y="120"/>
                    <a:pt x="150" y="120"/>
                  </a:cubicBezTo>
                  <a:cubicBezTo>
                    <a:pt x="72" y="120"/>
                    <a:pt x="72" y="120"/>
                    <a:pt x="72" y="120"/>
                  </a:cubicBezTo>
                  <a:cubicBezTo>
                    <a:pt x="72" y="150"/>
                    <a:pt x="72" y="150"/>
                    <a:pt x="72" y="150"/>
                  </a:cubicBezTo>
                  <a:cubicBezTo>
                    <a:pt x="72" y="153"/>
                    <a:pt x="71" y="155"/>
                    <a:pt x="69" y="156"/>
                  </a:cubicBezTo>
                  <a:cubicBezTo>
                    <a:pt x="68" y="156"/>
                    <a:pt x="67" y="156"/>
                    <a:pt x="66" y="156"/>
                  </a:cubicBezTo>
                  <a:close/>
                  <a:moveTo>
                    <a:pt x="18" y="12"/>
                  </a:moveTo>
                  <a:cubicBezTo>
                    <a:pt x="15" y="12"/>
                    <a:pt x="12" y="15"/>
                    <a:pt x="12" y="18"/>
                  </a:cubicBezTo>
                  <a:cubicBezTo>
                    <a:pt x="12" y="102"/>
                    <a:pt x="12" y="102"/>
                    <a:pt x="12" y="102"/>
                  </a:cubicBezTo>
                  <a:cubicBezTo>
                    <a:pt x="12" y="105"/>
                    <a:pt x="15" y="108"/>
                    <a:pt x="18" y="108"/>
                  </a:cubicBezTo>
                  <a:cubicBezTo>
                    <a:pt x="30" y="108"/>
                    <a:pt x="30" y="108"/>
                    <a:pt x="30" y="108"/>
                  </a:cubicBezTo>
                  <a:cubicBezTo>
                    <a:pt x="32" y="108"/>
                    <a:pt x="33" y="109"/>
                    <a:pt x="34" y="110"/>
                  </a:cubicBezTo>
                  <a:cubicBezTo>
                    <a:pt x="60" y="136"/>
                    <a:pt x="60" y="136"/>
                    <a:pt x="60" y="136"/>
                  </a:cubicBezTo>
                  <a:cubicBezTo>
                    <a:pt x="60" y="114"/>
                    <a:pt x="60" y="114"/>
                    <a:pt x="60" y="114"/>
                  </a:cubicBezTo>
                  <a:cubicBezTo>
                    <a:pt x="60" y="111"/>
                    <a:pt x="63" y="108"/>
                    <a:pt x="66" y="108"/>
                  </a:cubicBezTo>
                  <a:cubicBezTo>
                    <a:pt x="150" y="108"/>
                    <a:pt x="150" y="108"/>
                    <a:pt x="150" y="108"/>
                  </a:cubicBezTo>
                  <a:cubicBezTo>
                    <a:pt x="154" y="108"/>
                    <a:pt x="156" y="105"/>
                    <a:pt x="156" y="102"/>
                  </a:cubicBezTo>
                  <a:cubicBezTo>
                    <a:pt x="156" y="18"/>
                    <a:pt x="156" y="18"/>
                    <a:pt x="156" y="18"/>
                  </a:cubicBezTo>
                  <a:cubicBezTo>
                    <a:pt x="156" y="15"/>
                    <a:pt x="154" y="12"/>
                    <a:pt x="150" y="12"/>
                  </a:cubicBezTo>
                  <a:lnTo>
                    <a:pt x="18"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3" name="Freeform 124">
              <a:extLst>
                <a:ext uri="{FF2B5EF4-FFF2-40B4-BE49-F238E27FC236}">
                  <a16:creationId xmlns:a16="http://schemas.microsoft.com/office/drawing/2014/main" id="{6CDD5E0D-6567-8F41-ADDA-4873270097A1}"/>
                </a:ext>
              </a:extLst>
            </p:cNvPr>
            <p:cNvSpPr>
              <a:spLocks noEditPoints="1"/>
            </p:cNvSpPr>
            <p:nvPr/>
          </p:nvSpPr>
          <p:spPr bwMode="auto">
            <a:xfrm>
              <a:off x="790"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4" name="Freeform 125">
              <a:extLst>
                <a:ext uri="{FF2B5EF4-FFF2-40B4-BE49-F238E27FC236}">
                  <a16:creationId xmlns:a16="http://schemas.microsoft.com/office/drawing/2014/main" id="{5E033DBE-D634-B34B-A4D9-A3AB7C0A517D}"/>
                </a:ext>
              </a:extLst>
            </p:cNvPr>
            <p:cNvSpPr>
              <a:spLocks noEditPoints="1"/>
            </p:cNvSpPr>
            <p:nvPr/>
          </p:nvSpPr>
          <p:spPr bwMode="auto">
            <a:xfrm>
              <a:off x="763"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5" name="Freeform 126">
              <a:extLst>
                <a:ext uri="{FF2B5EF4-FFF2-40B4-BE49-F238E27FC236}">
                  <a16:creationId xmlns:a16="http://schemas.microsoft.com/office/drawing/2014/main" id="{88700ED7-B9BA-B04A-9A1A-F877F79FB300}"/>
                </a:ext>
              </a:extLst>
            </p:cNvPr>
            <p:cNvSpPr>
              <a:spLocks noEditPoints="1"/>
            </p:cNvSpPr>
            <p:nvPr/>
          </p:nvSpPr>
          <p:spPr bwMode="auto">
            <a:xfrm>
              <a:off x="515" y="3411"/>
              <a:ext cx="110" cy="108"/>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6" name="Freeform 127">
              <a:extLst>
                <a:ext uri="{FF2B5EF4-FFF2-40B4-BE49-F238E27FC236}">
                  <a16:creationId xmlns:a16="http://schemas.microsoft.com/office/drawing/2014/main" id="{BD63F862-ED81-B442-A78A-FA6F5D451E40}"/>
                </a:ext>
              </a:extLst>
            </p:cNvPr>
            <p:cNvSpPr>
              <a:spLocks noEditPoints="1"/>
            </p:cNvSpPr>
            <p:nvPr/>
          </p:nvSpPr>
          <p:spPr bwMode="auto">
            <a:xfrm>
              <a:off x="487" y="3501"/>
              <a:ext cx="165" cy="89"/>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7" name="Freeform 128">
              <a:extLst>
                <a:ext uri="{FF2B5EF4-FFF2-40B4-BE49-F238E27FC236}">
                  <a16:creationId xmlns:a16="http://schemas.microsoft.com/office/drawing/2014/main" id="{52268FC6-A33C-ED46-9336-05D86CD13697}"/>
                </a:ext>
              </a:extLst>
            </p:cNvPr>
            <p:cNvSpPr>
              <a:spLocks noEditPoints="1"/>
            </p:cNvSpPr>
            <p:nvPr/>
          </p:nvSpPr>
          <p:spPr bwMode="auto">
            <a:xfrm>
              <a:off x="652" y="3465"/>
              <a:ext cx="111" cy="107"/>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12 h 72"/>
                <a:gd name="T12" fmla="*/ 12 w 72"/>
                <a:gd name="T13" fmla="*/ 36 h 72"/>
                <a:gd name="T14" fmla="*/ 36 w 72"/>
                <a:gd name="T15" fmla="*/ 60 h 72"/>
                <a:gd name="T16" fmla="*/ 60 w 72"/>
                <a:gd name="T17" fmla="*/ 36 h 72"/>
                <a:gd name="T18" fmla="*/ 36 w 72"/>
                <a:gd name="T19" fmla="*/ 12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12"/>
                  </a:moveTo>
                  <a:cubicBezTo>
                    <a:pt x="23" y="12"/>
                    <a:pt x="12" y="23"/>
                    <a:pt x="12" y="36"/>
                  </a:cubicBezTo>
                  <a:cubicBezTo>
                    <a:pt x="12" y="50"/>
                    <a:pt x="23" y="60"/>
                    <a:pt x="36" y="60"/>
                  </a:cubicBezTo>
                  <a:cubicBezTo>
                    <a:pt x="49" y="60"/>
                    <a:pt x="60" y="50"/>
                    <a:pt x="60" y="36"/>
                  </a:cubicBezTo>
                  <a:cubicBezTo>
                    <a:pt x="60" y="23"/>
                    <a:pt x="49" y="12"/>
                    <a:pt x="3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8" name="Freeform 129">
              <a:extLst>
                <a:ext uri="{FF2B5EF4-FFF2-40B4-BE49-F238E27FC236}">
                  <a16:creationId xmlns:a16="http://schemas.microsoft.com/office/drawing/2014/main" id="{56D30168-2DF4-C24E-A79D-080A99416751}"/>
                </a:ext>
              </a:extLst>
            </p:cNvPr>
            <p:cNvSpPr>
              <a:spLocks noEditPoints="1"/>
            </p:cNvSpPr>
            <p:nvPr/>
          </p:nvSpPr>
          <p:spPr bwMode="auto">
            <a:xfrm>
              <a:off x="625" y="3554"/>
              <a:ext cx="165" cy="90"/>
            </a:xfrm>
            <a:custGeom>
              <a:avLst/>
              <a:gdLst>
                <a:gd name="T0" fmla="*/ 102 w 108"/>
                <a:gd name="T1" fmla="*/ 60 h 60"/>
                <a:gd name="T2" fmla="*/ 6 w 108"/>
                <a:gd name="T3" fmla="*/ 60 h 60"/>
                <a:gd name="T4" fmla="*/ 0 w 108"/>
                <a:gd name="T5" fmla="*/ 54 h 60"/>
                <a:gd name="T6" fmla="*/ 54 w 108"/>
                <a:gd name="T7" fmla="*/ 0 h 60"/>
                <a:gd name="T8" fmla="*/ 108 w 108"/>
                <a:gd name="T9" fmla="*/ 54 h 60"/>
                <a:gd name="T10" fmla="*/ 102 w 108"/>
                <a:gd name="T11" fmla="*/ 60 h 60"/>
                <a:gd name="T12" fmla="*/ 13 w 108"/>
                <a:gd name="T13" fmla="*/ 48 h 60"/>
                <a:gd name="T14" fmla="*/ 96 w 108"/>
                <a:gd name="T15" fmla="*/ 48 h 60"/>
                <a:gd name="T16" fmla="*/ 54 w 108"/>
                <a:gd name="T17" fmla="*/ 12 h 60"/>
                <a:gd name="T18" fmla="*/ 13 w 108"/>
                <a:gd name="T19"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8" h="60">
                  <a:moveTo>
                    <a:pt x="102" y="60"/>
                  </a:moveTo>
                  <a:cubicBezTo>
                    <a:pt x="6" y="60"/>
                    <a:pt x="6" y="60"/>
                    <a:pt x="6" y="60"/>
                  </a:cubicBezTo>
                  <a:cubicBezTo>
                    <a:pt x="3" y="60"/>
                    <a:pt x="0" y="58"/>
                    <a:pt x="0" y="54"/>
                  </a:cubicBezTo>
                  <a:cubicBezTo>
                    <a:pt x="0" y="25"/>
                    <a:pt x="24" y="0"/>
                    <a:pt x="54" y="0"/>
                  </a:cubicBezTo>
                  <a:cubicBezTo>
                    <a:pt x="84" y="0"/>
                    <a:pt x="108" y="25"/>
                    <a:pt x="108" y="54"/>
                  </a:cubicBezTo>
                  <a:cubicBezTo>
                    <a:pt x="108" y="58"/>
                    <a:pt x="106" y="60"/>
                    <a:pt x="102" y="60"/>
                  </a:cubicBezTo>
                  <a:close/>
                  <a:moveTo>
                    <a:pt x="13" y="48"/>
                  </a:moveTo>
                  <a:cubicBezTo>
                    <a:pt x="96" y="48"/>
                    <a:pt x="96" y="48"/>
                    <a:pt x="96" y="48"/>
                  </a:cubicBezTo>
                  <a:cubicBezTo>
                    <a:pt x="93" y="28"/>
                    <a:pt x="75" y="12"/>
                    <a:pt x="54" y="12"/>
                  </a:cubicBezTo>
                  <a:cubicBezTo>
                    <a:pt x="33" y="12"/>
                    <a:pt x="16" y="28"/>
                    <a:pt x="13"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89" name="Freeform 130">
              <a:extLst>
                <a:ext uri="{FF2B5EF4-FFF2-40B4-BE49-F238E27FC236}">
                  <a16:creationId xmlns:a16="http://schemas.microsoft.com/office/drawing/2014/main" id="{A4CCAC9E-9F1D-7349-BC9A-B1EF22D519BF}"/>
                </a:ext>
              </a:extLst>
            </p:cNvPr>
            <p:cNvSpPr>
              <a:spLocks/>
            </p:cNvSpPr>
            <p:nvPr/>
          </p:nvSpPr>
          <p:spPr bwMode="auto">
            <a:xfrm>
              <a:off x="634" y="3250"/>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0" name="Freeform 131">
              <a:extLst>
                <a:ext uri="{FF2B5EF4-FFF2-40B4-BE49-F238E27FC236}">
                  <a16:creationId xmlns:a16="http://schemas.microsoft.com/office/drawing/2014/main" id="{747CB487-9672-EB4E-BF7A-C18B01144E97}"/>
                </a:ext>
              </a:extLst>
            </p:cNvPr>
            <p:cNvSpPr>
              <a:spLocks/>
            </p:cNvSpPr>
            <p:nvPr/>
          </p:nvSpPr>
          <p:spPr bwMode="auto">
            <a:xfrm>
              <a:off x="634" y="3286"/>
              <a:ext cx="147" cy="18"/>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291" name="Freeform 132">
              <a:extLst>
                <a:ext uri="{FF2B5EF4-FFF2-40B4-BE49-F238E27FC236}">
                  <a16:creationId xmlns:a16="http://schemas.microsoft.com/office/drawing/2014/main" id="{5B3A23BE-3A97-9841-A871-547EA51CCD45}"/>
                </a:ext>
              </a:extLst>
            </p:cNvPr>
            <p:cNvSpPr>
              <a:spLocks/>
            </p:cNvSpPr>
            <p:nvPr/>
          </p:nvSpPr>
          <p:spPr bwMode="auto">
            <a:xfrm>
              <a:off x="634" y="3322"/>
              <a:ext cx="147" cy="17"/>
            </a:xfrm>
            <a:custGeom>
              <a:avLst/>
              <a:gdLst>
                <a:gd name="T0" fmla="*/ 90 w 96"/>
                <a:gd name="T1" fmla="*/ 12 h 12"/>
                <a:gd name="T2" fmla="*/ 6 w 96"/>
                <a:gd name="T3" fmla="*/ 12 h 12"/>
                <a:gd name="T4" fmla="*/ 0 w 96"/>
                <a:gd name="T5" fmla="*/ 6 h 12"/>
                <a:gd name="T6" fmla="*/ 6 w 96"/>
                <a:gd name="T7" fmla="*/ 0 h 12"/>
                <a:gd name="T8" fmla="*/ 90 w 96"/>
                <a:gd name="T9" fmla="*/ 0 h 12"/>
                <a:gd name="T10" fmla="*/ 96 w 96"/>
                <a:gd name="T11" fmla="*/ 6 h 12"/>
                <a:gd name="T12" fmla="*/ 90 w 9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96" h="12">
                  <a:moveTo>
                    <a:pt x="90" y="12"/>
                  </a:moveTo>
                  <a:cubicBezTo>
                    <a:pt x="6" y="12"/>
                    <a:pt x="6" y="12"/>
                    <a:pt x="6" y="12"/>
                  </a:cubicBezTo>
                  <a:cubicBezTo>
                    <a:pt x="3" y="12"/>
                    <a:pt x="0" y="9"/>
                    <a:pt x="0" y="6"/>
                  </a:cubicBezTo>
                  <a:cubicBezTo>
                    <a:pt x="0" y="3"/>
                    <a:pt x="3" y="0"/>
                    <a:pt x="6" y="0"/>
                  </a:cubicBezTo>
                  <a:cubicBezTo>
                    <a:pt x="90" y="0"/>
                    <a:pt x="90" y="0"/>
                    <a:pt x="90" y="0"/>
                  </a:cubicBezTo>
                  <a:cubicBezTo>
                    <a:pt x="93" y="0"/>
                    <a:pt x="96" y="3"/>
                    <a:pt x="96" y="6"/>
                  </a:cubicBezTo>
                  <a:cubicBezTo>
                    <a:pt x="96" y="9"/>
                    <a:pt x="93" y="12"/>
                    <a:pt x="9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grpSp>
        <p:nvGrpSpPr>
          <p:cNvPr id="292" name="Group 140">
            <a:extLst>
              <a:ext uri="{FF2B5EF4-FFF2-40B4-BE49-F238E27FC236}">
                <a16:creationId xmlns:a16="http://schemas.microsoft.com/office/drawing/2014/main" id="{AA388C1F-8ED0-A044-89DE-83D0EEEFC80D}"/>
              </a:ext>
            </a:extLst>
          </p:cNvPr>
          <p:cNvGrpSpPr>
            <a:grpSpLocks noChangeAspect="1"/>
          </p:cNvGrpSpPr>
          <p:nvPr userDrawn="1"/>
        </p:nvGrpSpPr>
        <p:grpSpPr bwMode="auto">
          <a:xfrm>
            <a:off x="10942164" y="1923077"/>
            <a:ext cx="513762" cy="513760"/>
            <a:chOff x="1560" y="3157"/>
            <a:chExt cx="426" cy="426"/>
          </a:xfrm>
          <a:solidFill>
            <a:schemeClr val="accent1"/>
          </a:solidFill>
        </p:grpSpPr>
        <p:sp>
          <p:nvSpPr>
            <p:cNvPr id="293" name="Freeform 141">
              <a:extLst>
                <a:ext uri="{FF2B5EF4-FFF2-40B4-BE49-F238E27FC236}">
                  <a16:creationId xmlns:a16="http://schemas.microsoft.com/office/drawing/2014/main" id="{6DC37675-C2E9-FC4D-97FC-14D1439C69D6}"/>
                </a:ext>
              </a:extLst>
            </p:cNvPr>
            <p:cNvSpPr>
              <a:spLocks noEditPoints="1"/>
            </p:cNvSpPr>
            <p:nvPr/>
          </p:nvSpPr>
          <p:spPr bwMode="auto">
            <a:xfrm>
              <a:off x="1702" y="3211"/>
              <a:ext cx="142" cy="141"/>
            </a:xfrm>
            <a:custGeom>
              <a:avLst/>
              <a:gdLst>
                <a:gd name="T0" fmla="*/ 48 w 96"/>
                <a:gd name="T1" fmla="*/ 96 h 96"/>
                <a:gd name="T2" fmla="*/ 0 w 96"/>
                <a:gd name="T3" fmla="*/ 48 h 96"/>
                <a:gd name="T4" fmla="*/ 48 w 96"/>
                <a:gd name="T5" fmla="*/ 0 h 96"/>
                <a:gd name="T6" fmla="*/ 96 w 96"/>
                <a:gd name="T7" fmla="*/ 48 h 96"/>
                <a:gd name="T8" fmla="*/ 48 w 96"/>
                <a:gd name="T9" fmla="*/ 96 h 96"/>
                <a:gd name="T10" fmla="*/ 48 w 96"/>
                <a:gd name="T11" fmla="*/ 12 h 96"/>
                <a:gd name="T12" fmla="*/ 12 w 96"/>
                <a:gd name="T13" fmla="*/ 48 h 96"/>
                <a:gd name="T14" fmla="*/ 48 w 96"/>
                <a:gd name="T15" fmla="*/ 84 h 96"/>
                <a:gd name="T16" fmla="*/ 84 w 96"/>
                <a:gd name="T17" fmla="*/ 48 h 96"/>
                <a:gd name="T18" fmla="*/ 48 w 96"/>
                <a:gd name="T19" fmla="*/ 1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6">
                  <a:moveTo>
                    <a:pt x="48" y="96"/>
                  </a:moveTo>
                  <a:cubicBezTo>
                    <a:pt x="22" y="96"/>
                    <a:pt x="0" y="75"/>
                    <a:pt x="0" y="48"/>
                  </a:cubicBezTo>
                  <a:cubicBezTo>
                    <a:pt x="0" y="22"/>
                    <a:pt x="22" y="0"/>
                    <a:pt x="48" y="0"/>
                  </a:cubicBezTo>
                  <a:cubicBezTo>
                    <a:pt x="75" y="0"/>
                    <a:pt x="96" y="22"/>
                    <a:pt x="96" y="48"/>
                  </a:cubicBezTo>
                  <a:cubicBezTo>
                    <a:pt x="96" y="75"/>
                    <a:pt x="75" y="96"/>
                    <a:pt x="48" y="96"/>
                  </a:cubicBezTo>
                  <a:close/>
                  <a:moveTo>
                    <a:pt x="48" y="12"/>
                  </a:moveTo>
                  <a:cubicBezTo>
                    <a:pt x="28" y="12"/>
                    <a:pt x="12" y="29"/>
                    <a:pt x="12" y="48"/>
                  </a:cubicBezTo>
                  <a:cubicBezTo>
                    <a:pt x="12" y="68"/>
                    <a:pt x="28" y="84"/>
                    <a:pt x="48" y="84"/>
                  </a:cubicBezTo>
                  <a:cubicBezTo>
                    <a:pt x="68" y="84"/>
                    <a:pt x="84" y="68"/>
                    <a:pt x="84" y="48"/>
                  </a:cubicBezTo>
                  <a:cubicBezTo>
                    <a:pt x="84" y="29"/>
                    <a:pt x="68" y="12"/>
                    <a:pt x="4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4" name="Freeform 142">
              <a:extLst>
                <a:ext uri="{FF2B5EF4-FFF2-40B4-BE49-F238E27FC236}">
                  <a16:creationId xmlns:a16="http://schemas.microsoft.com/office/drawing/2014/main" id="{4F2931D0-0ECD-044F-B8D7-5EE83E53FC2A}"/>
                </a:ext>
              </a:extLst>
            </p:cNvPr>
            <p:cNvSpPr>
              <a:spLocks noEditPoints="1"/>
            </p:cNvSpPr>
            <p:nvPr/>
          </p:nvSpPr>
          <p:spPr bwMode="auto">
            <a:xfrm>
              <a:off x="1643" y="3157"/>
              <a:ext cx="262" cy="392"/>
            </a:xfrm>
            <a:custGeom>
              <a:avLst/>
              <a:gdLst>
                <a:gd name="T0" fmla="*/ 88 w 177"/>
                <a:gd name="T1" fmla="*/ 265 h 265"/>
                <a:gd name="T2" fmla="*/ 88 w 177"/>
                <a:gd name="T3" fmla="*/ 265 h 265"/>
                <a:gd name="T4" fmla="*/ 83 w 177"/>
                <a:gd name="T5" fmla="*/ 262 h 265"/>
                <a:gd name="T6" fmla="*/ 0 w 177"/>
                <a:gd name="T7" fmla="*/ 89 h 265"/>
                <a:gd name="T8" fmla="*/ 88 w 177"/>
                <a:gd name="T9" fmla="*/ 0 h 265"/>
                <a:gd name="T10" fmla="*/ 177 w 177"/>
                <a:gd name="T11" fmla="*/ 89 h 265"/>
                <a:gd name="T12" fmla="*/ 93 w 177"/>
                <a:gd name="T13" fmla="*/ 262 h 265"/>
                <a:gd name="T14" fmla="*/ 88 w 177"/>
                <a:gd name="T15" fmla="*/ 265 h 265"/>
                <a:gd name="T16" fmla="*/ 88 w 177"/>
                <a:gd name="T17" fmla="*/ 12 h 265"/>
                <a:gd name="T18" fmla="*/ 12 w 177"/>
                <a:gd name="T19" fmla="*/ 89 h 265"/>
                <a:gd name="T20" fmla="*/ 88 w 177"/>
                <a:gd name="T21" fmla="*/ 248 h 265"/>
                <a:gd name="T22" fmla="*/ 165 w 177"/>
                <a:gd name="T23" fmla="*/ 89 h 265"/>
                <a:gd name="T24" fmla="*/ 88 w 177"/>
                <a:gd name="T25" fmla="*/ 12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7" h="265">
                  <a:moveTo>
                    <a:pt x="88" y="265"/>
                  </a:moveTo>
                  <a:cubicBezTo>
                    <a:pt x="88" y="265"/>
                    <a:pt x="88" y="265"/>
                    <a:pt x="88" y="265"/>
                  </a:cubicBezTo>
                  <a:cubicBezTo>
                    <a:pt x="86" y="265"/>
                    <a:pt x="84" y="264"/>
                    <a:pt x="83" y="262"/>
                  </a:cubicBezTo>
                  <a:cubicBezTo>
                    <a:pt x="80" y="257"/>
                    <a:pt x="0" y="135"/>
                    <a:pt x="0" y="89"/>
                  </a:cubicBezTo>
                  <a:cubicBezTo>
                    <a:pt x="0" y="40"/>
                    <a:pt x="40" y="0"/>
                    <a:pt x="88" y="0"/>
                  </a:cubicBezTo>
                  <a:cubicBezTo>
                    <a:pt x="137" y="0"/>
                    <a:pt x="177" y="40"/>
                    <a:pt x="177" y="89"/>
                  </a:cubicBezTo>
                  <a:cubicBezTo>
                    <a:pt x="177" y="135"/>
                    <a:pt x="97" y="257"/>
                    <a:pt x="93" y="262"/>
                  </a:cubicBezTo>
                  <a:cubicBezTo>
                    <a:pt x="92" y="264"/>
                    <a:pt x="90" y="265"/>
                    <a:pt x="88" y="265"/>
                  </a:cubicBezTo>
                  <a:close/>
                  <a:moveTo>
                    <a:pt x="88" y="12"/>
                  </a:moveTo>
                  <a:cubicBezTo>
                    <a:pt x="46" y="12"/>
                    <a:pt x="12" y="47"/>
                    <a:pt x="12" y="89"/>
                  </a:cubicBezTo>
                  <a:cubicBezTo>
                    <a:pt x="12" y="126"/>
                    <a:pt x="71" y="220"/>
                    <a:pt x="88" y="248"/>
                  </a:cubicBezTo>
                  <a:cubicBezTo>
                    <a:pt x="106" y="220"/>
                    <a:pt x="165" y="126"/>
                    <a:pt x="165" y="89"/>
                  </a:cubicBezTo>
                  <a:cubicBezTo>
                    <a:pt x="165" y="47"/>
                    <a:pt x="130" y="12"/>
                    <a:pt x="88"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5" name="Freeform 143">
              <a:extLst>
                <a:ext uri="{FF2B5EF4-FFF2-40B4-BE49-F238E27FC236}">
                  <a16:creationId xmlns:a16="http://schemas.microsoft.com/office/drawing/2014/main" id="{2A0F5EEC-4050-F048-8AF4-786AD6520BE2}"/>
                </a:ext>
              </a:extLst>
            </p:cNvPr>
            <p:cNvSpPr>
              <a:spLocks noEditPoints="1"/>
            </p:cNvSpPr>
            <p:nvPr/>
          </p:nvSpPr>
          <p:spPr bwMode="auto">
            <a:xfrm>
              <a:off x="1560" y="3499"/>
              <a:ext cx="426" cy="84"/>
            </a:xfrm>
            <a:custGeom>
              <a:avLst/>
              <a:gdLst>
                <a:gd name="T0" fmla="*/ 144 w 288"/>
                <a:gd name="T1" fmla="*/ 57 h 57"/>
                <a:gd name="T2" fmla="*/ 0 w 288"/>
                <a:gd name="T3" fmla="*/ 27 h 57"/>
                <a:gd name="T4" fmla="*/ 83 w 288"/>
                <a:gd name="T5" fmla="*/ 0 h 57"/>
                <a:gd name="T6" fmla="*/ 90 w 288"/>
                <a:gd name="T7" fmla="*/ 5 h 57"/>
                <a:gd name="T8" fmla="*/ 84 w 288"/>
                <a:gd name="T9" fmla="*/ 12 h 57"/>
                <a:gd name="T10" fmla="*/ 13 w 288"/>
                <a:gd name="T11" fmla="*/ 27 h 57"/>
                <a:gd name="T12" fmla="*/ 144 w 288"/>
                <a:gd name="T13" fmla="*/ 45 h 57"/>
                <a:gd name="T14" fmla="*/ 276 w 288"/>
                <a:gd name="T15" fmla="*/ 27 h 57"/>
                <a:gd name="T16" fmla="*/ 204 w 288"/>
                <a:gd name="T17" fmla="*/ 12 h 57"/>
                <a:gd name="T18" fmla="*/ 198 w 288"/>
                <a:gd name="T19" fmla="*/ 5 h 57"/>
                <a:gd name="T20" fmla="*/ 205 w 288"/>
                <a:gd name="T21" fmla="*/ 0 h 57"/>
                <a:gd name="T22" fmla="*/ 288 w 288"/>
                <a:gd name="T23" fmla="*/ 27 h 57"/>
                <a:gd name="T24" fmla="*/ 144 w 288"/>
                <a:gd name="T25" fmla="*/ 57 h 57"/>
                <a:gd name="T26" fmla="*/ 276 w 288"/>
                <a:gd name="T27" fmla="*/ 28 h 57"/>
                <a:gd name="T28" fmla="*/ 276 w 288"/>
                <a:gd name="T29" fmla="*/ 2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8" h="57">
                  <a:moveTo>
                    <a:pt x="144" y="57"/>
                  </a:moveTo>
                  <a:cubicBezTo>
                    <a:pt x="130" y="57"/>
                    <a:pt x="0" y="57"/>
                    <a:pt x="0" y="27"/>
                  </a:cubicBezTo>
                  <a:cubicBezTo>
                    <a:pt x="0" y="14"/>
                    <a:pt x="28" y="5"/>
                    <a:pt x="83" y="0"/>
                  </a:cubicBezTo>
                  <a:cubicBezTo>
                    <a:pt x="87" y="0"/>
                    <a:pt x="89" y="2"/>
                    <a:pt x="90" y="5"/>
                  </a:cubicBezTo>
                  <a:cubicBezTo>
                    <a:pt x="90" y="9"/>
                    <a:pt x="88" y="12"/>
                    <a:pt x="84" y="12"/>
                  </a:cubicBezTo>
                  <a:cubicBezTo>
                    <a:pt x="33" y="16"/>
                    <a:pt x="16" y="24"/>
                    <a:pt x="13" y="27"/>
                  </a:cubicBezTo>
                  <a:cubicBezTo>
                    <a:pt x="18" y="34"/>
                    <a:pt x="65" y="45"/>
                    <a:pt x="144" y="45"/>
                  </a:cubicBezTo>
                  <a:cubicBezTo>
                    <a:pt x="223" y="45"/>
                    <a:pt x="270" y="34"/>
                    <a:pt x="276" y="27"/>
                  </a:cubicBezTo>
                  <a:cubicBezTo>
                    <a:pt x="273" y="24"/>
                    <a:pt x="255" y="16"/>
                    <a:pt x="204" y="12"/>
                  </a:cubicBezTo>
                  <a:cubicBezTo>
                    <a:pt x="200" y="12"/>
                    <a:pt x="198" y="9"/>
                    <a:pt x="198" y="5"/>
                  </a:cubicBezTo>
                  <a:cubicBezTo>
                    <a:pt x="199" y="2"/>
                    <a:pt x="201" y="0"/>
                    <a:pt x="205" y="0"/>
                  </a:cubicBezTo>
                  <a:cubicBezTo>
                    <a:pt x="260" y="5"/>
                    <a:pt x="288" y="14"/>
                    <a:pt x="288" y="27"/>
                  </a:cubicBezTo>
                  <a:cubicBezTo>
                    <a:pt x="288" y="57"/>
                    <a:pt x="159" y="57"/>
                    <a:pt x="144" y="57"/>
                  </a:cubicBezTo>
                  <a:close/>
                  <a:moveTo>
                    <a:pt x="276" y="28"/>
                  </a:moveTo>
                  <a:cubicBezTo>
                    <a:pt x="276" y="28"/>
                    <a:pt x="276" y="28"/>
                    <a:pt x="276" y="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296" name="Group 265">
            <a:extLst>
              <a:ext uri="{FF2B5EF4-FFF2-40B4-BE49-F238E27FC236}">
                <a16:creationId xmlns:a16="http://schemas.microsoft.com/office/drawing/2014/main" id="{DB574722-631E-164E-AF27-0911A2FEC321}"/>
              </a:ext>
            </a:extLst>
          </p:cNvPr>
          <p:cNvGrpSpPr>
            <a:grpSpLocks noChangeAspect="1"/>
          </p:cNvGrpSpPr>
          <p:nvPr userDrawn="1"/>
        </p:nvGrpSpPr>
        <p:grpSpPr bwMode="auto">
          <a:xfrm>
            <a:off x="9686502" y="1940477"/>
            <a:ext cx="477838" cy="478960"/>
            <a:chOff x="4480" y="2998"/>
            <a:chExt cx="426" cy="427"/>
          </a:xfrm>
          <a:solidFill>
            <a:schemeClr val="accent1"/>
          </a:solidFill>
        </p:grpSpPr>
        <p:sp>
          <p:nvSpPr>
            <p:cNvPr id="297" name="Freeform 266">
              <a:extLst>
                <a:ext uri="{FF2B5EF4-FFF2-40B4-BE49-F238E27FC236}">
                  <a16:creationId xmlns:a16="http://schemas.microsoft.com/office/drawing/2014/main" id="{B9360F8F-35A5-2948-A337-3FA5820849CE}"/>
                </a:ext>
              </a:extLst>
            </p:cNvPr>
            <p:cNvSpPr>
              <a:spLocks noEditPoints="1"/>
            </p:cNvSpPr>
            <p:nvPr/>
          </p:nvSpPr>
          <p:spPr bwMode="auto">
            <a:xfrm>
              <a:off x="4480" y="2998"/>
              <a:ext cx="426" cy="427"/>
            </a:xfrm>
            <a:custGeom>
              <a:avLst/>
              <a:gdLst>
                <a:gd name="T0" fmla="*/ 144 w 288"/>
                <a:gd name="T1" fmla="*/ 288 h 288"/>
                <a:gd name="T2" fmla="*/ 0 w 288"/>
                <a:gd name="T3" fmla="*/ 141 h 288"/>
                <a:gd name="T4" fmla="*/ 138 w 288"/>
                <a:gd name="T5" fmla="*/ 0 h 288"/>
                <a:gd name="T6" fmla="*/ 144 w 288"/>
                <a:gd name="T7" fmla="*/ 0 h 288"/>
                <a:gd name="T8" fmla="*/ 288 w 288"/>
                <a:gd name="T9" fmla="*/ 143 h 288"/>
                <a:gd name="T10" fmla="*/ 144 w 288"/>
                <a:gd name="T11" fmla="*/ 288 h 288"/>
                <a:gd name="T12" fmla="*/ 144 w 288"/>
                <a:gd name="T13" fmla="*/ 12 h 288"/>
                <a:gd name="T14" fmla="*/ 139 w 288"/>
                <a:gd name="T15" fmla="*/ 12 h 288"/>
                <a:gd name="T16" fmla="*/ 12 w 288"/>
                <a:gd name="T17" fmla="*/ 141 h 288"/>
                <a:gd name="T18" fmla="*/ 144 w 288"/>
                <a:gd name="T19" fmla="*/ 276 h 288"/>
                <a:gd name="T20" fmla="*/ 276 w 288"/>
                <a:gd name="T21" fmla="*/ 143 h 288"/>
                <a:gd name="T22" fmla="*/ 144 w 288"/>
                <a:gd name="T23" fmla="*/ 12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288">
                  <a:moveTo>
                    <a:pt x="144" y="288"/>
                  </a:moveTo>
                  <a:cubicBezTo>
                    <a:pt x="65" y="288"/>
                    <a:pt x="0" y="222"/>
                    <a:pt x="0" y="141"/>
                  </a:cubicBezTo>
                  <a:cubicBezTo>
                    <a:pt x="0" y="64"/>
                    <a:pt x="60" y="3"/>
                    <a:pt x="138" y="0"/>
                  </a:cubicBezTo>
                  <a:cubicBezTo>
                    <a:pt x="140" y="0"/>
                    <a:pt x="142" y="0"/>
                    <a:pt x="144" y="0"/>
                  </a:cubicBezTo>
                  <a:cubicBezTo>
                    <a:pt x="224" y="0"/>
                    <a:pt x="288" y="64"/>
                    <a:pt x="288" y="143"/>
                  </a:cubicBezTo>
                  <a:cubicBezTo>
                    <a:pt x="288" y="223"/>
                    <a:pt x="224" y="288"/>
                    <a:pt x="144" y="288"/>
                  </a:cubicBezTo>
                  <a:close/>
                  <a:moveTo>
                    <a:pt x="144" y="12"/>
                  </a:moveTo>
                  <a:cubicBezTo>
                    <a:pt x="143" y="12"/>
                    <a:pt x="141" y="12"/>
                    <a:pt x="139" y="12"/>
                  </a:cubicBezTo>
                  <a:cubicBezTo>
                    <a:pt x="67" y="15"/>
                    <a:pt x="12" y="70"/>
                    <a:pt x="12" y="141"/>
                  </a:cubicBezTo>
                  <a:cubicBezTo>
                    <a:pt x="12" y="215"/>
                    <a:pt x="71" y="276"/>
                    <a:pt x="144" y="276"/>
                  </a:cubicBezTo>
                  <a:cubicBezTo>
                    <a:pt x="217" y="276"/>
                    <a:pt x="276" y="216"/>
                    <a:pt x="276" y="143"/>
                  </a:cubicBezTo>
                  <a:cubicBezTo>
                    <a:pt x="276" y="71"/>
                    <a:pt x="217" y="12"/>
                    <a:pt x="1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8" name="Freeform 267">
              <a:extLst>
                <a:ext uri="{FF2B5EF4-FFF2-40B4-BE49-F238E27FC236}">
                  <a16:creationId xmlns:a16="http://schemas.microsoft.com/office/drawing/2014/main" id="{D12E7AA0-6D6F-1C44-A651-D3A086359C5B}"/>
                </a:ext>
              </a:extLst>
            </p:cNvPr>
            <p:cNvSpPr>
              <a:spLocks/>
            </p:cNvSpPr>
            <p:nvPr/>
          </p:nvSpPr>
          <p:spPr bwMode="auto">
            <a:xfrm>
              <a:off x="4569" y="3001"/>
              <a:ext cx="123" cy="419"/>
            </a:xfrm>
            <a:custGeom>
              <a:avLst/>
              <a:gdLst>
                <a:gd name="T0" fmla="*/ 74 w 83"/>
                <a:gd name="T1" fmla="*/ 283 h 283"/>
                <a:gd name="T2" fmla="*/ 74 w 83"/>
                <a:gd name="T3" fmla="*/ 0 h 283"/>
                <a:gd name="T4" fmla="*/ 83 w 83"/>
                <a:gd name="T5" fmla="*/ 8 h 283"/>
                <a:gd name="T6" fmla="*/ 83 w 83"/>
                <a:gd name="T7" fmla="*/ 276 h 283"/>
                <a:gd name="T8" fmla="*/ 74 w 83"/>
                <a:gd name="T9" fmla="*/ 283 h 283"/>
              </a:gdLst>
              <a:ahLst/>
              <a:cxnLst>
                <a:cxn ang="0">
                  <a:pos x="T0" y="T1"/>
                </a:cxn>
                <a:cxn ang="0">
                  <a:pos x="T2" y="T3"/>
                </a:cxn>
                <a:cxn ang="0">
                  <a:pos x="T4" y="T5"/>
                </a:cxn>
                <a:cxn ang="0">
                  <a:pos x="T6" y="T7"/>
                </a:cxn>
                <a:cxn ang="0">
                  <a:pos x="T8" y="T9"/>
                </a:cxn>
              </a:cxnLst>
              <a:rect l="0" t="0" r="r" b="b"/>
              <a:pathLst>
                <a:path w="83" h="283">
                  <a:moveTo>
                    <a:pt x="74" y="283"/>
                  </a:moveTo>
                  <a:cubicBezTo>
                    <a:pt x="0" y="186"/>
                    <a:pt x="1" y="80"/>
                    <a:pt x="74" y="0"/>
                  </a:cubicBezTo>
                  <a:cubicBezTo>
                    <a:pt x="83" y="8"/>
                    <a:pt x="83" y="8"/>
                    <a:pt x="83" y="8"/>
                  </a:cubicBezTo>
                  <a:cubicBezTo>
                    <a:pt x="13" y="84"/>
                    <a:pt x="13" y="182"/>
                    <a:pt x="83" y="276"/>
                  </a:cubicBezTo>
                  <a:lnTo>
                    <a:pt x="74" y="2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299" name="Freeform 268">
              <a:extLst>
                <a:ext uri="{FF2B5EF4-FFF2-40B4-BE49-F238E27FC236}">
                  <a16:creationId xmlns:a16="http://schemas.microsoft.com/office/drawing/2014/main" id="{106A933E-5559-2E41-A345-731A2E0F8E12}"/>
                </a:ext>
              </a:extLst>
            </p:cNvPr>
            <p:cNvSpPr>
              <a:spLocks/>
            </p:cNvSpPr>
            <p:nvPr/>
          </p:nvSpPr>
          <p:spPr bwMode="auto">
            <a:xfrm>
              <a:off x="4696" y="3001"/>
              <a:ext cx="123" cy="419"/>
            </a:xfrm>
            <a:custGeom>
              <a:avLst/>
              <a:gdLst>
                <a:gd name="T0" fmla="*/ 9 w 83"/>
                <a:gd name="T1" fmla="*/ 283 h 283"/>
                <a:gd name="T2" fmla="*/ 0 w 83"/>
                <a:gd name="T3" fmla="*/ 276 h 283"/>
                <a:gd name="T4" fmla="*/ 0 w 83"/>
                <a:gd name="T5" fmla="*/ 8 h 283"/>
                <a:gd name="T6" fmla="*/ 9 w 83"/>
                <a:gd name="T7" fmla="*/ 0 h 283"/>
                <a:gd name="T8" fmla="*/ 9 w 83"/>
                <a:gd name="T9" fmla="*/ 283 h 283"/>
              </a:gdLst>
              <a:ahLst/>
              <a:cxnLst>
                <a:cxn ang="0">
                  <a:pos x="T0" y="T1"/>
                </a:cxn>
                <a:cxn ang="0">
                  <a:pos x="T2" y="T3"/>
                </a:cxn>
                <a:cxn ang="0">
                  <a:pos x="T4" y="T5"/>
                </a:cxn>
                <a:cxn ang="0">
                  <a:pos x="T6" y="T7"/>
                </a:cxn>
                <a:cxn ang="0">
                  <a:pos x="T8" y="T9"/>
                </a:cxn>
              </a:cxnLst>
              <a:rect l="0" t="0" r="r" b="b"/>
              <a:pathLst>
                <a:path w="83" h="283">
                  <a:moveTo>
                    <a:pt x="9" y="283"/>
                  </a:moveTo>
                  <a:cubicBezTo>
                    <a:pt x="0" y="276"/>
                    <a:pt x="0" y="276"/>
                    <a:pt x="0" y="276"/>
                  </a:cubicBezTo>
                  <a:cubicBezTo>
                    <a:pt x="70" y="182"/>
                    <a:pt x="70" y="84"/>
                    <a:pt x="0" y="8"/>
                  </a:cubicBezTo>
                  <a:cubicBezTo>
                    <a:pt x="9" y="0"/>
                    <a:pt x="9" y="0"/>
                    <a:pt x="9" y="0"/>
                  </a:cubicBezTo>
                  <a:cubicBezTo>
                    <a:pt x="82" y="80"/>
                    <a:pt x="83" y="186"/>
                    <a:pt x="9" y="2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0" name="Rectangle 269">
              <a:extLst>
                <a:ext uri="{FF2B5EF4-FFF2-40B4-BE49-F238E27FC236}">
                  <a16:creationId xmlns:a16="http://schemas.microsoft.com/office/drawing/2014/main" id="{9C2B5A47-940D-EA48-BAA9-4D26EB1A3E33}"/>
                </a:ext>
              </a:extLst>
            </p:cNvPr>
            <p:cNvSpPr>
              <a:spLocks noChangeArrowheads="1"/>
            </p:cNvSpPr>
            <p:nvPr/>
          </p:nvSpPr>
          <p:spPr bwMode="auto">
            <a:xfrm>
              <a:off x="4516" y="3300"/>
              <a:ext cx="356"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1" name="Rectangle 270">
              <a:extLst>
                <a:ext uri="{FF2B5EF4-FFF2-40B4-BE49-F238E27FC236}">
                  <a16:creationId xmlns:a16="http://schemas.microsoft.com/office/drawing/2014/main" id="{C426CD1A-3E99-F54E-9271-6DE70CA75D4B}"/>
                </a:ext>
              </a:extLst>
            </p:cNvPr>
            <p:cNvSpPr>
              <a:spLocks noChangeArrowheads="1"/>
            </p:cNvSpPr>
            <p:nvPr/>
          </p:nvSpPr>
          <p:spPr bwMode="auto">
            <a:xfrm>
              <a:off x="4523" y="3087"/>
              <a:ext cx="339" cy="1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sp>
          <p:nvSpPr>
            <p:cNvPr id="302" name="Rectangle 271">
              <a:extLst>
                <a:ext uri="{FF2B5EF4-FFF2-40B4-BE49-F238E27FC236}">
                  <a16:creationId xmlns:a16="http://schemas.microsoft.com/office/drawing/2014/main" id="{B3811124-B17C-D94B-8AD1-A4CCDE5EA500}"/>
                </a:ext>
              </a:extLst>
            </p:cNvPr>
            <p:cNvSpPr>
              <a:spLocks noChangeArrowheads="1"/>
            </p:cNvSpPr>
            <p:nvPr/>
          </p:nvSpPr>
          <p:spPr bwMode="auto">
            <a:xfrm>
              <a:off x="4489" y="3194"/>
              <a:ext cx="408" cy="1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AU">
                <a:latin typeface="+mn-lt"/>
              </a:endParaRPr>
            </a:p>
          </p:txBody>
        </p:sp>
      </p:grpSp>
      <p:grpSp>
        <p:nvGrpSpPr>
          <p:cNvPr id="303" name="Group 92">
            <a:extLst>
              <a:ext uri="{FF2B5EF4-FFF2-40B4-BE49-F238E27FC236}">
                <a16:creationId xmlns:a16="http://schemas.microsoft.com/office/drawing/2014/main" id="{31B23D09-8735-2E48-9CB2-8770D647F10C}"/>
              </a:ext>
            </a:extLst>
          </p:cNvPr>
          <p:cNvGrpSpPr>
            <a:grpSpLocks noChangeAspect="1"/>
          </p:cNvGrpSpPr>
          <p:nvPr userDrawn="1"/>
        </p:nvGrpSpPr>
        <p:grpSpPr bwMode="auto">
          <a:xfrm>
            <a:off x="4560155" y="5528336"/>
            <a:ext cx="578644" cy="412766"/>
            <a:chOff x="341" y="1769"/>
            <a:chExt cx="450" cy="321"/>
          </a:xfrm>
          <a:solidFill>
            <a:schemeClr val="accent1"/>
          </a:solidFill>
        </p:grpSpPr>
        <p:sp>
          <p:nvSpPr>
            <p:cNvPr id="304" name="Freeform 93">
              <a:extLst>
                <a:ext uri="{FF2B5EF4-FFF2-40B4-BE49-F238E27FC236}">
                  <a16:creationId xmlns:a16="http://schemas.microsoft.com/office/drawing/2014/main" id="{D6BFE993-EF88-464D-8FCD-289EC0330F6D}"/>
                </a:ext>
              </a:extLst>
            </p:cNvPr>
            <p:cNvSpPr>
              <a:spLocks noEditPoints="1"/>
            </p:cNvSpPr>
            <p:nvPr/>
          </p:nvSpPr>
          <p:spPr bwMode="auto">
            <a:xfrm>
              <a:off x="447" y="1923"/>
              <a:ext cx="101" cy="167"/>
            </a:xfrm>
            <a:custGeom>
              <a:avLst/>
              <a:gdLst>
                <a:gd name="T0" fmla="*/ 68 w 68"/>
                <a:gd name="T1" fmla="*/ 14 h 113"/>
                <a:gd name="T2" fmla="*/ 54 w 68"/>
                <a:gd name="T3" fmla="*/ 0 h 113"/>
                <a:gd name="T4" fmla="*/ 13 w 68"/>
                <a:gd name="T5" fmla="*/ 0 h 113"/>
                <a:gd name="T6" fmla="*/ 0 w 68"/>
                <a:gd name="T7" fmla="*/ 14 h 113"/>
                <a:gd name="T8" fmla="*/ 0 w 68"/>
                <a:gd name="T9" fmla="*/ 100 h 113"/>
                <a:gd name="T10" fmla="*/ 13 w 68"/>
                <a:gd name="T11" fmla="*/ 113 h 113"/>
                <a:gd name="T12" fmla="*/ 54 w 68"/>
                <a:gd name="T13" fmla="*/ 113 h 113"/>
                <a:gd name="T14" fmla="*/ 68 w 68"/>
                <a:gd name="T15" fmla="*/ 100 h 113"/>
                <a:gd name="T16" fmla="*/ 68 w 68"/>
                <a:gd name="T17" fmla="*/ 14 h 113"/>
                <a:gd name="T18" fmla="*/ 58 w 68"/>
                <a:gd name="T19" fmla="*/ 100 h 113"/>
                <a:gd name="T20" fmla="*/ 54 w 68"/>
                <a:gd name="T21" fmla="*/ 104 h 113"/>
                <a:gd name="T22" fmla="*/ 13 w 68"/>
                <a:gd name="T23" fmla="*/ 104 h 113"/>
                <a:gd name="T24" fmla="*/ 9 w 68"/>
                <a:gd name="T25" fmla="*/ 100 h 113"/>
                <a:gd name="T26" fmla="*/ 9 w 68"/>
                <a:gd name="T27" fmla="*/ 90 h 113"/>
                <a:gd name="T28" fmla="*/ 58 w 68"/>
                <a:gd name="T29" fmla="*/ 90 h 113"/>
                <a:gd name="T30" fmla="*/ 58 w 68"/>
                <a:gd name="T31" fmla="*/ 100 h 113"/>
                <a:gd name="T32" fmla="*/ 58 w 68"/>
                <a:gd name="T33" fmla="*/ 81 h 113"/>
                <a:gd name="T34" fmla="*/ 9 w 68"/>
                <a:gd name="T35" fmla="*/ 81 h 113"/>
                <a:gd name="T36" fmla="*/ 9 w 68"/>
                <a:gd name="T37" fmla="*/ 31 h 113"/>
                <a:gd name="T38" fmla="*/ 58 w 68"/>
                <a:gd name="T39" fmla="*/ 31 h 113"/>
                <a:gd name="T40" fmla="*/ 58 w 68"/>
                <a:gd name="T41" fmla="*/ 81 h 113"/>
                <a:gd name="T42" fmla="*/ 58 w 68"/>
                <a:gd name="T43" fmla="*/ 22 h 113"/>
                <a:gd name="T44" fmla="*/ 9 w 68"/>
                <a:gd name="T45" fmla="*/ 22 h 113"/>
                <a:gd name="T46" fmla="*/ 9 w 68"/>
                <a:gd name="T47" fmla="*/ 14 h 113"/>
                <a:gd name="T48" fmla="*/ 13 w 68"/>
                <a:gd name="T49" fmla="*/ 9 h 113"/>
                <a:gd name="T50" fmla="*/ 54 w 68"/>
                <a:gd name="T51" fmla="*/ 9 h 113"/>
                <a:gd name="T52" fmla="*/ 58 w 68"/>
                <a:gd name="T53" fmla="*/ 14 h 113"/>
                <a:gd name="T54" fmla="*/ 58 w 68"/>
                <a:gd name="T55" fmla="*/ 22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8" h="113">
                  <a:moveTo>
                    <a:pt x="68" y="14"/>
                  </a:moveTo>
                  <a:cubicBezTo>
                    <a:pt x="68" y="6"/>
                    <a:pt x="62" y="0"/>
                    <a:pt x="54" y="0"/>
                  </a:cubicBezTo>
                  <a:cubicBezTo>
                    <a:pt x="13" y="0"/>
                    <a:pt x="13" y="0"/>
                    <a:pt x="13" y="0"/>
                  </a:cubicBezTo>
                  <a:cubicBezTo>
                    <a:pt x="6" y="0"/>
                    <a:pt x="0" y="6"/>
                    <a:pt x="0" y="14"/>
                  </a:cubicBezTo>
                  <a:cubicBezTo>
                    <a:pt x="0" y="100"/>
                    <a:pt x="0" y="100"/>
                    <a:pt x="0" y="100"/>
                  </a:cubicBezTo>
                  <a:cubicBezTo>
                    <a:pt x="0" y="107"/>
                    <a:pt x="6" y="113"/>
                    <a:pt x="13" y="113"/>
                  </a:cubicBezTo>
                  <a:cubicBezTo>
                    <a:pt x="54" y="113"/>
                    <a:pt x="54" y="113"/>
                    <a:pt x="54" y="113"/>
                  </a:cubicBezTo>
                  <a:cubicBezTo>
                    <a:pt x="62" y="113"/>
                    <a:pt x="68" y="107"/>
                    <a:pt x="68" y="100"/>
                  </a:cubicBezTo>
                  <a:lnTo>
                    <a:pt x="68" y="14"/>
                  </a:lnTo>
                  <a:close/>
                  <a:moveTo>
                    <a:pt x="58" y="100"/>
                  </a:moveTo>
                  <a:cubicBezTo>
                    <a:pt x="58" y="102"/>
                    <a:pt x="56" y="104"/>
                    <a:pt x="54" y="104"/>
                  </a:cubicBezTo>
                  <a:cubicBezTo>
                    <a:pt x="13" y="104"/>
                    <a:pt x="13" y="104"/>
                    <a:pt x="13" y="104"/>
                  </a:cubicBezTo>
                  <a:cubicBezTo>
                    <a:pt x="11" y="104"/>
                    <a:pt x="9" y="102"/>
                    <a:pt x="9" y="100"/>
                  </a:cubicBezTo>
                  <a:cubicBezTo>
                    <a:pt x="9" y="90"/>
                    <a:pt x="9" y="90"/>
                    <a:pt x="9" y="90"/>
                  </a:cubicBezTo>
                  <a:cubicBezTo>
                    <a:pt x="58" y="90"/>
                    <a:pt x="58" y="90"/>
                    <a:pt x="58" y="90"/>
                  </a:cubicBezTo>
                  <a:lnTo>
                    <a:pt x="58" y="100"/>
                  </a:lnTo>
                  <a:close/>
                  <a:moveTo>
                    <a:pt x="58" y="81"/>
                  </a:moveTo>
                  <a:cubicBezTo>
                    <a:pt x="9" y="81"/>
                    <a:pt x="9" y="81"/>
                    <a:pt x="9" y="81"/>
                  </a:cubicBezTo>
                  <a:cubicBezTo>
                    <a:pt x="9" y="31"/>
                    <a:pt x="9" y="31"/>
                    <a:pt x="9" y="31"/>
                  </a:cubicBezTo>
                  <a:cubicBezTo>
                    <a:pt x="58" y="31"/>
                    <a:pt x="58" y="31"/>
                    <a:pt x="58" y="31"/>
                  </a:cubicBezTo>
                  <a:lnTo>
                    <a:pt x="58" y="81"/>
                  </a:lnTo>
                  <a:close/>
                  <a:moveTo>
                    <a:pt x="58" y="22"/>
                  </a:moveTo>
                  <a:cubicBezTo>
                    <a:pt x="9" y="22"/>
                    <a:pt x="9" y="22"/>
                    <a:pt x="9" y="22"/>
                  </a:cubicBezTo>
                  <a:cubicBezTo>
                    <a:pt x="9" y="14"/>
                    <a:pt x="9" y="14"/>
                    <a:pt x="9" y="14"/>
                  </a:cubicBezTo>
                  <a:cubicBezTo>
                    <a:pt x="9" y="11"/>
                    <a:pt x="11" y="9"/>
                    <a:pt x="13" y="9"/>
                  </a:cubicBezTo>
                  <a:cubicBezTo>
                    <a:pt x="54" y="9"/>
                    <a:pt x="54" y="9"/>
                    <a:pt x="54" y="9"/>
                  </a:cubicBezTo>
                  <a:cubicBezTo>
                    <a:pt x="56" y="9"/>
                    <a:pt x="58" y="11"/>
                    <a:pt x="58" y="14"/>
                  </a:cubicBezTo>
                  <a:lnTo>
                    <a:pt x="58"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5" name="Freeform 94">
              <a:extLst>
                <a:ext uri="{FF2B5EF4-FFF2-40B4-BE49-F238E27FC236}">
                  <a16:creationId xmlns:a16="http://schemas.microsoft.com/office/drawing/2014/main" id="{37409101-31C8-E04F-8744-C456BF4053A3}"/>
                </a:ext>
              </a:extLst>
            </p:cNvPr>
            <p:cNvSpPr>
              <a:spLocks/>
            </p:cNvSpPr>
            <p:nvPr/>
          </p:nvSpPr>
          <p:spPr bwMode="auto">
            <a:xfrm>
              <a:off x="417" y="1806"/>
              <a:ext cx="321" cy="194"/>
            </a:xfrm>
            <a:custGeom>
              <a:avLst/>
              <a:gdLst>
                <a:gd name="T0" fmla="*/ 217 w 217"/>
                <a:gd name="T1" fmla="*/ 5 h 131"/>
                <a:gd name="T2" fmla="*/ 212 w 217"/>
                <a:gd name="T3" fmla="*/ 0 h 131"/>
                <a:gd name="T4" fmla="*/ 5 w 217"/>
                <a:gd name="T5" fmla="*/ 0 h 131"/>
                <a:gd name="T6" fmla="*/ 0 w 217"/>
                <a:gd name="T7" fmla="*/ 5 h 131"/>
                <a:gd name="T8" fmla="*/ 0 w 217"/>
                <a:gd name="T9" fmla="*/ 29 h 131"/>
                <a:gd name="T10" fmla="*/ 10 w 217"/>
                <a:gd name="T11" fmla="*/ 29 h 131"/>
                <a:gd name="T12" fmla="*/ 10 w 217"/>
                <a:gd name="T13" fmla="*/ 10 h 131"/>
                <a:gd name="T14" fmla="*/ 207 w 217"/>
                <a:gd name="T15" fmla="*/ 10 h 131"/>
                <a:gd name="T16" fmla="*/ 207 w 217"/>
                <a:gd name="T17" fmla="*/ 121 h 131"/>
                <a:gd name="T18" fmla="*/ 97 w 217"/>
                <a:gd name="T19" fmla="*/ 121 h 131"/>
                <a:gd name="T20" fmla="*/ 97 w 217"/>
                <a:gd name="T21" fmla="*/ 131 h 131"/>
                <a:gd name="T22" fmla="*/ 212 w 217"/>
                <a:gd name="T23" fmla="*/ 131 h 131"/>
                <a:gd name="T24" fmla="*/ 217 w 217"/>
                <a:gd name="T25" fmla="*/ 126 h 131"/>
                <a:gd name="T26" fmla="*/ 217 w 217"/>
                <a:gd name="T27" fmla="*/ 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7" h="131">
                  <a:moveTo>
                    <a:pt x="217" y="5"/>
                  </a:moveTo>
                  <a:cubicBezTo>
                    <a:pt x="217" y="2"/>
                    <a:pt x="215" y="0"/>
                    <a:pt x="212" y="0"/>
                  </a:cubicBezTo>
                  <a:cubicBezTo>
                    <a:pt x="5" y="0"/>
                    <a:pt x="5" y="0"/>
                    <a:pt x="5" y="0"/>
                  </a:cubicBezTo>
                  <a:cubicBezTo>
                    <a:pt x="2" y="0"/>
                    <a:pt x="0" y="2"/>
                    <a:pt x="0" y="5"/>
                  </a:cubicBezTo>
                  <a:cubicBezTo>
                    <a:pt x="0" y="29"/>
                    <a:pt x="0" y="29"/>
                    <a:pt x="0" y="29"/>
                  </a:cubicBezTo>
                  <a:cubicBezTo>
                    <a:pt x="10" y="29"/>
                    <a:pt x="10" y="29"/>
                    <a:pt x="10" y="29"/>
                  </a:cubicBezTo>
                  <a:cubicBezTo>
                    <a:pt x="10" y="10"/>
                    <a:pt x="10" y="10"/>
                    <a:pt x="10" y="10"/>
                  </a:cubicBezTo>
                  <a:cubicBezTo>
                    <a:pt x="207" y="10"/>
                    <a:pt x="207" y="10"/>
                    <a:pt x="207" y="10"/>
                  </a:cubicBezTo>
                  <a:cubicBezTo>
                    <a:pt x="207" y="121"/>
                    <a:pt x="207" y="121"/>
                    <a:pt x="207" y="121"/>
                  </a:cubicBezTo>
                  <a:cubicBezTo>
                    <a:pt x="97" y="121"/>
                    <a:pt x="97" y="121"/>
                    <a:pt x="97" y="121"/>
                  </a:cubicBezTo>
                  <a:cubicBezTo>
                    <a:pt x="97" y="131"/>
                    <a:pt x="97" y="131"/>
                    <a:pt x="97" y="131"/>
                  </a:cubicBezTo>
                  <a:cubicBezTo>
                    <a:pt x="212" y="131"/>
                    <a:pt x="212" y="131"/>
                    <a:pt x="212" y="131"/>
                  </a:cubicBezTo>
                  <a:cubicBezTo>
                    <a:pt x="215" y="131"/>
                    <a:pt x="217" y="129"/>
                    <a:pt x="217" y="126"/>
                  </a:cubicBezTo>
                  <a:lnTo>
                    <a:pt x="217"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6" name="Freeform 95">
              <a:extLst>
                <a:ext uri="{FF2B5EF4-FFF2-40B4-BE49-F238E27FC236}">
                  <a16:creationId xmlns:a16="http://schemas.microsoft.com/office/drawing/2014/main" id="{844F5876-66F7-7740-8476-CDBA4D0E8A4C}"/>
                </a:ext>
              </a:extLst>
            </p:cNvPr>
            <p:cNvSpPr>
              <a:spLocks/>
            </p:cNvSpPr>
            <p:nvPr/>
          </p:nvSpPr>
          <p:spPr bwMode="auto">
            <a:xfrm>
              <a:off x="382" y="1769"/>
              <a:ext cx="409" cy="321"/>
            </a:xfrm>
            <a:custGeom>
              <a:avLst/>
              <a:gdLst>
                <a:gd name="T0" fmla="*/ 272 w 277"/>
                <a:gd name="T1" fmla="*/ 171 h 217"/>
                <a:gd name="T2" fmla="*/ 265 w 277"/>
                <a:gd name="T3" fmla="*/ 171 h 217"/>
                <a:gd name="T4" fmla="*/ 265 w 277"/>
                <a:gd name="T5" fmla="*/ 24 h 217"/>
                <a:gd name="T6" fmla="*/ 242 w 277"/>
                <a:gd name="T7" fmla="*/ 0 h 217"/>
                <a:gd name="T8" fmla="*/ 23 w 277"/>
                <a:gd name="T9" fmla="*/ 0 h 217"/>
                <a:gd name="T10" fmla="*/ 0 w 277"/>
                <a:gd name="T11" fmla="*/ 24 h 217"/>
                <a:gd name="T12" fmla="*/ 0 w 277"/>
                <a:gd name="T13" fmla="*/ 54 h 217"/>
                <a:gd name="T14" fmla="*/ 10 w 277"/>
                <a:gd name="T15" fmla="*/ 54 h 217"/>
                <a:gd name="T16" fmla="*/ 10 w 277"/>
                <a:gd name="T17" fmla="*/ 24 h 217"/>
                <a:gd name="T18" fmla="*/ 23 w 277"/>
                <a:gd name="T19" fmla="*/ 10 h 217"/>
                <a:gd name="T20" fmla="*/ 242 w 277"/>
                <a:gd name="T21" fmla="*/ 10 h 217"/>
                <a:gd name="T22" fmla="*/ 255 w 277"/>
                <a:gd name="T23" fmla="*/ 24 h 217"/>
                <a:gd name="T24" fmla="*/ 255 w 277"/>
                <a:gd name="T25" fmla="*/ 171 h 217"/>
                <a:gd name="T26" fmla="*/ 163 w 277"/>
                <a:gd name="T27" fmla="*/ 171 h 217"/>
                <a:gd name="T28" fmla="*/ 158 w 277"/>
                <a:gd name="T29" fmla="*/ 176 h 217"/>
                <a:gd name="T30" fmla="*/ 158 w 277"/>
                <a:gd name="T31" fmla="*/ 183 h 217"/>
                <a:gd name="T32" fmla="*/ 121 w 277"/>
                <a:gd name="T33" fmla="*/ 183 h 217"/>
                <a:gd name="T34" fmla="*/ 121 w 277"/>
                <a:gd name="T35" fmla="*/ 193 h 217"/>
                <a:gd name="T36" fmla="*/ 163 w 277"/>
                <a:gd name="T37" fmla="*/ 193 h 217"/>
                <a:gd name="T38" fmla="*/ 168 w 277"/>
                <a:gd name="T39" fmla="*/ 188 h 217"/>
                <a:gd name="T40" fmla="*/ 168 w 277"/>
                <a:gd name="T41" fmla="*/ 181 h 217"/>
                <a:gd name="T42" fmla="*/ 267 w 277"/>
                <a:gd name="T43" fmla="*/ 181 h 217"/>
                <a:gd name="T44" fmla="*/ 267 w 277"/>
                <a:gd name="T45" fmla="*/ 200 h 217"/>
                <a:gd name="T46" fmla="*/ 260 w 277"/>
                <a:gd name="T47" fmla="*/ 207 h 217"/>
                <a:gd name="T48" fmla="*/ 121 w 277"/>
                <a:gd name="T49" fmla="*/ 207 h 217"/>
                <a:gd name="T50" fmla="*/ 121 w 277"/>
                <a:gd name="T51" fmla="*/ 208 h 217"/>
                <a:gd name="T52" fmla="*/ 117 w 277"/>
                <a:gd name="T53" fmla="*/ 216 h 217"/>
                <a:gd name="T54" fmla="*/ 116 w 277"/>
                <a:gd name="T55" fmla="*/ 217 h 217"/>
                <a:gd name="T56" fmla="*/ 260 w 277"/>
                <a:gd name="T57" fmla="*/ 217 h 217"/>
                <a:gd name="T58" fmla="*/ 277 w 277"/>
                <a:gd name="T59" fmla="*/ 200 h 217"/>
                <a:gd name="T60" fmla="*/ 277 w 277"/>
                <a:gd name="T61" fmla="*/ 176 h 217"/>
                <a:gd name="T62" fmla="*/ 272 w 277"/>
                <a:gd name="T63" fmla="*/ 171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7" h="217">
                  <a:moveTo>
                    <a:pt x="272" y="171"/>
                  </a:moveTo>
                  <a:cubicBezTo>
                    <a:pt x="265" y="171"/>
                    <a:pt x="265" y="171"/>
                    <a:pt x="265" y="171"/>
                  </a:cubicBezTo>
                  <a:cubicBezTo>
                    <a:pt x="265" y="24"/>
                    <a:pt x="265" y="24"/>
                    <a:pt x="265" y="24"/>
                  </a:cubicBezTo>
                  <a:cubicBezTo>
                    <a:pt x="265" y="11"/>
                    <a:pt x="255" y="0"/>
                    <a:pt x="242" y="0"/>
                  </a:cubicBezTo>
                  <a:cubicBezTo>
                    <a:pt x="23" y="0"/>
                    <a:pt x="23" y="0"/>
                    <a:pt x="23" y="0"/>
                  </a:cubicBezTo>
                  <a:cubicBezTo>
                    <a:pt x="10" y="0"/>
                    <a:pt x="0" y="11"/>
                    <a:pt x="0" y="24"/>
                  </a:cubicBezTo>
                  <a:cubicBezTo>
                    <a:pt x="0" y="54"/>
                    <a:pt x="0" y="54"/>
                    <a:pt x="0" y="54"/>
                  </a:cubicBezTo>
                  <a:cubicBezTo>
                    <a:pt x="10" y="54"/>
                    <a:pt x="10" y="54"/>
                    <a:pt x="10" y="54"/>
                  </a:cubicBezTo>
                  <a:cubicBezTo>
                    <a:pt x="10" y="24"/>
                    <a:pt x="10" y="24"/>
                    <a:pt x="10" y="24"/>
                  </a:cubicBezTo>
                  <a:cubicBezTo>
                    <a:pt x="10" y="16"/>
                    <a:pt x="16" y="10"/>
                    <a:pt x="23" y="10"/>
                  </a:cubicBezTo>
                  <a:cubicBezTo>
                    <a:pt x="242" y="10"/>
                    <a:pt x="242" y="10"/>
                    <a:pt x="242" y="10"/>
                  </a:cubicBezTo>
                  <a:cubicBezTo>
                    <a:pt x="249" y="10"/>
                    <a:pt x="255" y="16"/>
                    <a:pt x="255" y="24"/>
                  </a:cubicBezTo>
                  <a:cubicBezTo>
                    <a:pt x="255" y="171"/>
                    <a:pt x="255" y="171"/>
                    <a:pt x="255" y="171"/>
                  </a:cubicBezTo>
                  <a:cubicBezTo>
                    <a:pt x="163" y="171"/>
                    <a:pt x="163" y="171"/>
                    <a:pt x="163" y="171"/>
                  </a:cubicBezTo>
                  <a:cubicBezTo>
                    <a:pt x="160" y="171"/>
                    <a:pt x="158" y="173"/>
                    <a:pt x="158" y="176"/>
                  </a:cubicBezTo>
                  <a:cubicBezTo>
                    <a:pt x="158" y="183"/>
                    <a:pt x="158" y="183"/>
                    <a:pt x="158" y="183"/>
                  </a:cubicBezTo>
                  <a:cubicBezTo>
                    <a:pt x="121" y="183"/>
                    <a:pt x="121" y="183"/>
                    <a:pt x="121" y="183"/>
                  </a:cubicBezTo>
                  <a:cubicBezTo>
                    <a:pt x="121" y="193"/>
                    <a:pt x="121" y="193"/>
                    <a:pt x="121" y="193"/>
                  </a:cubicBezTo>
                  <a:cubicBezTo>
                    <a:pt x="163" y="193"/>
                    <a:pt x="163" y="193"/>
                    <a:pt x="163" y="193"/>
                  </a:cubicBezTo>
                  <a:cubicBezTo>
                    <a:pt x="166" y="193"/>
                    <a:pt x="168" y="191"/>
                    <a:pt x="168" y="188"/>
                  </a:cubicBezTo>
                  <a:cubicBezTo>
                    <a:pt x="168" y="181"/>
                    <a:pt x="168" y="181"/>
                    <a:pt x="168" y="181"/>
                  </a:cubicBezTo>
                  <a:cubicBezTo>
                    <a:pt x="267" y="181"/>
                    <a:pt x="267" y="181"/>
                    <a:pt x="267" y="181"/>
                  </a:cubicBezTo>
                  <a:cubicBezTo>
                    <a:pt x="267" y="200"/>
                    <a:pt x="267" y="200"/>
                    <a:pt x="267" y="200"/>
                  </a:cubicBezTo>
                  <a:cubicBezTo>
                    <a:pt x="267" y="204"/>
                    <a:pt x="264" y="207"/>
                    <a:pt x="260" y="207"/>
                  </a:cubicBezTo>
                  <a:cubicBezTo>
                    <a:pt x="121" y="207"/>
                    <a:pt x="121" y="207"/>
                    <a:pt x="121" y="207"/>
                  </a:cubicBezTo>
                  <a:cubicBezTo>
                    <a:pt x="121" y="208"/>
                    <a:pt x="121" y="208"/>
                    <a:pt x="121" y="208"/>
                  </a:cubicBezTo>
                  <a:cubicBezTo>
                    <a:pt x="120" y="211"/>
                    <a:pt x="119" y="213"/>
                    <a:pt x="117" y="216"/>
                  </a:cubicBezTo>
                  <a:cubicBezTo>
                    <a:pt x="116" y="217"/>
                    <a:pt x="116" y="217"/>
                    <a:pt x="116" y="217"/>
                  </a:cubicBezTo>
                  <a:cubicBezTo>
                    <a:pt x="260" y="217"/>
                    <a:pt x="260" y="217"/>
                    <a:pt x="260" y="217"/>
                  </a:cubicBezTo>
                  <a:cubicBezTo>
                    <a:pt x="270" y="217"/>
                    <a:pt x="277" y="209"/>
                    <a:pt x="277" y="200"/>
                  </a:cubicBezTo>
                  <a:cubicBezTo>
                    <a:pt x="277" y="176"/>
                    <a:pt x="277" y="176"/>
                    <a:pt x="277" y="176"/>
                  </a:cubicBezTo>
                  <a:cubicBezTo>
                    <a:pt x="277" y="173"/>
                    <a:pt x="275" y="171"/>
                    <a:pt x="272" y="1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7" name="Freeform 96">
              <a:extLst>
                <a:ext uri="{FF2B5EF4-FFF2-40B4-BE49-F238E27FC236}">
                  <a16:creationId xmlns:a16="http://schemas.microsoft.com/office/drawing/2014/main" id="{A289E8F4-C028-6148-B109-3D339897DCB7}"/>
                </a:ext>
              </a:extLst>
            </p:cNvPr>
            <p:cNvSpPr>
              <a:spLocks/>
            </p:cNvSpPr>
            <p:nvPr/>
          </p:nvSpPr>
          <p:spPr bwMode="auto">
            <a:xfrm>
              <a:off x="369" y="1895"/>
              <a:ext cx="115" cy="154"/>
            </a:xfrm>
            <a:custGeom>
              <a:avLst/>
              <a:gdLst>
                <a:gd name="T0" fmla="*/ 78 w 78"/>
                <a:gd name="T1" fmla="*/ 9 h 104"/>
                <a:gd name="T2" fmla="*/ 78 w 78"/>
                <a:gd name="T3" fmla="*/ 5 h 104"/>
                <a:gd name="T4" fmla="*/ 73 w 78"/>
                <a:gd name="T5" fmla="*/ 0 h 104"/>
                <a:gd name="T6" fmla="*/ 5 w 78"/>
                <a:gd name="T7" fmla="*/ 0 h 104"/>
                <a:gd name="T8" fmla="*/ 0 w 78"/>
                <a:gd name="T9" fmla="*/ 5 h 104"/>
                <a:gd name="T10" fmla="*/ 0 w 78"/>
                <a:gd name="T11" fmla="*/ 100 h 104"/>
                <a:gd name="T12" fmla="*/ 5 w 78"/>
                <a:gd name="T13" fmla="*/ 104 h 104"/>
                <a:gd name="T14" fmla="*/ 43 w 78"/>
                <a:gd name="T15" fmla="*/ 104 h 104"/>
                <a:gd name="T16" fmla="*/ 43 w 78"/>
                <a:gd name="T17" fmla="*/ 95 h 104"/>
                <a:gd name="T18" fmla="*/ 10 w 78"/>
                <a:gd name="T19" fmla="*/ 95 h 104"/>
                <a:gd name="T20" fmla="*/ 10 w 78"/>
                <a:gd name="T21" fmla="*/ 9 h 104"/>
                <a:gd name="T22" fmla="*/ 78 w 78"/>
                <a:gd name="T23" fmla="*/ 9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8" h="104">
                  <a:moveTo>
                    <a:pt x="78" y="9"/>
                  </a:moveTo>
                  <a:cubicBezTo>
                    <a:pt x="78" y="5"/>
                    <a:pt x="78" y="5"/>
                    <a:pt x="78" y="5"/>
                  </a:cubicBezTo>
                  <a:cubicBezTo>
                    <a:pt x="78" y="2"/>
                    <a:pt x="76" y="0"/>
                    <a:pt x="73" y="0"/>
                  </a:cubicBezTo>
                  <a:cubicBezTo>
                    <a:pt x="5" y="0"/>
                    <a:pt x="5" y="0"/>
                    <a:pt x="5" y="0"/>
                  </a:cubicBezTo>
                  <a:cubicBezTo>
                    <a:pt x="3" y="0"/>
                    <a:pt x="0" y="2"/>
                    <a:pt x="0" y="5"/>
                  </a:cubicBezTo>
                  <a:cubicBezTo>
                    <a:pt x="0" y="100"/>
                    <a:pt x="0" y="100"/>
                    <a:pt x="0" y="100"/>
                  </a:cubicBezTo>
                  <a:cubicBezTo>
                    <a:pt x="0" y="102"/>
                    <a:pt x="3" y="104"/>
                    <a:pt x="5" y="104"/>
                  </a:cubicBezTo>
                  <a:cubicBezTo>
                    <a:pt x="43" y="104"/>
                    <a:pt x="43" y="104"/>
                    <a:pt x="43" y="104"/>
                  </a:cubicBezTo>
                  <a:cubicBezTo>
                    <a:pt x="43" y="95"/>
                    <a:pt x="43" y="95"/>
                    <a:pt x="43" y="95"/>
                  </a:cubicBezTo>
                  <a:cubicBezTo>
                    <a:pt x="10" y="95"/>
                    <a:pt x="10" y="95"/>
                    <a:pt x="10" y="95"/>
                  </a:cubicBezTo>
                  <a:cubicBezTo>
                    <a:pt x="10" y="9"/>
                    <a:pt x="10" y="9"/>
                    <a:pt x="10" y="9"/>
                  </a:cubicBezTo>
                  <a:lnTo>
                    <a:pt x="78"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8" name="Freeform 97">
              <a:extLst>
                <a:ext uri="{FF2B5EF4-FFF2-40B4-BE49-F238E27FC236}">
                  <a16:creationId xmlns:a16="http://schemas.microsoft.com/office/drawing/2014/main" id="{30B1422A-1FC0-E644-86CF-3A9C1C0E7009}"/>
                </a:ext>
              </a:extLst>
            </p:cNvPr>
            <p:cNvSpPr>
              <a:spLocks/>
            </p:cNvSpPr>
            <p:nvPr/>
          </p:nvSpPr>
          <p:spPr bwMode="auto">
            <a:xfrm>
              <a:off x="341" y="1864"/>
              <a:ext cx="171" cy="226"/>
            </a:xfrm>
            <a:custGeom>
              <a:avLst/>
              <a:gdLst>
                <a:gd name="T0" fmla="*/ 99 w 116"/>
                <a:gd name="T1" fmla="*/ 9 h 153"/>
                <a:gd name="T2" fmla="*/ 106 w 116"/>
                <a:gd name="T3" fmla="*/ 17 h 153"/>
                <a:gd name="T4" fmla="*/ 106 w 116"/>
                <a:gd name="T5" fmla="*/ 31 h 153"/>
                <a:gd name="T6" fmla="*/ 116 w 116"/>
                <a:gd name="T7" fmla="*/ 31 h 153"/>
                <a:gd name="T8" fmla="*/ 116 w 116"/>
                <a:gd name="T9" fmla="*/ 17 h 153"/>
                <a:gd name="T10" fmla="*/ 99 w 116"/>
                <a:gd name="T11" fmla="*/ 0 h 153"/>
                <a:gd name="T12" fmla="*/ 17 w 116"/>
                <a:gd name="T13" fmla="*/ 0 h 153"/>
                <a:gd name="T14" fmla="*/ 0 w 116"/>
                <a:gd name="T15" fmla="*/ 17 h 153"/>
                <a:gd name="T16" fmla="*/ 0 w 116"/>
                <a:gd name="T17" fmla="*/ 136 h 153"/>
                <a:gd name="T18" fmla="*/ 17 w 116"/>
                <a:gd name="T19" fmla="*/ 153 h 153"/>
                <a:gd name="T20" fmla="*/ 68 w 116"/>
                <a:gd name="T21" fmla="*/ 153 h 153"/>
                <a:gd name="T22" fmla="*/ 67 w 116"/>
                <a:gd name="T23" fmla="*/ 152 h 153"/>
                <a:gd name="T24" fmla="*/ 63 w 116"/>
                <a:gd name="T25" fmla="*/ 144 h 153"/>
                <a:gd name="T26" fmla="*/ 63 w 116"/>
                <a:gd name="T27" fmla="*/ 144 h 153"/>
                <a:gd name="T28" fmla="*/ 17 w 116"/>
                <a:gd name="T29" fmla="*/ 144 h 153"/>
                <a:gd name="T30" fmla="*/ 10 w 116"/>
                <a:gd name="T31" fmla="*/ 136 h 153"/>
                <a:gd name="T32" fmla="*/ 10 w 116"/>
                <a:gd name="T33" fmla="*/ 17 h 153"/>
                <a:gd name="T34" fmla="*/ 17 w 116"/>
                <a:gd name="T35" fmla="*/ 9 h 153"/>
                <a:gd name="T36" fmla="*/ 99 w 116"/>
                <a:gd name="T37" fmla="*/ 9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6" h="153">
                  <a:moveTo>
                    <a:pt x="99" y="9"/>
                  </a:moveTo>
                  <a:cubicBezTo>
                    <a:pt x="103" y="9"/>
                    <a:pt x="106" y="13"/>
                    <a:pt x="106" y="17"/>
                  </a:cubicBezTo>
                  <a:cubicBezTo>
                    <a:pt x="106" y="31"/>
                    <a:pt x="106" y="31"/>
                    <a:pt x="106" y="31"/>
                  </a:cubicBezTo>
                  <a:cubicBezTo>
                    <a:pt x="116" y="31"/>
                    <a:pt x="116" y="31"/>
                    <a:pt x="116" y="31"/>
                  </a:cubicBezTo>
                  <a:cubicBezTo>
                    <a:pt x="116" y="17"/>
                    <a:pt x="116" y="17"/>
                    <a:pt x="116" y="17"/>
                  </a:cubicBezTo>
                  <a:cubicBezTo>
                    <a:pt x="116" y="7"/>
                    <a:pt x="108" y="0"/>
                    <a:pt x="99" y="0"/>
                  </a:cubicBezTo>
                  <a:cubicBezTo>
                    <a:pt x="17" y="0"/>
                    <a:pt x="17" y="0"/>
                    <a:pt x="17" y="0"/>
                  </a:cubicBezTo>
                  <a:cubicBezTo>
                    <a:pt x="8" y="0"/>
                    <a:pt x="0" y="7"/>
                    <a:pt x="0" y="17"/>
                  </a:cubicBezTo>
                  <a:cubicBezTo>
                    <a:pt x="0" y="136"/>
                    <a:pt x="0" y="136"/>
                    <a:pt x="0" y="136"/>
                  </a:cubicBezTo>
                  <a:cubicBezTo>
                    <a:pt x="0" y="145"/>
                    <a:pt x="8" y="153"/>
                    <a:pt x="17" y="153"/>
                  </a:cubicBezTo>
                  <a:cubicBezTo>
                    <a:pt x="68" y="153"/>
                    <a:pt x="68" y="153"/>
                    <a:pt x="68" y="153"/>
                  </a:cubicBezTo>
                  <a:cubicBezTo>
                    <a:pt x="67" y="152"/>
                    <a:pt x="67" y="152"/>
                    <a:pt x="67" y="152"/>
                  </a:cubicBezTo>
                  <a:cubicBezTo>
                    <a:pt x="65" y="150"/>
                    <a:pt x="64" y="147"/>
                    <a:pt x="63" y="144"/>
                  </a:cubicBezTo>
                  <a:cubicBezTo>
                    <a:pt x="63" y="144"/>
                    <a:pt x="63" y="144"/>
                    <a:pt x="63" y="144"/>
                  </a:cubicBezTo>
                  <a:cubicBezTo>
                    <a:pt x="17" y="144"/>
                    <a:pt x="17" y="144"/>
                    <a:pt x="17" y="144"/>
                  </a:cubicBezTo>
                  <a:cubicBezTo>
                    <a:pt x="13" y="144"/>
                    <a:pt x="10" y="140"/>
                    <a:pt x="10" y="136"/>
                  </a:cubicBezTo>
                  <a:cubicBezTo>
                    <a:pt x="10" y="17"/>
                    <a:pt x="10" y="17"/>
                    <a:pt x="10" y="17"/>
                  </a:cubicBezTo>
                  <a:cubicBezTo>
                    <a:pt x="10" y="13"/>
                    <a:pt x="13" y="9"/>
                    <a:pt x="17" y="9"/>
                  </a:cubicBezTo>
                  <a:lnTo>
                    <a:pt x="99"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09" name="Oval 98">
              <a:extLst>
                <a:ext uri="{FF2B5EF4-FFF2-40B4-BE49-F238E27FC236}">
                  <a16:creationId xmlns:a16="http://schemas.microsoft.com/office/drawing/2014/main" id="{A4B792FB-71CE-1145-960B-B90FBEB0B650}"/>
                </a:ext>
              </a:extLst>
            </p:cNvPr>
            <p:cNvSpPr>
              <a:spLocks noChangeArrowheads="1"/>
            </p:cNvSpPr>
            <p:nvPr/>
          </p:nvSpPr>
          <p:spPr bwMode="auto">
            <a:xfrm>
              <a:off x="490" y="2059"/>
              <a:ext cx="13" cy="1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0" name="Oval 99">
              <a:extLst>
                <a:ext uri="{FF2B5EF4-FFF2-40B4-BE49-F238E27FC236}">
                  <a16:creationId xmlns:a16="http://schemas.microsoft.com/office/drawing/2014/main" id="{5EF5F9D8-CCE3-2343-807F-0CF85E03EAF0}"/>
                </a:ext>
              </a:extLst>
            </p:cNvPr>
            <p:cNvSpPr>
              <a:spLocks noChangeArrowheads="1"/>
            </p:cNvSpPr>
            <p:nvPr/>
          </p:nvSpPr>
          <p:spPr bwMode="auto">
            <a:xfrm>
              <a:off x="422" y="1882"/>
              <a:ext cx="9" cy="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11" name="Oval 100">
              <a:extLst>
                <a:ext uri="{FF2B5EF4-FFF2-40B4-BE49-F238E27FC236}">
                  <a16:creationId xmlns:a16="http://schemas.microsoft.com/office/drawing/2014/main" id="{3D380F82-1897-C145-8D61-C6B842E53DF3}"/>
                </a:ext>
              </a:extLst>
            </p:cNvPr>
            <p:cNvSpPr>
              <a:spLocks noChangeArrowheads="1"/>
            </p:cNvSpPr>
            <p:nvPr/>
          </p:nvSpPr>
          <p:spPr bwMode="auto">
            <a:xfrm>
              <a:off x="417" y="2053"/>
              <a:ext cx="18" cy="2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12" name="Group 4">
            <a:extLst>
              <a:ext uri="{FF2B5EF4-FFF2-40B4-BE49-F238E27FC236}">
                <a16:creationId xmlns:a16="http://schemas.microsoft.com/office/drawing/2014/main" id="{84C17A15-152C-A348-853A-B692B4282DA1}"/>
              </a:ext>
            </a:extLst>
          </p:cNvPr>
          <p:cNvGrpSpPr>
            <a:grpSpLocks noChangeAspect="1"/>
          </p:cNvGrpSpPr>
          <p:nvPr userDrawn="1"/>
        </p:nvGrpSpPr>
        <p:grpSpPr bwMode="auto">
          <a:xfrm>
            <a:off x="5877270" y="5532782"/>
            <a:ext cx="484650" cy="403874"/>
            <a:chOff x="348" y="472"/>
            <a:chExt cx="426" cy="355"/>
          </a:xfrm>
          <a:solidFill>
            <a:schemeClr val="accent1"/>
          </a:solidFill>
        </p:grpSpPr>
        <p:sp>
          <p:nvSpPr>
            <p:cNvPr id="313" name="Freeform 5">
              <a:extLst>
                <a:ext uri="{FF2B5EF4-FFF2-40B4-BE49-F238E27FC236}">
                  <a16:creationId xmlns:a16="http://schemas.microsoft.com/office/drawing/2014/main" id="{719C8B8C-D094-D74C-AF4C-E723A3C19C5E}"/>
                </a:ext>
              </a:extLst>
            </p:cNvPr>
            <p:cNvSpPr>
              <a:spLocks/>
            </p:cNvSpPr>
            <p:nvPr/>
          </p:nvSpPr>
          <p:spPr bwMode="auto">
            <a:xfrm>
              <a:off x="348" y="543"/>
              <a:ext cx="373" cy="18"/>
            </a:xfrm>
            <a:custGeom>
              <a:avLst/>
              <a:gdLst>
                <a:gd name="T0" fmla="*/ 246 w 252"/>
                <a:gd name="T1" fmla="*/ 12 h 12"/>
                <a:gd name="T2" fmla="*/ 6 w 252"/>
                <a:gd name="T3" fmla="*/ 12 h 12"/>
                <a:gd name="T4" fmla="*/ 0 w 252"/>
                <a:gd name="T5" fmla="*/ 6 h 12"/>
                <a:gd name="T6" fmla="*/ 6 w 252"/>
                <a:gd name="T7" fmla="*/ 0 h 12"/>
                <a:gd name="T8" fmla="*/ 246 w 252"/>
                <a:gd name="T9" fmla="*/ 0 h 12"/>
                <a:gd name="T10" fmla="*/ 252 w 252"/>
                <a:gd name="T11" fmla="*/ 6 h 12"/>
                <a:gd name="T12" fmla="*/ 246 w 252"/>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52" h="12">
                  <a:moveTo>
                    <a:pt x="246" y="12"/>
                  </a:moveTo>
                  <a:cubicBezTo>
                    <a:pt x="6" y="12"/>
                    <a:pt x="6" y="12"/>
                    <a:pt x="6" y="12"/>
                  </a:cubicBezTo>
                  <a:cubicBezTo>
                    <a:pt x="3" y="12"/>
                    <a:pt x="0" y="9"/>
                    <a:pt x="0" y="6"/>
                  </a:cubicBezTo>
                  <a:cubicBezTo>
                    <a:pt x="0" y="3"/>
                    <a:pt x="3" y="0"/>
                    <a:pt x="6" y="0"/>
                  </a:cubicBezTo>
                  <a:cubicBezTo>
                    <a:pt x="246" y="0"/>
                    <a:pt x="246" y="0"/>
                    <a:pt x="246" y="0"/>
                  </a:cubicBezTo>
                  <a:cubicBezTo>
                    <a:pt x="250" y="0"/>
                    <a:pt x="252" y="3"/>
                    <a:pt x="252" y="6"/>
                  </a:cubicBezTo>
                  <a:cubicBezTo>
                    <a:pt x="252" y="9"/>
                    <a:pt x="250" y="12"/>
                    <a:pt x="24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4" name="Oval 6">
              <a:extLst>
                <a:ext uri="{FF2B5EF4-FFF2-40B4-BE49-F238E27FC236}">
                  <a16:creationId xmlns:a16="http://schemas.microsoft.com/office/drawing/2014/main" id="{0E3079FA-EBC0-1C4F-BF6F-4EF1A488E97C}"/>
                </a:ext>
              </a:extLst>
            </p:cNvPr>
            <p:cNvSpPr>
              <a:spLocks noChangeArrowheads="1"/>
            </p:cNvSpPr>
            <p:nvPr/>
          </p:nvSpPr>
          <p:spPr bwMode="auto">
            <a:xfrm>
              <a:off x="401"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5" name="Oval 7">
              <a:extLst>
                <a:ext uri="{FF2B5EF4-FFF2-40B4-BE49-F238E27FC236}">
                  <a16:creationId xmlns:a16="http://schemas.microsoft.com/office/drawing/2014/main" id="{1020AE0A-3CB9-274A-B949-2F4B93C8FE61}"/>
                </a:ext>
              </a:extLst>
            </p:cNvPr>
            <p:cNvSpPr>
              <a:spLocks noChangeArrowheads="1"/>
            </p:cNvSpPr>
            <p:nvPr/>
          </p:nvSpPr>
          <p:spPr bwMode="auto">
            <a:xfrm>
              <a:off x="437" y="507"/>
              <a:ext cx="17"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6" name="Oval 8">
              <a:extLst>
                <a:ext uri="{FF2B5EF4-FFF2-40B4-BE49-F238E27FC236}">
                  <a16:creationId xmlns:a16="http://schemas.microsoft.com/office/drawing/2014/main" id="{98F34F8F-ABB7-4848-A76F-9F6C562D9670}"/>
                </a:ext>
              </a:extLst>
            </p:cNvPr>
            <p:cNvSpPr>
              <a:spLocks noChangeArrowheads="1"/>
            </p:cNvSpPr>
            <p:nvPr/>
          </p:nvSpPr>
          <p:spPr bwMode="auto">
            <a:xfrm>
              <a:off x="472" y="507"/>
              <a:ext cx="18" cy="1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7" name="Freeform 9">
              <a:extLst>
                <a:ext uri="{FF2B5EF4-FFF2-40B4-BE49-F238E27FC236}">
                  <a16:creationId xmlns:a16="http://schemas.microsoft.com/office/drawing/2014/main" id="{AA090CA5-2F52-AF46-BB3E-337567489E55}"/>
                </a:ext>
              </a:extLst>
            </p:cNvPr>
            <p:cNvSpPr>
              <a:spLocks noEditPoints="1"/>
            </p:cNvSpPr>
            <p:nvPr/>
          </p:nvSpPr>
          <p:spPr bwMode="auto">
            <a:xfrm>
              <a:off x="348" y="472"/>
              <a:ext cx="373" cy="284"/>
            </a:xfrm>
            <a:custGeom>
              <a:avLst/>
              <a:gdLst>
                <a:gd name="T0" fmla="*/ 222 w 252"/>
                <a:gd name="T1" fmla="*/ 192 h 192"/>
                <a:gd name="T2" fmla="*/ 30 w 252"/>
                <a:gd name="T3" fmla="*/ 192 h 192"/>
                <a:gd name="T4" fmla="*/ 0 w 252"/>
                <a:gd name="T5" fmla="*/ 162 h 192"/>
                <a:gd name="T6" fmla="*/ 0 w 252"/>
                <a:gd name="T7" fmla="*/ 30 h 192"/>
                <a:gd name="T8" fmla="*/ 30 w 252"/>
                <a:gd name="T9" fmla="*/ 0 h 192"/>
                <a:gd name="T10" fmla="*/ 222 w 252"/>
                <a:gd name="T11" fmla="*/ 0 h 192"/>
                <a:gd name="T12" fmla="*/ 252 w 252"/>
                <a:gd name="T13" fmla="*/ 30 h 192"/>
                <a:gd name="T14" fmla="*/ 252 w 252"/>
                <a:gd name="T15" fmla="*/ 162 h 192"/>
                <a:gd name="T16" fmla="*/ 222 w 252"/>
                <a:gd name="T17" fmla="*/ 192 h 192"/>
                <a:gd name="T18" fmla="*/ 30 w 252"/>
                <a:gd name="T19" fmla="*/ 12 h 192"/>
                <a:gd name="T20" fmla="*/ 12 w 252"/>
                <a:gd name="T21" fmla="*/ 30 h 192"/>
                <a:gd name="T22" fmla="*/ 12 w 252"/>
                <a:gd name="T23" fmla="*/ 162 h 192"/>
                <a:gd name="T24" fmla="*/ 30 w 252"/>
                <a:gd name="T25" fmla="*/ 180 h 192"/>
                <a:gd name="T26" fmla="*/ 222 w 252"/>
                <a:gd name="T27" fmla="*/ 180 h 192"/>
                <a:gd name="T28" fmla="*/ 240 w 252"/>
                <a:gd name="T29" fmla="*/ 162 h 192"/>
                <a:gd name="T30" fmla="*/ 240 w 252"/>
                <a:gd name="T31" fmla="*/ 30 h 192"/>
                <a:gd name="T32" fmla="*/ 222 w 252"/>
                <a:gd name="T33" fmla="*/ 12 h 192"/>
                <a:gd name="T34" fmla="*/ 30 w 252"/>
                <a:gd name="T35" fmla="*/ 1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2" h="192">
                  <a:moveTo>
                    <a:pt x="222" y="192"/>
                  </a:moveTo>
                  <a:cubicBezTo>
                    <a:pt x="30" y="192"/>
                    <a:pt x="30" y="192"/>
                    <a:pt x="30" y="192"/>
                  </a:cubicBezTo>
                  <a:cubicBezTo>
                    <a:pt x="14" y="192"/>
                    <a:pt x="0" y="179"/>
                    <a:pt x="0" y="162"/>
                  </a:cubicBezTo>
                  <a:cubicBezTo>
                    <a:pt x="0" y="30"/>
                    <a:pt x="0" y="30"/>
                    <a:pt x="0" y="30"/>
                  </a:cubicBezTo>
                  <a:cubicBezTo>
                    <a:pt x="0" y="13"/>
                    <a:pt x="14" y="0"/>
                    <a:pt x="30" y="0"/>
                  </a:cubicBezTo>
                  <a:cubicBezTo>
                    <a:pt x="222" y="0"/>
                    <a:pt x="222" y="0"/>
                    <a:pt x="222" y="0"/>
                  </a:cubicBezTo>
                  <a:cubicBezTo>
                    <a:pt x="239" y="0"/>
                    <a:pt x="252" y="13"/>
                    <a:pt x="252" y="30"/>
                  </a:cubicBezTo>
                  <a:cubicBezTo>
                    <a:pt x="252" y="162"/>
                    <a:pt x="252" y="162"/>
                    <a:pt x="252" y="162"/>
                  </a:cubicBezTo>
                  <a:cubicBezTo>
                    <a:pt x="252" y="179"/>
                    <a:pt x="239" y="192"/>
                    <a:pt x="222" y="192"/>
                  </a:cubicBezTo>
                  <a:close/>
                  <a:moveTo>
                    <a:pt x="30" y="12"/>
                  </a:moveTo>
                  <a:cubicBezTo>
                    <a:pt x="20" y="12"/>
                    <a:pt x="12" y="20"/>
                    <a:pt x="12" y="30"/>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lnTo>
                    <a:pt x="3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8" name="Freeform 10">
              <a:extLst>
                <a:ext uri="{FF2B5EF4-FFF2-40B4-BE49-F238E27FC236}">
                  <a16:creationId xmlns:a16="http://schemas.microsoft.com/office/drawing/2014/main" id="{8894367A-92E9-164E-BC86-5B276995A8E7}"/>
                </a:ext>
              </a:extLst>
            </p:cNvPr>
            <p:cNvSpPr>
              <a:spLocks/>
            </p:cNvSpPr>
            <p:nvPr/>
          </p:nvSpPr>
          <p:spPr bwMode="auto">
            <a:xfrm>
              <a:off x="703" y="614"/>
              <a:ext cx="71" cy="18"/>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19" name="Freeform 11">
              <a:extLst>
                <a:ext uri="{FF2B5EF4-FFF2-40B4-BE49-F238E27FC236}">
                  <a16:creationId xmlns:a16="http://schemas.microsoft.com/office/drawing/2014/main" id="{8C879DF6-8A8C-D14C-9B9C-E0EB824DC79F}"/>
                </a:ext>
              </a:extLst>
            </p:cNvPr>
            <p:cNvSpPr>
              <a:spLocks/>
            </p:cNvSpPr>
            <p:nvPr/>
          </p:nvSpPr>
          <p:spPr bwMode="auto">
            <a:xfrm>
              <a:off x="401" y="543"/>
              <a:ext cx="373" cy="284"/>
            </a:xfrm>
            <a:custGeom>
              <a:avLst/>
              <a:gdLst>
                <a:gd name="T0" fmla="*/ 222 w 252"/>
                <a:gd name="T1" fmla="*/ 192 h 192"/>
                <a:gd name="T2" fmla="*/ 30 w 252"/>
                <a:gd name="T3" fmla="*/ 192 h 192"/>
                <a:gd name="T4" fmla="*/ 0 w 252"/>
                <a:gd name="T5" fmla="*/ 162 h 192"/>
                <a:gd name="T6" fmla="*/ 0 w 252"/>
                <a:gd name="T7" fmla="*/ 138 h 192"/>
                <a:gd name="T8" fmla="*/ 6 w 252"/>
                <a:gd name="T9" fmla="*/ 132 h 192"/>
                <a:gd name="T10" fmla="*/ 12 w 252"/>
                <a:gd name="T11" fmla="*/ 138 h 192"/>
                <a:gd name="T12" fmla="*/ 12 w 252"/>
                <a:gd name="T13" fmla="*/ 162 h 192"/>
                <a:gd name="T14" fmla="*/ 30 w 252"/>
                <a:gd name="T15" fmla="*/ 180 h 192"/>
                <a:gd name="T16" fmla="*/ 222 w 252"/>
                <a:gd name="T17" fmla="*/ 180 h 192"/>
                <a:gd name="T18" fmla="*/ 240 w 252"/>
                <a:gd name="T19" fmla="*/ 162 h 192"/>
                <a:gd name="T20" fmla="*/ 240 w 252"/>
                <a:gd name="T21" fmla="*/ 30 h 192"/>
                <a:gd name="T22" fmla="*/ 222 w 252"/>
                <a:gd name="T23" fmla="*/ 12 h 192"/>
                <a:gd name="T24" fmla="*/ 210 w 252"/>
                <a:gd name="T25" fmla="*/ 12 h 192"/>
                <a:gd name="T26" fmla="*/ 204 w 252"/>
                <a:gd name="T27" fmla="*/ 6 h 192"/>
                <a:gd name="T28" fmla="*/ 210 w 252"/>
                <a:gd name="T29" fmla="*/ 0 h 192"/>
                <a:gd name="T30" fmla="*/ 222 w 252"/>
                <a:gd name="T31" fmla="*/ 0 h 192"/>
                <a:gd name="T32" fmla="*/ 252 w 252"/>
                <a:gd name="T33" fmla="*/ 30 h 192"/>
                <a:gd name="T34" fmla="*/ 252 w 252"/>
                <a:gd name="T35" fmla="*/ 162 h 192"/>
                <a:gd name="T36" fmla="*/ 222 w 252"/>
                <a:gd name="T37"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192">
                  <a:moveTo>
                    <a:pt x="222" y="192"/>
                  </a:moveTo>
                  <a:cubicBezTo>
                    <a:pt x="30" y="192"/>
                    <a:pt x="30" y="192"/>
                    <a:pt x="30" y="192"/>
                  </a:cubicBezTo>
                  <a:cubicBezTo>
                    <a:pt x="14" y="192"/>
                    <a:pt x="0" y="179"/>
                    <a:pt x="0" y="162"/>
                  </a:cubicBezTo>
                  <a:cubicBezTo>
                    <a:pt x="0" y="138"/>
                    <a:pt x="0" y="138"/>
                    <a:pt x="0" y="138"/>
                  </a:cubicBezTo>
                  <a:cubicBezTo>
                    <a:pt x="0" y="135"/>
                    <a:pt x="3" y="132"/>
                    <a:pt x="6" y="132"/>
                  </a:cubicBezTo>
                  <a:cubicBezTo>
                    <a:pt x="10" y="132"/>
                    <a:pt x="12" y="135"/>
                    <a:pt x="12" y="138"/>
                  </a:cubicBezTo>
                  <a:cubicBezTo>
                    <a:pt x="12" y="162"/>
                    <a:pt x="12" y="162"/>
                    <a:pt x="12" y="162"/>
                  </a:cubicBezTo>
                  <a:cubicBezTo>
                    <a:pt x="12" y="172"/>
                    <a:pt x="20" y="180"/>
                    <a:pt x="30" y="180"/>
                  </a:cubicBezTo>
                  <a:cubicBezTo>
                    <a:pt x="222" y="180"/>
                    <a:pt x="222" y="180"/>
                    <a:pt x="222" y="180"/>
                  </a:cubicBezTo>
                  <a:cubicBezTo>
                    <a:pt x="232" y="180"/>
                    <a:pt x="240" y="172"/>
                    <a:pt x="240" y="162"/>
                  </a:cubicBezTo>
                  <a:cubicBezTo>
                    <a:pt x="240" y="30"/>
                    <a:pt x="240" y="30"/>
                    <a:pt x="240" y="30"/>
                  </a:cubicBezTo>
                  <a:cubicBezTo>
                    <a:pt x="240" y="20"/>
                    <a:pt x="232" y="12"/>
                    <a:pt x="222" y="12"/>
                  </a:cubicBezTo>
                  <a:cubicBezTo>
                    <a:pt x="210" y="12"/>
                    <a:pt x="210" y="12"/>
                    <a:pt x="210" y="12"/>
                  </a:cubicBezTo>
                  <a:cubicBezTo>
                    <a:pt x="207" y="12"/>
                    <a:pt x="204" y="9"/>
                    <a:pt x="204" y="6"/>
                  </a:cubicBezTo>
                  <a:cubicBezTo>
                    <a:pt x="204" y="3"/>
                    <a:pt x="207" y="0"/>
                    <a:pt x="210" y="0"/>
                  </a:cubicBezTo>
                  <a:cubicBezTo>
                    <a:pt x="222" y="0"/>
                    <a:pt x="222" y="0"/>
                    <a:pt x="222" y="0"/>
                  </a:cubicBezTo>
                  <a:cubicBezTo>
                    <a:pt x="239" y="0"/>
                    <a:pt x="252" y="13"/>
                    <a:pt x="252" y="30"/>
                  </a:cubicBezTo>
                  <a:cubicBezTo>
                    <a:pt x="252" y="162"/>
                    <a:pt x="252" y="162"/>
                    <a:pt x="252" y="162"/>
                  </a:cubicBezTo>
                  <a:cubicBezTo>
                    <a:pt x="252" y="179"/>
                    <a:pt x="239" y="192"/>
                    <a:pt x="222"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sp>
        <p:nvSpPr>
          <p:cNvPr id="320" name="Freeform 132">
            <a:extLst>
              <a:ext uri="{FF2B5EF4-FFF2-40B4-BE49-F238E27FC236}">
                <a16:creationId xmlns:a16="http://schemas.microsoft.com/office/drawing/2014/main" id="{45BDCAD5-FFA8-D94A-91ED-271D762E1EF5}"/>
              </a:ext>
            </a:extLst>
          </p:cNvPr>
          <p:cNvSpPr>
            <a:spLocks noEditPoints="1"/>
          </p:cNvSpPr>
          <p:nvPr userDrawn="1"/>
        </p:nvSpPr>
        <p:spPr bwMode="auto">
          <a:xfrm>
            <a:off x="8409731" y="5515535"/>
            <a:ext cx="494523" cy="438368"/>
          </a:xfrm>
          <a:custGeom>
            <a:avLst/>
            <a:gdLst>
              <a:gd name="T0" fmla="*/ 9 w 133"/>
              <a:gd name="T1" fmla="*/ 0 h 116"/>
              <a:gd name="T2" fmla="*/ 0 w 133"/>
              <a:gd name="T3" fmla="*/ 91 h 116"/>
              <a:gd name="T4" fmla="*/ 56 w 133"/>
              <a:gd name="T5" fmla="*/ 99 h 116"/>
              <a:gd name="T6" fmla="*/ 39 w 133"/>
              <a:gd name="T7" fmla="*/ 110 h 116"/>
              <a:gd name="T8" fmla="*/ 39 w 133"/>
              <a:gd name="T9" fmla="*/ 116 h 116"/>
              <a:gd name="T10" fmla="*/ 97 w 133"/>
              <a:gd name="T11" fmla="*/ 113 h 116"/>
              <a:gd name="T12" fmla="*/ 78 w 133"/>
              <a:gd name="T13" fmla="*/ 110 h 116"/>
              <a:gd name="T14" fmla="*/ 124 w 133"/>
              <a:gd name="T15" fmla="*/ 99 h 116"/>
              <a:gd name="T16" fmla="*/ 133 w 133"/>
              <a:gd name="T17" fmla="*/ 8 h 116"/>
              <a:gd name="T18" fmla="*/ 72 w 133"/>
              <a:gd name="T19" fmla="*/ 110 h 116"/>
              <a:gd name="T20" fmla="*/ 61 w 133"/>
              <a:gd name="T21" fmla="*/ 99 h 116"/>
              <a:gd name="T22" fmla="*/ 72 w 133"/>
              <a:gd name="T23" fmla="*/ 110 h 116"/>
              <a:gd name="T24" fmla="*/ 124 w 133"/>
              <a:gd name="T25" fmla="*/ 94 h 116"/>
              <a:gd name="T26" fmla="*/ 6 w 133"/>
              <a:gd name="T27" fmla="*/ 91 h 116"/>
              <a:gd name="T28" fmla="*/ 9 w 133"/>
              <a:gd name="T29" fmla="*/ 5 h 116"/>
              <a:gd name="T30" fmla="*/ 127 w 133"/>
              <a:gd name="T31" fmla="*/ 8 h 116"/>
              <a:gd name="T32" fmla="*/ 109 w 133"/>
              <a:gd name="T33" fmla="*/ 36 h 116"/>
              <a:gd name="T34" fmla="*/ 68 w 133"/>
              <a:gd name="T35" fmla="*/ 19 h 116"/>
              <a:gd name="T36" fmla="*/ 30 w 133"/>
              <a:gd name="T37" fmla="*/ 36 h 116"/>
              <a:gd name="T38" fmla="*/ 30 w 133"/>
              <a:gd name="T39" fmla="*/ 36 h 116"/>
              <a:gd name="T40" fmla="*/ 28 w 133"/>
              <a:gd name="T41" fmla="*/ 37 h 116"/>
              <a:gd name="T42" fmla="*/ 28 w 133"/>
              <a:gd name="T43" fmla="*/ 57 h 116"/>
              <a:gd name="T44" fmla="*/ 23 w 133"/>
              <a:gd name="T45" fmla="*/ 76 h 116"/>
              <a:gd name="T46" fmla="*/ 36 w 133"/>
              <a:gd name="T47" fmla="*/ 77 h 116"/>
              <a:gd name="T48" fmla="*/ 39 w 133"/>
              <a:gd name="T49" fmla="*/ 73 h 116"/>
              <a:gd name="T50" fmla="*/ 34 w 133"/>
              <a:gd name="T51" fmla="*/ 43 h 116"/>
              <a:gd name="T52" fmla="*/ 45 w 133"/>
              <a:gd name="T53" fmla="*/ 66 h 116"/>
              <a:gd name="T54" fmla="*/ 68 w 133"/>
              <a:gd name="T55" fmla="*/ 79 h 116"/>
              <a:gd name="T56" fmla="*/ 71 w 133"/>
              <a:gd name="T57" fmla="*/ 79 h 116"/>
              <a:gd name="T58" fmla="*/ 94 w 133"/>
              <a:gd name="T59" fmla="*/ 66 h 116"/>
              <a:gd name="T60" fmla="*/ 109 w 133"/>
              <a:gd name="T61" fmla="*/ 41 h 116"/>
              <a:gd name="T62" fmla="*/ 109 w 133"/>
              <a:gd name="T63" fmla="*/ 36 h 116"/>
              <a:gd name="T64" fmla="*/ 31 w 133"/>
              <a:gd name="T65" fmla="*/ 66 h 116"/>
              <a:gd name="T66" fmla="*/ 29 w 133"/>
              <a:gd name="T67" fmla="*/ 71 h 116"/>
              <a:gd name="T68" fmla="*/ 69 w 133"/>
              <a:gd name="T69" fmla="*/ 74 h 116"/>
              <a:gd name="T70" fmla="*/ 50 w 133"/>
              <a:gd name="T71" fmla="*/ 50 h 116"/>
              <a:gd name="T72" fmla="*/ 69 w 133"/>
              <a:gd name="T73" fmla="*/ 58 h 116"/>
              <a:gd name="T74" fmla="*/ 89 w 133"/>
              <a:gd name="T75" fmla="*/ 50 h 116"/>
              <a:gd name="T76" fmla="*/ 69 w 133"/>
              <a:gd name="T77" fmla="*/ 52 h 116"/>
              <a:gd name="T78" fmla="*/ 69 w 133"/>
              <a:gd name="T79" fmla="*/ 25 h 116"/>
              <a:gd name="T80" fmla="*/ 69 w 133"/>
              <a:gd name="T81" fmla="*/ 5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3" h="116">
                <a:moveTo>
                  <a:pt x="124" y="0"/>
                </a:moveTo>
                <a:cubicBezTo>
                  <a:pt x="9" y="0"/>
                  <a:pt x="9" y="0"/>
                  <a:pt x="9" y="0"/>
                </a:cubicBezTo>
                <a:cubicBezTo>
                  <a:pt x="4" y="0"/>
                  <a:pt x="0" y="4"/>
                  <a:pt x="0" y="8"/>
                </a:cubicBezTo>
                <a:cubicBezTo>
                  <a:pt x="0" y="91"/>
                  <a:pt x="0" y="91"/>
                  <a:pt x="0" y="91"/>
                </a:cubicBezTo>
                <a:cubicBezTo>
                  <a:pt x="0" y="95"/>
                  <a:pt x="4" y="99"/>
                  <a:pt x="9" y="99"/>
                </a:cubicBezTo>
                <a:cubicBezTo>
                  <a:pt x="56" y="99"/>
                  <a:pt x="56" y="99"/>
                  <a:pt x="56" y="99"/>
                </a:cubicBezTo>
                <a:cubicBezTo>
                  <a:pt x="56" y="110"/>
                  <a:pt x="56" y="110"/>
                  <a:pt x="56" y="110"/>
                </a:cubicBezTo>
                <a:cubicBezTo>
                  <a:pt x="39" y="110"/>
                  <a:pt x="39" y="110"/>
                  <a:pt x="39" y="110"/>
                </a:cubicBezTo>
                <a:cubicBezTo>
                  <a:pt x="37" y="110"/>
                  <a:pt x="36" y="111"/>
                  <a:pt x="36" y="113"/>
                </a:cubicBezTo>
                <a:cubicBezTo>
                  <a:pt x="36" y="114"/>
                  <a:pt x="37" y="116"/>
                  <a:pt x="39" y="116"/>
                </a:cubicBezTo>
                <a:cubicBezTo>
                  <a:pt x="94" y="116"/>
                  <a:pt x="94" y="116"/>
                  <a:pt x="94" y="116"/>
                </a:cubicBezTo>
                <a:cubicBezTo>
                  <a:pt x="96" y="116"/>
                  <a:pt x="97" y="114"/>
                  <a:pt x="97" y="113"/>
                </a:cubicBezTo>
                <a:cubicBezTo>
                  <a:pt x="97" y="111"/>
                  <a:pt x="96" y="110"/>
                  <a:pt x="94" y="110"/>
                </a:cubicBezTo>
                <a:cubicBezTo>
                  <a:pt x="78" y="110"/>
                  <a:pt x="78" y="110"/>
                  <a:pt x="78" y="110"/>
                </a:cubicBezTo>
                <a:cubicBezTo>
                  <a:pt x="78" y="99"/>
                  <a:pt x="78" y="99"/>
                  <a:pt x="78" y="99"/>
                </a:cubicBezTo>
                <a:cubicBezTo>
                  <a:pt x="124" y="99"/>
                  <a:pt x="124" y="99"/>
                  <a:pt x="124" y="99"/>
                </a:cubicBezTo>
                <a:cubicBezTo>
                  <a:pt x="129" y="99"/>
                  <a:pt x="133" y="95"/>
                  <a:pt x="133" y="91"/>
                </a:cubicBezTo>
                <a:cubicBezTo>
                  <a:pt x="133" y="8"/>
                  <a:pt x="133" y="8"/>
                  <a:pt x="133" y="8"/>
                </a:cubicBezTo>
                <a:cubicBezTo>
                  <a:pt x="133" y="4"/>
                  <a:pt x="129" y="0"/>
                  <a:pt x="124" y="0"/>
                </a:cubicBezTo>
                <a:close/>
                <a:moveTo>
                  <a:pt x="72" y="110"/>
                </a:moveTo>
                <a:cubicBezTo>
                  <a:pt x="61" y="110"/>
                  <a:pt x="61" y="110"/>
                  <a:pt x="61" y="110"/>
                </a:cubicBezTo>
                <a:cubicBezTo>
                  <a:pt x="61" y="99"/>
                  <a:pt x="61" y="99"/>
                  <a:pt x="61" y="99"/>
                </a:cubicBezTo>
                <a:cubicBezTo>
                  <a:pt x="72" y="99"/>
                  <a:pt x="72" y="99"/>
                  <a:pt x="72" y="99"/>
                </a:cubicBezTo>
                <a:lnTo>
                  <a:pt x="72" y="110"/>
                </a:lnTo>
                <a:close/>
                <a:moveTo>
                  <a:pt x="127" y="91"/>
                </a:moveTo>
                <a:cubicBezTo>
                  <a:pt x="127" y="92"/>
                  <a:pt x="126" y="94"/>
                  <a:pt x="124" y="94"/>
                </a:cubicBezTo>
                <a:cubicBezTo>
                  <a:pt x="9" y="94"/>
                  <a:pt x="9" y="94"/>
                  <a:pt x="9" y="94"/>
                </a:cubicBezTo>
                <a:cubicBezTo>
                  <a:pt x="7" y="94"/>
                  <a:pt x="6" y="92"/>
                  <a:pt x="6" y="91"/>
                </a:cubicBezTo>
                <a:cubicBezTo>
                  <a:pt x="6" y="8"/>
                  <a:pt x="6" y="8"/>
                  <a:pt x="6" y="8"/>
                </a:cubicBezTo>
                <a:cubicBezTo>
                  <a:pt x="6" y="7"/>
                  <a:pt x="7" y="5"/>
                  <a:pt x="9" y="5"/>
                </a:cubicBezTo>
                <a:cubicBezTo>
                  <a:pt x="124" y="5"/>
                  <a:pt x="124" y="5"/>
                  <a:pt x="124" y="5"/>
                </a:cubicBezTo>
                <a:cubicBezTo>
                  <a:pt x="126" y="5"/>
                  <a:pt x="127" y="7"/>
                  <a:pt x="127" y="8"/>
                </a:cubicBezTo>
                <a:lnTo>
                  <a:pt x="127" y="91"/>
                </a:lnTo>
                <a:close/>
                <a:moveTo>
                  <a:pt x="109" y="36"/>
                </a:moveTo>
                <a:cubicBezTo>
                  <a:pt x="70" y="19"/>
                  <a:pt x="70" y="19"/>
                  <a:pt x="70" y="19"/>
                </a:cubicBezTo>
                <a:cubicBezTo>
                  <a:pt x="70" y="19"/>
                  <a:pt x="69" y="19"/>
                  <a:pt x="68" y="19"/>
                </a:cubicBezTo>
                <a:cubicBezTo>
                  <a:pt x="30" y="36"/>
                  <a:pt x="30" y="36"/>
                  <a:pt x="30" y="36"/>
                </a:cubicBezTo>
                <a:cubicBezTo>
                  <a:pt x="30" y="36"/>
                  <a:pt x="30" y="36"/>
                  <a:pt x="30" y="36"/>
                </a:cubicBezTo>
                <a:cubicBezTo>
                  <a:pt x="30" y="36"/>
                  <a:pt x="30" y="36"/>
                  <a:pt x="30" y="36"/>
                </a:cubicBezTo>
                <a:cubicBezTo>
                  <a:pt x="30" y="36"/>
                  <a:pt x="30" y="36"/>
                  <a:pt x="30" y="36"/>
                </a:cubicBezTo>
                <a:cubicBezTo>
                  <a:pt x="29" y="36"/>
                  <a:pt x="29" y="36"/>
                  <a:pt x="29" y="37"/>
                </a:cubicBezTo>
                <a:cubicBezTo>
                  <a:pt x="29" y="37"/>
                  <a:pt x="28" y="37"/>
                  <a:pt x="28" y="37"/>
                </a:cubicBezTo>
                <a:cubicBezTo>
                  <a:pt x="28" y="37"/>
                  <a:pt x="28" y="38"/>
                  <a:pt x="28" y="38"/>
                </a:cubicBezTo>
                <a:cubicBezTo>
                  <a:pt x="28" y="57"/>
                  <a:pt x="28" y="57"/>
                  <a:pt x="28" y="57"/>
                </a:cubicBezTo>
                <a:cubicBezTo>
                  <a:pt x="23" y="73"/>
                  <a:pt x="23" y="73"/>
                  <a:pt x="23" y="73"/>
                </a:cubicBezTo>
                <a:cubicBezTo>
                  <a:pt x="22" y="74"/>
                  <a:pt x="22" y="75"/>
                  <a:pt x="23" y="76"/>
                </a:cubicBezTo>
                <a:cubicBezTo>
                  <a:pt x="24" y="77"/>
                  <a:pt x="24" y="77"/>
                  <a:pt x="25" y="77"/>
                </a:cubicBezTo>
                <a:cubicBezTo>
                  <a:pt x="36" y="77"/>
                  <a:pt x="36" y="77"/>
                  <a:pt x="36" y="77"/>
                </a:cubicBezTo>
                <a:cubicBezTo>
                  <a:pt x="37" y="77"/>
                  <a:pt x="38" y="77"/>
                  <a:pt x="38" y="76"/>
                </a:cubicBezTo>
                <a:cubicBezTo>
                  <a:pt x="39" y="75"/>
                  <a:pt x="39" y="74"/>
                  <a:pt x="39" y="73"/>
                </a:cubicBezTo>
                <a:cubicBezTo>
                  <a:pt x="34" y="57"/>
                  <a:pt x="34" y="57"/>
                  <a:pt x="34" y="57"/>
                </a:cubicBezTo>
                <a:cubicBezTo>
                  <a:pt x="34" y="43"/>
                  <a:pt x="34" y="43"/>
                  <a:pt x="34" y="43"/>
                </a:cubicBezTo>
                <a:cubicBezTo>
                  <a:pt x="45" y="47"/>
                  <a:pt x="45" y="47"/>
                  <a:pt x="45" y="47"/>
                </a:cubicBezTo>
                <a:cubicBezTo>
                  <a:pt x="45" y="66"/>
                  <a:pt x="45" y="66"/>
                  <a:pt x="45" y="66"/>
                </a:cubicBezTo>
                <a:cubicBezTo>
                  <a:pt x="45" y="67"/>
                  <a:pt x="45" y="68"/>
                  <a:pt x="46" y="68"/>
                </a:cubicBezTo>
                <a:cubicBezTo>
                  <a:pt x="68" y="79"/>
                  <a:pt x="68" y="79"/>
                  <a:pt x="68" y="79"/>
                </a:cubicBezTo>
                <a:cubicBezTo>
                  <a:pt x="68" y="80"/>
                  <a:pt x="69" y="80"/>
                  <a:pt x="69" y="80"/>
                </a:cubicBezTo>
                <a:cubicBezTo>
                  <a:pt x="70" y="80"/>
                  <a:pt x="70" y="80"/>
                  <a:pt x="71" y="79"/>
                </a:cubicBezTo>
                <a:cubicBezTo>
                  <a:pt x="93" y="68"/>
                  <a:pt x="93" y="68"/>
                  <a:pt x="93" y="68"/>
                </a:cubicBezTo>
                <a:cubicBezTo>
                  <a:pt x="94" y="68"/>
                  <a:pt x="94" y="67"/>
                  <a:pt x="94" y="66"/>
                </a:cubicBezTo>
                <a:cubicBezTo>
                  <a:pt x="94" y="47"/>
                  <a:pt x="94" y="47"/>
                  <a:pt x="94" y="47"/>
                </a:cubicBezTo>
                <a:cubicBezTo>
                  <a:pt x="109" y="41"/>
                  <a:pt x="109" y="41"/>
                  <a:pt x="109" y="41"/>
                </a:cubicBezTo>
                <a:cubicBezTo>
                  <a:pt x="110" y="41"/>
                  <a:pt x="111" y="40"/>
                  <a:pt x="111" y="38"/>
                </a:cubicBezTo>
                <a:cubicBezTo>
                  <a:pt x="111" y="37"/>
                  <a:pt x="110" y="36"/>
                  <a:pt x="109" y="36"/>
                </a:cubicBezTo>
                <a:close/>
                <a:moveTo>
                  <a:pt x="29" y="71"/>
                </a:moveTo>
                <a:cubicBezTo>
                  <a:pt x="31" y="66"/>
                  <a:pt x="31" y="66"/>
                  <a:pt x="31" y="66"/>
                </a:cubicBezTo>
                <a:cubicBezTo>
                  <a:pt x="32" y="71"/>
                  <a:pt x="32" y="71"/>
                  <a:pt x="32" y="71"/>
                </a:cubicBezTo>
                <a:lnTo>
                  <a:pt x="29" y="71"/>
                </a:lnTo>
                <a:close/>
                <a:moveTo>
                  <a:pt x="89" y="64"/>
                </a:moveTo>
                <a:cubicBezTo>
                  <a:pt x="69" y="74"/>
                  <a:pt x="69" y="74"/>
                  <a:pt x="69" y="74"/>
                </a:cubicBezTo>
                <a:cubicBezTo>
                  <a:pt x="50" y="64"/>
                  <a:pt x="50" y="64"/>
                  <a:pt x="50" y="64"/>
                </a:cubicBezTo>
                <a:cubicBezTo>
                  <a:pt x="50" y="50"/>
                  <a:pt x="50" y="50"/>
                  <a:pt x="50" y="50"/>
                </a:cubicBezTo>
                <a:cubicBezTo>
                  <a:pt x="68" y="57"/>
                  <a:pt x="68" y="57"/>
                  <a:pt x="68" y="57"/>
                </a:cubicBezTo>
                <a:cubicBezTo>
                  <a:pt x="69" y="58"/>
                  <a:pt x="69" y="58"/>
                  <a:pt x="69" y="58"/>
                </a:cubicBezTo>
                <a:cubicBezTo>
                  <a:pt x="70" y="58"/>
                  <a:pt x="70" y="58"/>
                  <a:pt x="70" y="57"/>
                </a:cubicBezTo>
                <a:cubicBezTo>
                  <a:pt x="89" y="50"/>
                  <a:pt x="89" y="50"/>
                  <a:pt x="89" y="50"/>
                </a:cubicBezTo>
                <a:lnTo>
                  <a:pt x="89" y="64"/>
                </a:lnTo>
                <a:close/>
                <a:moveTo>
                  <a:pt x="69" y="52"/>
                </a:moveTo>
                <a:cubicBezTo>
                  <a:pt x="38" y="38"/>
                  <a:pt x="38" y="38"/>
                  <a:pt x="38" y="38"/>
                </a:cubicBezTo>
                <a:cubicBezTo>
                  <a:pt x="69" y="25"/>
                  <a:pt x="69" y="25"/>
                  <a:pt x="69" y="25"/>
                </a:cubicBezTo>
                <a:cubicBezTo>
                  <a:pt x="101" y="38"/>
                  <a:pt x="101" y="38"/>
                  <a:pt x="101" y="38"/>
                </a:cubicBezTo>
                <a:lnTo>
                  <a:pt x="69" y="52"/>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AU">
              <a:latin typeface="+mj-lt"/>
            </a:endParaRPr>
          </a:p>
        </p:txBody>
      </p:sp>
      <p:grpSp>
        <p:nvGrpSpPr>
          <p:cNvPr id="325" name="Group 104">
            <a:extLst>
              <a:ext uri="{FF2B5EF4-FFF2-40B4-BE49-F238E27FC236}">
                <a16:creationId xmlns:a16="http://schemas.microsoft.com/office/drawing/2014/main" id="{C933286F-FB2B-2B48-B689-90FB1B740D79}"/>
              </a:ext>
            </a:extLst>
          </p:cNvPr>
          <p:cNvGrpSpPr>
            <a:grpSpLocks noChangeAspect="1"/>
          </p:cNvGrpSpPr>
          <p:nvPr userDrawn="1"/>
        </p:nvGrpSpPr>
        <p:grpSpPr bwMode="auto">
          <a:xfrm>
            <a:off x="7207268" y="5477733"/>
            <a:ext cx="341846" cy="513972"/>
            <a:chOff x="1443" y="2997"/>
            <a:chExt cx="284" cy="427"/>
          </a:xfrm>
          <a:solidFill>
            <a:schemeClr val="accent1"/>
          </a:solidFill>
        </p:grpSpPr>
        <p:sp>
          <p:nvSpPr>
            <p:cNvPr id="326" name="Freeform 105">
              <a:extLst>
                <a:ext uri="{FF2B5EF4-FFF2-40B4-BE49-F238E27FC236}">
                  <a16:creationId xmlns:a16="http://schemas.microsoft.com/office/drawing/2014/main" id="{EBD25FD2-6E1F-C448-BE38-E904E3A2FB73}"/>
                </a:ext>
              </a:extLst>
            </p:cNvPr>
            <p:cNvSpPr>
              <a:spLocks noEditPoints="1"/>
            </p:cNvSpPr>
            <p:nvPr/>
          </p:nvSpPr>
          <p:spPr bwMode="auto">
            <a:xfrm>
              <a:off x="1462" y="3104"/>
              <a:ext cx="261" cy="320"/>
            </a:xfrm>
            <a:custGeom>
              <a:avLst/>
              <a:gdLst>
                <a:gd name="T0" fmla="*/ 155 w 176"/>
                <a:gd name="T1" fmla="*/ 216 h 216"/>
                <a:gd name="T2" fmla="*/ 59 w 176"/>
                <a:gd name="T3" fmla="*/ 216 h 216"/>
                <a:gd name="T4" fmla="*/ 54 w 176"/>
                <a:gd name="T5" fmla="*/ 213 h 216"/>
                <a:gd name="T6" fmla="*/ 6 w 176"/>
                <a:gd name="T7" fmla="*/ 141 h 216"/>
                <a:gd name="T8" fmla="*/ 4 w 176"/>
                <a:gd name="T9" fmla="*/ 116 h 216"/>
                <a:gd name="T10" fmla="*/ 17 w 176"/>
                <a:gd name="T11" fmla="*/ 108 h 216"/>
                <a:gd name="T12" fmla="*/ 59 w 176"/>
                <a:gd name="T13" fmla="*/ 137 h 216"/>
                <a:gd name="T14" fmla="*/ 59 w 176"/>
                <a:gd name="T15" fmla="*/ 24 h 216"/>
                <a:gd name="T16" fmla="*/ 83 w 176"/>
                <a:gd name="T17" fmla="*/ 0 h 216"/>
                <a:gd name="T18" fmla="*/ 107 w 176"/>
                <a:gd name="T19" fmla="*/ 24 h 216"/>
                <a:gd name="T20" fmla="*/ 107 w 176"/>
                <a:gd name="T21" fmla="*/ 92 h 216"/>
                <a:gd name="T22" fmla="*/ 156 w 176"/>
                <a:gd name="T23" fmla="*/ 108 h 216"/>
                <a:gd name="T24" fmla="*/ 173 w 176"/>
                <a:gd name="T25" fmla="*/ 145 h 216"/>
                <a:gd name="T26" fmla="*/ 161 w 176"/>
                <a:gd name="T27" fmla="*/ 211 h 216"/>
                <a:gd name="T28" fmla="*/ 155 w 176"/>
                <a:gd name="T29" fmla="*/ 216 h 216"/>
                <a:gd name="T30" fmla="*/ 62 w 176"/>
                <a:gd name="T31" fmla="*/ 204 h 216"/>
                <a:gd name="T32" fmla="*/ 150 w 176"/>
                <a:gd name="T33" fmla="*/ 204 h 216"/>
                <a:gd name="T34" fmla="*/ 161 w 176"/>
                <a:gd name="T35" fmla="*/ 143 h 216"/>
                <a:gd name="T36" fmla="*/ 152 w 176"/>
                <a:gd name="T37" fmla="*/ 120 h 216"/>
                <a:gd name="T38" fmla="*/ 99 w 176"/>
                <a:gd name="T39" fmla="*/ 102 h 216"/>
                <a:gd name="T40" fmla="*/ 95 w 176"/>
                <a:gd name="T41" fmla="*/ 96 h 216"/>
                <a:gd name="T42" fmla="*/ 95 w 176"/>
                <a:gd name="T43" fmla="*/ 24 h 216"/>
                <a:gd name="T44" fmla="*/ 83 w 176"/>
                <a:gd name="T45" fmla="*/ 12 h 216"/>
                <a:gd name="T46" fmla="*/ 71 w 176"/>
                <a:gd name="T47" fmla="*/ 24 h 216"/>
                <a:gd name="T48" fmla="*/ 71 w 176"/>
                <a:gd name="T49" fmla="*/ 156 h 216"/>
                <a:gd name="T50" fmla="*/ 67 w 176"/>
                <a:gd name="T51" fmla="*/ 162 h 216"/>
                <a:gd name="T52" fmla="*/ 60 w 176"/>
                <a:gd name="T53" fmla="*/ 159 h 216"/>
                <a:gd name="T54" fmla="*/ 17 w 176"/>
                <a:gd name="T55" fmla="*/ 120 h 216"/>
                <a:gd name="T56" fmla="*/ 14 w 176"/>
                <a:gd name="T57" fmla="*/ 121 h 216"/>
                <a:gd name="T58" fmla="*/ 16 w 176"/>
                <a:gd name="T59" fmla="*/ 135 h 216"/>
                <a:gd name="T60" fmla="*/ 62 w 176"/>
                <a:gd name="T61" fmla="*/ 204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76" h="216">
                  <a:moveTo>
                    <a:pt x="155" y="216"/>
                  </a:moveTo>
                  <a:cubicBezTo>
                    <a:pt x="59" y="216"/>
                    <a:pt x="59" y="216"/>
                    <a:pt x="59" y="216"/>
                  </a:cubicBezTo>
                  <a:cubicBezTo>
                    <a:pt x="57" y="216"/>
                    <a:pt x="55" y="215"/>
                    <a:pt x="54" y="213"/>
                  </a:cubicBezTo>
                  <a:cubicBezTo>
                    <a:pt x="6" y="141"/>
                    <a:pt x="6" y="141"/>
                    <a:pt x="6" y="141"/>
                  </a:cubicBezTo>
                  <a:cubicBezTo>
                    <a:pt x="2" y="135"/>
                    <a:pt x="0" y="124"/>
                    <a:pt x="4" y="116"/>
                  </a:cubicBezTo>
                  <a:cubicBezTo>
                    <a:pt x="6" y="111"/>
                    <a:pt x="11" y="108"/>
                    <a:pt x="17" y="108"/>
                  </a:cubicBezTo>
                  <a:cubicBezTo>
                    <a:pt x="30" y="108"/>
                    <a:pt x="42" y="113"/>
                    <a:pt x="59" y="137"/>
                  </a:cubicBezTo>
                  <a:cubicBezTo>
                    <a:pt x="59" y="24"/>
                    <a:pt x="59" y="24"/>
                    <a:pt x="59" y="24"/>
                  </a:cubicBezTo>
                  <a:cubicBezTo>
                    <a:pt x="59" y="11"/>
                    <a:pt x="70" y="0"/>
                    <a:pt x="83" y="0"/>
                  </a:cubicBezTo>
                  <a:cubicBezTo>
                    <a:pt x="96" y="0"/>
                    <a:pt x="107" y="11"/>
                    <a:pt x="107" y="24"/>
                  </a:cubicBezTo>
                  <a:cubicBezTo>
                    <a:pt x="107" y="92"/>
                    <a:pt x="107" y="92"/>
                    <a:pt x="107" y="92"/>
                  </a:cubicBezTo>
                  <a:cubicBezTo>
                    <a:pt x="156" y="108"/>
                    <a:pt x="156" y="108"/>
                    <a:pt x="156" y="108"/>
                  </a:cubicBezTo>
                  <a:cubicBezTo>
                    <a:pt x="172" y="113"/>
                    <a:pt x="176" y="131"/>
                    <a:pt x="173" y="145"/>
                  </a:cubicBezTo>
                  <a:cubicBezTo>
                    <a:pt x="161" y="211"/>
                    <a:pt x="161" y="211"/>
                    <a:pt x="161" y="211"/>
                  </a:cubicBezTo>
                  <a:cubicBezTo>
                    <a:pt x="161" y="214"/>
                    <a:pt x="158" y="216"/>
                    <a:pt x="155" y="216"/>
                  </a:cubicBezTo>
                  <a:close/>
                  <a:moveTo>
                    <a:pt x="62" y="204"/>
                  </a:moveTo>
                  <a:cubicBezTo>
                    <a:pt x="150" y="204"/>
                    <a:pt x="150" y="204"/>
                    <a:pt x="150" y="204"/>
                  </a:cubicBezTo>
                  <a:cubicBezTo>
                    <a:pt x="161" y="143"/>
                    <a:pt x="161" y="143"/>
                    <a:pt x="161" y="143"/>
                  </a:cubicBezTo>
                  <a:cubicBezTo>
                    <a:pt x="163" y="134"/>
                    <a:pt x="161" y="123"/>
                    <a:pt x="152" y="120"/>
                  </a:cubicBezTo>
                  <a:cubicBezTo>
                    <a:pt x="99" y="102"/>
                    <a:pt x="99" y="102"/>
                    <a:pt x="99" y="102"/>
                  </a:cubicBezTo>
                  <a:cubicBezTo>
                    <a:pt x="97" y="101"/>
                    <a:pt x="95" y="99"/>
                    <a:pt x="95" y="96"/>
                  </a:cubicBezTo>
                  <a:cubicBezTo>
                    <a:pt x="95" y="24"/>
                    <a:pt x="95" y="24"/>
                    <a:pt x="95" y="24"/>
                  </a:cubicBezTo>
                  <a:cubicBezTo>
                    <a:pt x="95" y="17"/>
                    <a:pt x="90" y="12"/>
                    <a:pt x="83" y="12"/>
                  </a:cubicBezTo>
                  <a:cubicBezTo>
                    <a:pt x="77" y="12"/>
                    <a:pt x="71" y="18"/>
                    <a:pt x="71" y="24"/>
                  </a:cubicBezTo>
                  <a:cubicBezTo>
                    <a:pt x="71" y="156"/>
                    <a:pt x="71" y="156"/>
                    <a:pt x="71" y="156"/>
                  </a:cubicBezTo>
                  <a:cubicBezTo>
                    <a:pt x="71" y="159"/>
                    <a:pt x="69" y="161"/>
                    <a:pt x="67" y="162"/>
                  </a:cubicBezTo>
                  <a:cubicBezTo>
                    <a:pt x="64" y="163"/>
                    <a:pt x="62" y="162"/>
                    <a:pt x="60" y="159"/>
                  </a:cubicBezTo>
                  <a:cubicBezTo>
                    <a:pt x="37" y="123"/>
                    <a:pt x="26" y="120"/>
                    <a:pt x="17" y="120"/>
                  </a:cubicBezTo>
                  <a:cubicBezTo>
                    <a:pt x="15" y="120"/>
                    <a:pt x="15" y="121"/>
                    <a:pt x="14" y="121"/>
                  </a:cubicBezTo>
                  <a:cubicBezTo>
                    <a:pt x="13" y="124"/>
                    <a:pt x="14" y="131"/>
                    <a:pt x="16" y="135"/>
                  </a:cubicBezTo>
                  <a:lnTo>
                    <a:pt x="62"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7" name="Freeform 106">
              <a:extLst>
                <a:ext uri="{FF2B5EF4-FFF2-40B4-BE49-F238E27FC236}">
                  <a16:creationId xmlns:a16="http://schemas.microsoft.com/office/drawing/2014/main" id="{BD9B7B3C-0689-BA4C-ABBF-BCE7E3B46DB5}"/>
                </a:ext>
              </a:extLst>
            </p:cNvPr>
            <p:cNvSpPr>
              <a:spLocks/>
            </p:cNvSpPr>
            <p:nvPr/>
          </p:nvSpPr>
          <p:spPr bwMode="auto">
            <a:xfrm>
              <a:off x="1656"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8" name="Freeform 107">
              <a:extLst>
                <a:ext uri="{FF2B5EF4-FFF2-40B4-BE49-F238E27FC236}">
                  <a16:creationId xmlns:a16="http://schemas.microsoft.com/office/drawing/2014/main" id="{C9272C8E-5CB2-4643-AEA6-BE716984C944}"/>
                </a:ext>
              </a:extLst>
            </p:cNvPr>
            <p:cNvSpPr>
              <a:spLocks/>
            </p:cNvSpPr>
            <p:nvPr/>
          </p:nvSpPr>
          <p:spPr bwMode="auto">
            <a:xfrm>
              <a:off x="1638" y="3031"/>
              <a:ext cx="55" cy="55"/>
            </a:xfrm>
            <a:custGeom>
              <a:avLst/>
              <a:gdLst>
                <a:gd name="T0" fmla="*/ 6 w 37"/>
                <a:gd name="T1" fmla="*/ 37 h 37"/>
                <a:gd name="T2" fmla="*/ 2 w 37"/>
                <a:gd name="T3" fmla="*/ 35 h 37"/>
                <a:gd name="T4" fmla="*/ 2 w 37"/>
                <a:gd name="T5" fmla="*/ 27 h 37"/>
                <a:gd name="T6" fmla="*/ 26 w 37"/>
                <a:gd name="T7" fmla="*/ 3 h 37"/>
                <a:gd name="T8" fmla="*/ 34 w 37"/>
                <a:gd name="T9" fmla="*/ 3 h 37"/>
                <a:gd name="T10" fmla="*/ 34 w 37"/>
                <a:gd name="T11" fmla="*/ 11 h 37"/>
                <a:gd name="T12" fmla="*/ 10 w 37"/>
                <a:gd name="T13" fmla="*/ 35 h 37"/>
                <a:gd name="T14" fmla="*/ 6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6" y="37"/>
                  </a:moveTo>
                  <a:cubicBezTo>
                    <a:pt x="5" y="37"/>
                    <a:pt x="3" y="36"/>
                    <a:pt x="2" y="35"/>
                  </a:cubicBezTo>
                  <a:cubicBezTo>
                    <a:pt x="0" y="33"/>
                    <a:pt x="0" y="29"/>
                    <a:pt x="2" y="27"/>
                  </a:cubicBezTo>
                  <a:cubicBezTo>
                    <a:pt x="26" y="3"/>
                    <a:pt x="26" y="3"/>
                    <a:pt x="26" y="3"/>
                  </a:cubicBezTo>
                  <a:cubicBezTo>
                    <a:pt x="28" y="0"/>
                    <a:pt x="32" y="0"/>
                    <a:pt x="34" y="3"/>
                  </a:cubicBezTo>
                  <a:cubicBezTo>
                    <a:pt x="37" y="5"/>
                    <a:pt x="37" y="9"/>
                    <a:pt x="34" y="11"/>
                  </a:cubicBezTo>
                  <a:cubicBezTo>
                    <a:pt x="10" y="35"/>
                    <a:pt x="10" y="35"/>
                    <a:pt x="10" y="35"/>
                  </a:cubicBezTo>
                  <a:cubicBezTo>
                    <a:pt x="9" y="36"/>
                    <a:pt x="8" y="37"/>
                    <a:pt x="6"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29" name="Freeform 108">
              <a:extLst>
                <a:ext uri="{FF2B5EF4-FFF2-40B4-BE49-F238E27FC236}">
                  <a16:creationId xmlns:a16="http://schemas.microsoft.com/office/drawing/2014/main" id="{CA4C5504-30D4-1D40-B292-CD5DA723192D}"/>
                </a:ext>
              </a:extLst>
            </p:cNvPr>
            <p:cNvSpPr>
              <a:spLocks/>
            </p:cNvSpPr>
            <p:nvPr/>
          </p:nvSpPr>
          <p:spPr bwMode="auto">
            <a:xfrm>
              <a:off x="1585" y="2997"/>
              <a:ext cx="18" cy="71"/>
            </a:xfrm>
            <a:custGeom>
              <a:avLst/>
              <a:gdLst>
                <a:gd name="T0" fmla="*/ 6 w 12"/>
                <a:gd name="T1" fmla="*/ 48 h 48"/>
                <a:gd name="T2" fmla="*/ 0 w 12"/>
                <a:gd name="T3" fmla="*/ 42 h 48"/>
                <a:gd name="T4" fmla="*/ 0 w 12"/>
                <a:gd name="T5" fmla="*/ 6 h 48"/>
                <a:gd name="T6" fmla="*/ 6 w 12"/>
                <a:gd name="T7" fmla="*/ 0 h 48"/>
                <a:gd name="T8" fmla="*/ 12 w 12"/>
                <a:gd name="T9" fmla="*/ 6 h 48"/>
                <a:gd name="T10" fmla="*/ 12 w 12"/>
                <a:gd name="T11" fmla="*/ 42 h 48"/>
                <a:gd name="T12" fmla="*/ 6 w 12"/>
                <a:gd name="T13" fmla="*/ 48 h 48"/>
              </a:gdLst>
              <a:ahLst/>
              <a:cxnLst>
                <a:cxn ang="0">
                  <a:pos x="T0" y="T1"/>
                </a:cxn>
                <a:cxn ang="0">
                  <a:pos x="T2" y="T3"/>
                </a:cxn>
                <a:cxn ang="0">
                  <a:pos x="T4" y="T5"/>
                </a:cxn>
                <a:cxn ang="0">
                  <a:pos x="T6" y="T7"/>
                </a:cxn>
                <a:cxn ang="0">
                  <a:pos x="T8" y="T9"/>
                </a:cxn>
                <a:cxn ang="0">
                  <a:pos x="T10" y="T11"/>
                </a:cxn>
                <a:cxn ang="0">
                  <a:pos x="T12" y="T13"/>
                </a:cxn>
              </a:cxnLst>
              <a:rect l="0" t="0" r="r" b="b"/>
              <a:pathLst>
                <a:path w="12" h="48">
                  <a:moveTo>
                    <a:pt x="6" y="48"/>
                  </a:moveTo>
                  <a:cubicBezTo>
                    <a:pt x="3" y="48"/>
                    <a:pt x="0" y="45"/>
                    <a:pt x="0" y="42"/>
                  </a:cubicBezTo>
                  <a:cubicBezTo>
                    <a:pt x="0" y="6"/>
                    <a:pt x="0" y="6"/>
                    <a:pt x="0" y="6"/>
                  </a:cubicBezTo>
                  <a:cubicBezTo>
                    <a:pt x="0" y="3"/>
                    <a:pt x="3" y="0"/>
                    <a:pt x="6" y="0"/>
                  </a:cubicBezTo>
                  <a:cubicBezTo>
                    <a:pt x="10" y="0"/>
                    <a:pt x="12" y="3"/>
                    <a:pt x="12" y="6"/>
                  </a:cubicBezTo>
                  <a:cubicBezTo>
                    <a:pt x="12" y="42"/>
                    <a:pt x="12" y="42"/>
                    <a:pt x="12" y="42"/>
                  </a:cubicBezTo>
                  <a:cubicBezTo>
                    <a:pt x="12" y="45"/>
                    <a:pt x="10" y="48"/>
                    <a:pt x="6"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0" name="Freeform 109">
              <a:extLst>
                <a:ext uri="{FF2B5EF4-FFF2-40B4-BE49-F238E27FC236}">
                  <a16:creationId xmlns:a16="http://schemas.microsoft.com/office/drawing/2014/main" id="{7B5112E2-4CA4-294E-BC9B-DD315AEE8935}"/>
                </a:ext>
              </a:extLst>
            </p:cNvPr>
            <p:cNvSpPr>
              <a:spLocks/>
            </p:cNvSpPr>
            <p:nvPr/>
          </p:nvSpPr>
          <p:spPr bwMode="auto">
            <a:xfrm>
              <a:off x="1478" y="3031"/>
              <a:ext cx="55" cy="55"/>
            </a:xfrm>
            <a:custGeom>
              <a:avLst/>
              <a:gdLst>
                <a:gd name="T0" fmla="*/ 30 w 37"/>
                <a:gd name="T1" fmla="*/ 37 h 37"/>
                <a:gd name="T2" fmla="*/ 26 w 37"/>
                <a:gd name="T3" fmla="*/ 35 h 37"/>
                <a:gd name="T4" fmla="*/ 2 w 37"/>
                <a:gd name="T5" fmla="*/ 11 h 37"/>
                <a:gd name="T6" fmla="*/ 2 w 37"/>
                <a:gd name="T7" fmla="*/ 3 h 37"/>
                <a:gd name="T8" fmla="*/ 10 w 37"/>
                <a:gd name="T9" fmla="*/ 3 h 37"/>
                <a:gd name="T10" fmla="*/ 34 w 37"/>
                <a:gd name="T11" fmla="*/ 27 h 37"/>
                <a:gd name="T12" fmla="*/ 34 w 37"/>
                <a:gd name="T13" fmla="*/ 35 h 37"/>
                <a:gd name="T14" fmla="*/ 30 w 37"/>
                <a:gd name="T15" fmla="*/ 37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37">
                  <a:moveTo>
                    <a:pt x="30" y="37"/>
                  </a:moveTo>
                  <a:cubicBezTo>
                    <a:pt x="29" y="37"/>
                    <a:pt x="27" y="36"/>
                    <a:pt x="26" y="35"/>
                  </a:cubicBezTo>
                  <a:cubicBezTo>
                    <a:pt x="2" y="11"/>
                    <a:pt x="2" y="11"/>
                    <a:pt x="2" y="11"/>
                  </a:cubicBezTo>
                  <a:cubicBezTo>
                    <a:pt x="0" y="9"/>
                    <a:pt x="0" y="5"/>
                    <a:pt x="2" y="3"/>
                  </a:cubicBezTo>
                  <a:cubicBezTo>
                    <a:pt x="4" y="0"/>
                    <a:pt x="8" y="0"/>
                    <a:pt x="10" y="3"/>
                  </a:cubicBezTo>
                  <a:cubicBezTo>
                    <a:pt x="34" y="27"/>
                    <a:pt x="34" y="27"/>
                    <a:pt x="34" y="27"/>
                  </a:cubicBezTo>
                  <a:cubicBezTo>
                    <a:pt x="37" y="29"/>
                    <a:pt x="37" y="33"/>
                    <a:pt x="34" y="35"/>
                  </a:cubicBezTo>
                  <a:cubicBezTo>
                    <a:pt x="33" y="36"/>
                    <a:pt x="32" y="37"/>
                    <a:pt x="30"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31" name="Freeform 110">
              <a:extLst>
                <a:ext uri="{FF2B5EF4-FFF2-40B4-BE49-F238E27FC236}">
                  <a16:creationId xmlns:a16="http://schemas.microsoft.com/office/drawing/2014/main" id="{B8173CE6-5D1A-A846-84AC-EC2E79F0576F}"/>
                </a:ext>
              </a:extLst>
            </p:cNvPr>
            <p:cNvSpPr>
              <a:spLocks/>
            </p:cNvSpPr>
            <p:nvPr/>
          </p:nvSpPr>
          <p:spPr bwMode="auto">
            <a:xfrm>
              <a:off x="1443" y="3122"/>
              <a:ext cx="71" cy="17"/>
            </a:xfrm>
            <a:custGeom>
              <a:avLst/>
              <a:gdLst>
                <a:gd name="T0" fmla="*/ 42 w 48"/>
                <a:gd name="T1" fmla="*/ 12 h 12"/>
                <a:gd name="T2" fmla="*/ 6 w 48"/>
                <a:gd name="T3" fmla="*/ 12 h 12"/>
                <a:gd name="T4" fmla="*/ 0 w 48"/>
                <a:gd name="T5" fmla="*/ 6 h 12"/>
                <a:gd name="T6" fmla="*/ 6 w 48"/>
                <a:gd name="T7" fmla="*/ 0 h 12"/>
                <a:gd name="T8" fmla="*/ 42 w 48"/>
                <a:gd name="T9" fmla="*/ 0 h 12"/>
                <a:gd name="T10" fmla="*/ 48 w 48"/>
                <a:gd name="T11" fmla="*/ 6 h 12"/>
                <a:gd name="T12" fmla="*/ 42 w 4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12"/>
                  </a:moveTo>
                  <a:cubicBezTo>
                    <a:pt x="6" y="12"/>
                    <a:pt x="6" y="12"/>
                    <a:pt x="6" y="12"/>
                  </a:cubicBezTo>
                  <a:cubicBezTo>
                    <a:pt x="3" y="12"/>
                    <a:pt x="0" y="9"/>
                    <a:pt x="0" y="6"/>
                  </a:cubicBezTo>
                  <a:cubicBezTo>
                    <a:pt x="0" y="3"/>
                    <a:pt x="3" y="0"/>
                    <a:pt x="6" y="0"/>
                  </a:cubicBezTo>
                  <a:cubicBezTo>
                    <a:pt x="42" y="0"/>
                    <a:pt x="42" y="0"/>
                    <a:pt x="42" y="0"/>
                  </a:cubicBezTo>
                  <a:cubicBezTo>
                    <a:pt x="46" y="0"/>
                    <a:pt x="48" y="3"/>
                    <a:pt x="48" y="6"/>
                  </a:cubicBezTo>
                  <a:cubicBezTo>
                    <a:pt x="48" y="9"/>
                    <a:pt x="46" y="12"/>
                    <a:pt x="4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32" name="Group 48">
            <a:extLst>
              <a:ext uri="{FF2B5EF4-FFF2-40B4-BE49-F238E27FC236}">
                <a16:creationId xmlns:a16="http://schemas.microsoft.com/office/drawing/2014/main" id="{845CA248-13D3-B844-9F40-7BA5E1132E69}"/>
              </a:ext>
            </a:extLst>
          </p:cNvPr>
          <p:cNvGrpSpPr>
            <a:grpSpLocks noChangeAspect="1"/>
          </p:cNvGrpSpPr>
          <p:nvPr userDrawn="1"/>
        </p:nvGrpSpPr>
        <p:grpSpPr bwMode="auto">
          <a:xfrm>
            <a:off x="10941132" y="3109340"/>
            <a:ext cx="515826" cy="496764"/>
            <a:chOff x="6532" y="451"/>
            <a:chExt cx="433" cy="417"/>
          </a:xfrm>
          <a:solidFill>
            <a:schemeClr val="accent1"/>
          </a:solidFill>
        </p:grpSpPr>
        <p:sp>
          <p:nvSpPr>
            <p:cNvPr id="333" name="Freeform 49">
              <a:extLst>
                <a:ext uri="{FF2B5EF4-FFF2-40B4-BE49-F238E27FC236}">
                  <a16:creationId xmlns:a16="http://schemas.microsoft.com/office/drawing/2014/main" id="{17E6D66F-E2A5-7445-867C-00B311AB2CDF}"/>
                </a:ext>
              </a:extLst>
            </p:cNvPr>
            <p:cNvSpPr>
              <a:spLocks/>
            </p:cNvSpPr>
            <p:nvPr/>
          </p:nvSpPr>
          <p:spPr bwMode="auto">
            <a:xfrm>
              <a:off x="6837" y="621"/>
              <a:ext cx="128" cy="94"/>
            </a:xfrm>
            <a:custGeom>
              <a:avLst/>
              <a:gdLst>
                <a:gd name="T0" fmla="*/ 7 w 86"/>
                <a:gd name="T1" fmla="*/ 64 h 64"/>
                <a:gd name="T2" fmla="*/ 3 w 86"/>
                <a:gd name="T3" fmla="*/ 63 h 64"/>
                <a:gd name="T4" fmla="*/ 1 w 86"/>
                <a:gd name="T5" fmla="*/ 55 h 64"/>
                <a:gd name="T6" fmla="*/ 34 w 86"/>
                <a:gd name="T7" fmla="*/ 3 h 64"/>
                <a:gd name="T8" fmla="*/ 38 w 86"/>
                <a:gd name="T9" fmla="*/ 0 h 64"/>
                <a:gd name="T10" fmla="*/ 43 w 86"/>
                <a:gd name="T11" fmla="*/ 2 h 64"/>
                <a:gd name="T12" fmla="*/ 84 w 86"/>
                <a:gd name="T13" fmla="*/ 48 h 64"/>
                <a:gd name="T14" fmla="*/ 84 w 86"/>
                <a:gd name="T15" fmla="*/ 56 h 64"/>
                <a:gd name="T16" fmla="*/ 75 w 86"/>
                <a:gd name="T17" fmla="*/ 56 h 64"/>
                <a:gd name="T18" fmla="*/ 40 w 86"/>
                <a:gd name="T19" fmla="*/ 16 h 64"/>
                <a:gd name="T20" fmla="*/ 12 w 86"/>
                <a:gd name="T21" fmla="*/ 61 h 64"/>
                <a:gd name="T22" fmla="*/ 7 w 86"/>
                <a:gd name="T23"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6" h="64">
                  <a:moveTo>
                    <a:pt x="7" y="64"/>
                  </a:moveTo>
                  <a:cubicBezTo>
                    <a:pt x="5" y="64"/>
                    <a:pt x="4" y="64"/>
                    <a:pt x="3" y="63"/>
                  </a:cubicBezTo>
                  <a:cubicBezTo>
                    <a:pt x="1" y="62"/>
                    <a:pt x="0" y="58"/>
                    <a:pt x="1" y="55"/>
                  </a:cubicBezTo>
                  <a:cubicBezTo>
                    <a:pt x="34" y="3"/>
                    <a:pt x="34" y="3"/>
                    <a:pt x="34" y="3"/>
                  </a:cubicBezTo>
                  <a:cubicBezTo>
                    <a:pt x="35" y="1"/>
                    <a:pt x="36" y="0"/>
                    <a:pt x="38" y="0"/>
                  </a:cubicBezTo>
                  <a:cubicBezTo>
                    <a:pt x="40" y="0"/>
                    <a:pt x="42" y="1"/>
                    <a:pt x="43" y="2"/>
                  </a:cubicBezTo>
                  <a:cubicBezTo>
                    <a:pt x="84" y="48"/>
                    <a:pt x="84" y="48"/>
                    <a:pt x="84" y="48"/>
                  </a:cubicBezTo>
                  <a:cubicBezTo>
                    <a:pt x="86" y="50"/>
                    <a:pt x="86" y="54"/>
                    <a:pt x="84" y="56"/>
                  </a:cubicBezTo>
                  <a:cubicBezTo>
                    <a:pt x="81" y="58"/>
                    <a:pt x="78" y="58"/>
                    <a:pt x="75" y="56"/>
                  </a:cubicBezTo>
                  <a:cubicBezTo>
                    <a:pt x="40" y="16"/>
                    <a:pt x="40" y="16"/>
                    <a:pt x="40" y="16"/>
                  </a:cubicBezTo>
                  <a:cubicBezTo>
                    <a:pt x="12" y="61"/>
                    <a:pt x="12" y="61"/>
                    <a:pt x="12" y="61"/>
                  </a:cubicBezTo>
                  <a:cubicBezTo>
                    <a:pt x="11" y="63"/>
                    <a:pt x="9" y="64"/>
                    <a:pt x="7"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4" name="Freeform 50">
              <a:extLst>
                <a:ext uri="{FF2B5EF4-FFF2-40B4-BE49-F238E27FC236}">
                  <a16:creationId xmlns:a16="http://schemas.microsoft.com/office/drawing/2014/main" id="{A947C942-EA82-4B48-9330-14A742F71BE2}"/>
                </a:ext>
              </a:extLst>
            </p:cNvPr>
            <p:cNvSpPr>
              <a:spLocks/>
            </p:cNvSpPr>
            <p:nvPr/>
          </p:nvSpPr>
          <p:spPr bwMode="auto">
            <a:xfrm>
              <a:off x="6759" y="621"/>
              <a:ext cx="157" cy="233"/>
            </a:xfrm>
            <a:custGeom>
              <a:avLst/>
              <a:gdLst>
                <a:gd name="T0" fmla="*/ 7 w 106"/>
                <a:gd name="T1" fmla="*/ 158 h 158"/>
                <a:gd name="T2" fmla="*/ 1 w 106"/>
                <a:gd name="T3" fmla="*/ 154 h 158"/>
                <a:gd name="T4" fmla="*/ 5 w 106"/>
                <a:gd name="T5" fmla="*/ 147 h 158"/>
                <a:gd name="T6" fmla="*/ 74 w 106"/>
                <a:gd name="T7" fmla="*/ 94 h 158"/>
                <a:gd name="T8" fmla="*/ 86 w 106"/>
                <a:gd name="T9" fmla="*/ 8 h 158"/>
                <a:gd name="T10" fmla="*/ 90 w 106"/>
                <a:gd name="T11" fmla="*/ 1 h 158"/>
                <a:gd name="T12" fmla="*/ 97 w 106"/>
                <a:gd name="T13" fmla="*/ 5 h 158"/>
                <a:gd name="T14" fmla="*/ 84 w 106"/>
                <a:gd name="T15" fmla="*/ 100 h 158"/>
                <a:gd name="T16" fmla="*/ 8 w 106"/>
                <a:gd name="T17" fmla="*/ 158 h 158"/>
                <a:gd name="T18" fmla="*/ 7 w 106"/>
                <a:gd name="T19" fmla="*/ 158 h 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 h="158">
                  <a:moveTo>
                    <a:pt x="7" y="158"/>
                  </a:moveTo>
                  <a:cubicBezTo>
                    <a:pt x="4" y="158"/>
                    <a:pt x="2" y="157"/>
                    <a:pt x="1" y="154"/>
                  </a:cubicBezTo>
                  <a:cubicBezTo>
                    <a:pt x="0" y="151"/>
                    <a:pt x="2" y="147"/>
                    <a:pt x="5" y="147"/>
                  </a:cubicBezTo>
                  <a:cubicBezTo>
                    <a:pt x="34" y="139"/>
                    <a:pt x="59" y="121"/>
                    <a:pt x="74" y="94"/>
                  </a:cubicBezTo>
                  <a:cubicBezTo>
                    <a:pt x="89" y="68"/>
                    <a:pt x="93" y="38"/>
                    <a:pt x="86" y="8"/>
                  </a:cubicBezTo>
                  <a:cubicBezTo>
                    <a:pt x="85" y="5"/>
                    <a:pt x="87" y="2"/>
                    <a:pt x="90" y="1"/>
                  </a:cubicBezTo>
                  <a:cubicBezTo>
                    <a:pt x="93" y="0"/>
                    <a:pt x="97" y="2"/>
                    <a:pt x="97" y="5"/>
                  </a:cubicBezTo>
                  <a:cubicBezTo>
                    <a:pt x="106" y="38"/>
                    <a:pt x="101" y="71"/>
                    <a:pt x="84" y="100"/>
                  </a:cubicBezTo>
                  <a:cubicBezTo>
                    <a:pt x="67" y="129"/>
                    <a:pt x="40" y="150"/>
                    <a:pt x="8" y="158"/>
                  </a:cubicBezTo>
                  <a:cubicBezTo>
                    <a:pt x="8" y="158"/>
                    <a:pt x="7" y="158"/>
                    <a:pt x="7"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5" name="Freeform 51">
              <a:extLst>
                <a:ext uri="{FF2B5EF4-FFF2-40B4-BE49-F238E27FC236}">
                  <a16:creationId xmlns:a16="http://schemas.microsoft.com/office/drawing/2014/main" id="{F6FECDDB-A3E0-AB42-AE11-B42BD5D93CE1}"/>
                </a:ext>
              </a:extLst>
            </p:cNvPr>
            <p:cNvSpPr>
              <a:spLocks/>
            </p:cNvSpPr>
            <p:nvPr/>
          </p:nvSpPr>
          <p:spPr bwMode="auto">
            <a:xfrm>
              <a:off x="6599" y="451"/>
              <a:ext cx="110" cy="112"/>
            </a:xfrm>
            <a:custGeom>
              <a:avLst/>
              <a:gdLst>
                <a:gd name="T0" fmla="*/ 68 w 74"/>
                <a:gd name="T1" fmla="*/ 76 h 76"/>
                <a:gd name="T2" fmla="*/ 67 w 74"/>
                <a:gd name="T3" fmla="*/ 76 h 76"/>
                <a:gd name="T4" fmla="*/ 6 w 74"/>
                <a:gd name="T5" fmla="*/ 70 h 76"/>
                <a:gd name="T6" fmla="*/ 1 w 74"/>
                <a:gd name="T7" fmla="*/ 67 h 76"/>
                <a:gd name="T8" fmla="*/ 1 w 74"/>
                <a:gd name="T9" fmla="*/ 61 h 76"/>
                <a:gd name="T10" fmla="*/ 24 w 74"/>
                <a:gd name="T11" fmla="*/ 5 h 76"/>
                <a:gd name="T12" fmla="*/ 32 w 74"/>
                <a:gd name="T13" fmla="*/ 1 h 76"/>
                <a:gd name="T14" fmla="*/ 35 w 74"/>
                <a:gd name="T15" fmla="*/ 9 h 76"/>
                <a:gd name="T16" fmla="*/ 15 w 74"/>
                <a:gd name="T17" fmla="*/ 58 h 76"/>
                <a:gd name="T18" fmla="*/ 68 w 74"/>
                <a:gd name="T19" fmla="*/ 64 h 76"/>
                <a:gd name="T20" fmla="*/ 74 w 74"/>
                <a:gd name="T21" fmla="*/ 70 h 76"/>
                <a:gd name="T22" fmla="*/ 68 w 74"/>
                <a:gd name="T23" fmla="*/ 76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4" h="76">
                  <a:moveTo>
                    <a:pt x="68" y="76"/>
                  </a:moveTo>
                  <a:cubicBezTo>
                    <a:pt x="67" y="76"/>
                    <a:pt x="67" y="76"/>
                    <a:pt x="67" y="76"/>
                  </a:cubicBezTo>
                  <a:cubicBezTo>
                    <a:pt x="6" y="70"/>
                    <a:pt x="6" y="70"/>
                    <a:pt x="6" y="70"/>
                  </a:cubicBezTo>
                  <a:cubicBezTo>
                    <a:pt x="4" y="69"/>
                    <a:pt x="2" y="68"/>
                    <a:pt x="1" y="67"/>
                  </a:cubicBezTo>
                  <a:cubicBezTo>
                    <a:pt x="1" y="65"/>
                    <a:pt x="0" y="63"/>
                    <a:pt x="1" y="61"/>
                  </a:cubicBezTo>
                  <a:cubicBezTo>
                    <a:pt x="24" y="5"/>
                    <a:pt x="24" y="5"/>
                    <a:pt x="24" y="5"/>
                  </a:cubicBezTo>
                  <a:cubicBezTo>
                    <a:pt x="25" y="1"/>
                    <a:pt x="29" y="0"/>
                    <a:pt x="32" y="1"/>
                  </a:cubicBezTo>
                  <a:cubicBezTo>
                    <a:pt x="35" y="2"/>
                    <a:pt x="36" y="6"/>
                    <a:pt x="35" y="9"/>
                  </a:cubicBezTo>
                  <a:cubicBezTo>
                    <a:pt x="15" y="58"/>
                    <a:pt x="15" y="58"/>
                    <a:pt x="15" y="58"/>
                  </a:cubicBezTo>
                  <a:cubicBezTo>
                    <a:pt x="68" y="64"/>
                    <a:pt x="68" y="64"/>
                    <a:pt x="68" y="64"/>
                  </a:cubicBezTo>
                  <a:cubicBezTo>
                    <a:pt x="71" y="64"/>
                    <a:pt x="74" y="67"/>
                    <a:pt x="74" y="70"/>
                  </a:cubicBezTo>
                  <a:cubicBezTo>
                    <a:pt x="73" y="73"/>
                    <a:pt x="71" y="76"/>
                    <a:pt x="68"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6" name="Freeform 52">
              <a:extLst>
                <a:ext uri="{FF2B5EF4-FFF2-40B4-BE49-F238E27FC236}">
                  <a16:creationId xmlns:a16="http://schemas.microsoft.com/office/drawing/2014/main" id="{368296E1-91C7-0142-92A5-9FC30718B4EF}"/>
                </a:ext>
              </a:extLst>
            </p:cNvPr>
            <p:cNvSpPr>
              <a:spLocks/>
            </p:cNvSpPr>
            <p:nvPr/>
          </p:nvSpPr>
          <p:spPr bwMode="auto">
            <a:xfrm>
              <a:off x="6599" y="491"/>
              <a:ext cx="269" cy="81"/>
            </a:xfrm>
            <a:custGeom>
              <a:avLst/>
              <a:gdLst>
                <a:gd name="T0" fmla="*/ 175 w 182"/>
                <a:gd name="T1" fmla="*/ 55 h 55"/>
                <a:gd name="T2" fmla="*/ 171 w 182"/>
                <a:gd name="T3" fmla="*/ 53 h 55"/>
                <a:gd name="T4" fmla="*/ 94 w 182"/>
                <a:gd name="T5" fmla="*/ 14 h 55"/>
                <a:gd name="T6" fmla="*/ 11 w 182"/>
                <a:gd name="T7" fmla="*/ 41 h 55"/>
                <a:gd name="T8" fmla="*/ 2 w 182"/>
                <a:gd name="T9" fmla="*/ 40 h 55"/>
                <a:gd name="T10" fmla="*/ 3 w 182"/>
                <a:gd name="T11" fmla="*/ 32 h 55"/>
                <a:gd name="T12" fmla="*/ 94 w 182"/>
                <a:gd name="T13" fmla="*/ 2 h 55"/>
                <a:gd name="T14" fmla="*/ 180 w 182"/>
                <a:gd name="T15" fmla="*/ 45 h 55"/>
                <a:gd name="T16" fmla="*/ 179 w 182"/>
                <a:gd name="T17" fmla="*/ 53 h 55"/>
                <a:gd name="T18" fmla="*/ 175 w 182"/>
                <a:gd name="T19" fmla="*/ 55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55">
                  <a:moveTo>
                    <a:pt x="175" y="55"/>
                  </a:moveTo>
                  <a:cubicBezTo>
                    <a:pt x="174" y="55"/>
                    <a:pt x="172" y="54"/>
                    <a:pt x="171" y="53"/>
                  </a:cubicBezTo>
                  <a:cubicBezTo>
                    <a:pt x="151" y="30"/>
                    <a:pt x="124" y="16"/>
                    <a:pt x="94" y="14"/>
                  </a:cubicBezTo>
                  <a:cubicBezTo>
                    <a:pt x="63" y="12"/>
                    <a:pt x="34" y="21"/>
                    <a:pt x="11" y="41"/>
                  </a:cubicBezTo>
                  <a:cubicBezTo>
                    <a:pt x="8" y="43"/>
                    <a:pt x="4" y="43"/>
                    <a:pt x="2" y="40"/>
                  </a:cubicBezTo>
                  <a:cubicBezTo>
                    <a:pt x="0" y="38"/>
                    <a:pt x="0" y="34"/>
                    <a:pt x="3" y="32"/>
                  </a:cubicBezTo>
                  <a:cubicBezTo>
                    <a:pt x="28" y="10"/>
                    <a:pt x="61" y="0"/>
                    <a:pt x="94" y="2"/>
                  </a:cubicBezTo>
                  <a:cubicBezTo>
                    <a:pt x="128" y="4"/>
                    <a:pt x="159" y="20"/>
                    <a:pt x="180" y="45"/>
                  </a:cubicBezTo>
                  <a:cubicBezTo>
                    <a:pt x="182" y="47"/>
                    <a:pt x="182" y="51"/>
                    <a:pt x="179" y="53"/>
                  </a:cubicBezTo>
                  <a:cubicBezTo>
                    <a:pt x="178" y="54"/>
                    <a:pt x="177" y="55"/>
                    <a:pt x="175"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7" name="Freeform 53">
              <a:extLst>
                <a:ext uri="{FF2B5EF4-FFF2-40B4-BE49-F238E27FC236}">
                  <a16:creationId xmlns:a16="http://schemas.microsoft.com/office/drawing/2014/main" id="{58A5879A-4845-1A4E-AD7C-5245A79764CB}"/>
                </a:ext>
              </a:extLst>
            </p:cNvPr>
            <p:cNvSpPr>
              <a:spLocks/>
            </p:cNvSpPr>
            <p:nvPr/>
          </p:nvSpPr>
          <p:spPr bwMode="auto">
            <a:xfrm>
              <a:off x="6568" y="754"/>
              <a:ext cx="108" cy="114"/>
            </a:xfrm>
            <a:custGeom>
              <a:avLst/>
              <a:gdLst>
                <a:gd name="T0" fmla="*/ 7 w 73"/>
                <a:gd name="T1" fmla="*/ 77 h 77"/>
                <a:gd name="T2" fmla="*/ 1 w 73"/>
                <a:gd name="T3" fmla="*/ 72 h 77"/>
                <a:gd name="T4" fmla="*/ 6 w 73"/>
                <a:gd name="T5" fmla="*/ 65 h 77"/>
                <a:gd name="T6" fmla="*/ 58 w 73"/>
                <a:gd name="T7" fmla="*/ 57 h 77"/>
                <a:gd name="T8" fmla="*/ 36 w 73"/>
                <a:gd name="T9" fmla="*/ 9 h 77"/>
                <a:gd name="T10" fmla="*/ 39 w 73"/>
                <a:gd name="T11" fmla="*/ 1 h 77"/>
                <a:gd name="T12" fmla="*/ 47 w 73"/>
                <a:gd name="T13" fmla="*/ 4 h 77"/>
                <a:gd name="T14" fmla="*/ 73 w 73"/>
                <a:gd name="T15" fmla="*/ 60 h 77"/>
                <a:gd name="T16" fmla="*/ 73 w 73"/>
                <a:gd name="T17" fmla="*/ 65 h 77"/>
                <a:gd name="T18" fmla="*/ 68 w 73"/>
                <a:gd name="T19" fmla="*/ 68 h 77"/>
                <a:gd name="T20" fmla="*/ 7 w 73"/>
                <a:gd name="T21" fmla="*/ 77 h 77"/>
                <a:gd name="T22" fmla="*/ 7 w 73"/>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77">
                  <a:moveTo>
                    <a:pt x="7" y="77"/>
                  </a:moveTo>
                  <a:cubicBezTo>
                    <a:pt x="4" y="77"/>
                    <a:pt x="1" y="75"/>
                    <a:pt x="1" y="72"/>
                  </a:cubicBezTo>
                  <a:cubicBezTo>
                    <a:pt x="0" y="69"/>
                    <a:pt x="2" y="66"/>
                    <a:pt x="6" y="65"/>
                  </a:cubicBezTo>
                  <a:cubicBezTo>
                    <a:pt x="58" y="57"/>
                    <a:pt x="58" y="57"/>
                    <a:pt x="58" y="57"/>
                  </a:cubicBezTo>
                  <a:cubicBezTo>
                    <a:pt x="36" y="9"/>
                    <a:pt x="36" y="9"/>
                    <a:pt x="36" y="9"/>
                  </a:cubicBezTo>
                  <a:cubicBezTo>
                    <a:pt x="35" y="6"/>
                    <a:pt x="36" y="2"/>
                    <a:pt x="39" y="1"/>
                  </a:cubicBezTo>
                  <a:cubicBezTo>
                    <a:pt x="42" y="0"/>
                    <a:pt x="46" y="1"/>
                    <a:pt x="47" y="4"/>
                  </a:cubicBezTo>
                  <a:cubicBezTo>
                    <a:pt x="73" y="60"/>
                    <a:pt x="73" y="60"/>
                    <a:pt x="73" y="60"/>
                  </a:cubicBezTo>
                  <a:cubicBezTo>
                    <a:pt x="73" y="61"/>
                    <a:pt x="73" y="63"/>
                    <a:pt x="73" y="65"/>
                  </a:cubicBezTo>
                  <a:cubicBezTo>
                    <a:pt x="72" y="67"/>
                    <a:pt x="70" y="68"/>
                    <a:pt x="68" y="68"/>
                  </a:cubicBezTo>
                  <a:cubicBezTo>
                    <a:pt x="7" y="77"/>
                    <a:pt x="7" y="77"/>
                    <a:pt x="7" y="77"/>
                  </a:cubicBezTo>
                  <a:cubicBezTo>
                    <a:pt x="7" y="77"/>
                    <a:pt x="7" y="77"/>
                    <a:pt x="7"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38" name="Freeform 54">
              <a:extLst>
                <a:ext uri="{FF2B5EF4-FFF2-40B4-BE49-F238E27FC236}">
                  <a16:creationId xmlns:a16="http://schemas.microsoft.com/office/drawing/2014/main" id="{B1F284B8-040C-EA40-B415-8A9522FE867B}"/>
                </a:ext>
              </a:extLst>
            </p:cNvPr>
            <p:cNvSpPr>
              <a:spLocks/>
            </p:cNvSpPr>
            <p:nvPr/>
          </p:nvSpPr>
          <p:spPr bwMode="auto">
            <a:xfrm>
              <a:off x="6532" y="612"/>
              <a:ext cx="144" cy="242"/>
            </a:xfrm>
            <a:custGeom>
              <a:avLst/>
              <a:gdLst>
                <a:gd name="T0" fmla="*/ 90 w 97"/>
                <a:gd name="T1" fmla="*/ 164 h 164"/>
                <a:gd name="T2" fmla="*/ 88 w 97"/>
                <a:gd name="T3" fmla="*/ 163 h 164"/>
                <a:gd name="T4" fmla="*/ 17 w 97"/>
                <a:gd name="T5" fmla="*/ 100 h 164"/>
                <a:gd name="T6" fmla="*/ 11 w 97"/>
                <a:gd name="T7" fmla="*/ 4 h 164"/>
                <a:gd name="T8" fmla="*/ 19 w 97"/>
                <a:gd name="T9" fmla="*/ 1 h 164"/>
                <a:gd name="T10" fmla="*/ 22 w 97"/>
                <a:gd name="T11" fmla="*/ 8 h 164"/>
                <a:gd name="T12" fmla="*/ 27 w 97"/>
                <a:gd name="T13" fmla="*/ 94 h 164"/>
                <a:gd name="T14" fmla="*/ 92 w 97"/>
                <a:gd name="T15" fmla="*/ 152 h 164"/>
                <a:gd name="T16" fmla="*/ 96 w 97"/>
                <a:gd name="T17" fmla="*/ 160 h 164"/>
                <a:gd name="T18" fmla="*/ 90 w 97"/>
                <a:gd name="T19" fmla="*/ 16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7" h="164">
                  <a:moveTo>
                    <a:pt x="90" y="164"/>
                  </a:moveTo>
                  <a:cubicBezTo>
                    <a:pt x="90" y="164"/>
                    <a:pt x="89" y="164"/>
                    <a:pt x="88" y="163"/>
                  </a:cubicBezTo>
                  <a:cubicBezTo>
                    <a:pt x="57" y="152"/>
                    <a:pt x="31" y="130"/>
                    <a:pt x="17" y="100"/>
                  </a:cubicBezTo>
                  <a:cubicBezTo>
                    <a:pt x="2" y="70"/>
                    <a:pt x="0" y="36"/>
                    <a:pt x="11" y="4"/>
                  </a:cubicBezTo>
                  <a:cubicBezTo>
                    <a:pt x="12" y="1"/>
                    <a:pt x="16" y="0"/>
                    <a:pt x="19" y="1"/>
                  </a:cubicBezTo>
                  <a:cubicBezTo>
                    <a:pt x="22" y="2"/>
                    <a:pt x="23" y="5"/>
                    <a:pt x="22" y="8"/>
                  </a:cubicBezTo>
                  <a:cubicBezTo>
                    <a:pt x="12" y="37"/>
                    <a:pt x="14" y="67"/>
                    <a:pt x="27" y="94"/>
                  </a:cubicBezTo>
                  <a:cubicBezTo>
                    <a:pt x="41" y="121"/>
                    <a:pt x="64" y="142"/>
                    <a:pt x="92" y="152"/>
                  </a:cubicBezTo>
                  <a:cubicBezTo>
                    <a:pt x="96" y="153"/>
                    <a:pt x="97" y="157"/>
                    <a:pt x="96" y="160"/>
                  </a:cubicBezTo>
                  <a:cubicBezTo>
                    <a:pt x="95" y="162"/>
                    <a:pt x="93" y="164"/>
                    <a:pt x="90"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39" name="Group 81">
            <a:extLst>
              <a:ext uri="{FF2B5EF4-FFF2-40B4-BE49-F238E27FC236}">
                <a16:creationId xmlns:a16="http://schemas.microsoft.com/office/drawing/2014/main" id="{6F0CCB4D-675F-F14F-99D5-2DD46749B800}"/>
              </a:ext>
            </a:extLst>
          </p:cNvPr>
          <p:cNvGrpSpPr>
            <a:grpSpLocks noChangeAspect="1"/>
          </p:cNvGrpSpPr>
          <p:nvPr userDrawn="1"/>
        </p:nvGrpSpPr>
        <p:grpSpPr bwMode="auto">
          <a:xfrm>
            <a:off x="798612" y="5509828"/>
            <a:ext cx="450851" cy="449782"/>
            <a:chOff x="1370" y="1720"/>
            <a:chExt cx="426" cy="425"/>
          </a:xfrm>
          <a:solidFill>
            <a:schemeClr val="accent1"/>
          </a:solidFill>
        </p:grpSpPr>
        <p:sp>
          <p:nvSpPr>
            <p:cNvPr id="340" name="Freeform 82">
              <a:extLst>
                <a:ext uri="{FF2B5EF4-FFF2-40B4-BE49-F238E27FC236}">
                  <a16:creationId xmlns:a16="http://schemas.microsoft.com/office/drawing/2014/main" id="{AFD37094-822A-F447-8CE7-9F103F960375}"/>
                </a:ext>
              </a:extLst>
            </p:cNvPr>
            <p:cNvSpPr>
              <a:spLocks/>
            </p:cNvSpPr>
            <p:nvPr/>
          </p:nvSpPr>
          <p:spPr bwMode="auto">
            <a:xfrm>
              <a:off x="1370" y="1755"/>
              <a:ext cx="426" cy="390"/>
            </a:xfrm>
            <a:custGeom>
              <a:avLst/>
              <a:gdLst>
                <a:gd name="T0" fmla="*/ 282 w 288"/>
                <a:gd name="T1" fmla="*/ 264 h 264"/>
                <a:gd name="T2" fmla="*/ 6 w 288"/>
                <a:gd name="T3" fmla="*/ 264 h 264"/>
                <a:gd name="T4" fmla="*/ 0 w 288"/>
                <a:gd name="T5" fmla="*/ 258 h 264"/>
                <a:gd name="T6" fmla="*/ 0 w 288"/>
                <a:gd name="T7" fmla="*/ 6 h 264"/>
                <a:gd name="T8" fmla="*/ 6 w 288"/>
                <a:gd name="T9" fmla="*/ 0 h 264"/>
                <a:gd name="T10" fmla="*/ 54 w 288"/>
                <a:gd name="T11" fmla="*/ 0 h 264"/>
                <a:gd name="T12" fmla="*/ 60 w 288"/>
                <a:gd name="T13" fmla="*/ 6 h 264"/>
                <a:gd name="T14" fmla="*/ 54 w 288"/>
                <a:gd name="T15" fmla="*/ 12 h 264"/>
                <a:gd name="T16" fmla="*/ 12 w 288"/>
                <a:gd name="T17" fmla="*/ 12 h 264"/>
                <a:gd name="T18" fmla="*/ 12 w 288"/>
                <a:gd name="T19" fmla="*/ 252 h 264"/>
                <a:gd name="T20" fmla="*/ 276 w 288"/>
                <a:gd name="T21" fmla="*/ 252 h 264"/>
                <a:gd name="T22" fmla="*/ 276 w 288"/>
                <a:gd name="T23" fmla="*/ 12 h 264"/>
                <a:gd name="T24" fmla="*/ 234 w 288"/>
                <a:gd name="T25" fmla="*/ 12 h 264"/>
                <a:gd name="T26" fmla="*/ 228 w 288"/>
                <a:gd name="T27" fmla="*/ 6 h 264"/>
                <a:gd name="T28" fmla="*/ 234 w 288"/>
                <a:gd name="T29" fmla="*/ 0 h 264"/>
                <a:gd name="T30" fmla="*/ 282 w 288"/>
                <a:gd name="T31" fmla="*/ 0 h 264"/>
                <a:gd name="T32" fmla="*/ 288 w 288"/>
                <a:gd name="T33" fmla="*/ 6 h 264"/>
                <a:gd name="T34" fmla="*/ 288 w 288"/>
                <a:gd name="T35" fmla="*/ 258 h 264"/>
                <a:gd name="T36" fmla="*/ 282 w 288"/>
                <a:gd name="T37" fmla="*/ 264 h 2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88" h="264">
                  <a:moveTo>
                    <a:pt x="282" y="264"/>
                  </a:moveTo>
                  <a:cubicBezTo>
                    <a:pt x="6" y="264"/>
                    <a:pt x="6" y="264"/>
                    <a:pt x="6" y="264"/>
                  </a:cubicBezTo>
                  <a:cubicBezTo>
                    <a:pt x="3" y="264"/>
                    <a:pt x="0" y="261"/>
                    <a:pt x="0" y="258"/>
                  </a:cubicBezTo>
                  <a:cubicBezTo>
                    <a:pt x="0" y="6"/>
                    <a:pt x="0" y="6"/>
                    <a:pt x="0" y="6"/>
                  </a:cubicBezTo>
                  <a:cubicBezTo>
                    <a:pt x="0" y="2"/>
                    <a:pt x="3" y="0"/>
                    <a:pt x="6" y="0"/>
                  </a:cubicBezTo>
                  <a:cubicBezTo>
                    <a:pt x="54" y="0"/>
                    <a:pt x="54" y="0"/>
                    <a:pt x="54" y="0"/>
                  </a:cubicBezTo>
                  <a:cubicBezTo>
                    <a:pt x="58" y="0"/>
                    <a:pt x="60" y="2"/>
                    <a:pt x="60" y="6"/>
                  </a:cubicBezTo>
                  <a:cubicBezTo>
                    <a:pt x="60" y="9"/>
                    <a:pt x="58" y="12"/>
                    <a:pt x="54" y="12"/>
                  </a:cubicBezTo>
                  <a:cubicBezTo>
                    <a:pt x="12" y="12"/>
                    <a:pt x="12" y="12"/>
                    <a:pt x="12" y="12"/>
                  </a:cubicBezTo>
                  <a:cubicBezTo>
                    <a:pt x="12" y="252"/>
                    <a:pt x="12" y="252"/>
                    <a:pt x="12" y="252"/>
                  </a:cubicBezTo>
                  <a:cubicBezTo>
                    <a:pt x="276" y="252"/>
                    <a:pt x="276" y="252"/>
                    <a:pt x="276" y="252"/>
                  </a:cubicBezTo>
                  <a:cubicBezTo>
                    <a:pt x="276" y="12"/>
                    <a:pt x="276" y="12"/>
                    <a:pt x="276" y="12"/>
                  </a:cubicBezTo>
                  <a:cubicBezTo>
                    <a:pt x="234" y="12"/>
                    <a:pt x="234" y="12"/>
                    <a:pt x="234" y="12"/>
                  </a:cubicBezTo>
                  <a:cubicBezTo>
                    <a:pt x="231" y="12"/>
                    <a:pt x="228" y="9"/>
                    <a:pt x="228" y="6"/>
                  </a:cubicBezTo>
                  <a:cubicBezTo>
                    <a:pt x="228" y="2"/>
                    <a:pt x="231" y="0"/>
                    <a:pt x="234" y="0"/>
                  </a:cubicBezTo>
                  <a:cubicBezTo>
                    <a:pt x="282" y="0"/>
                    <a:pt x="282" y="0"/>
                    <a:pt x="282" y="0"/>
                  </a:cubicBezTo>
                  <a:cubicBezTo>
                    <a:pt x="286" y="0"/>
                    <a:pt x="288" y="2"/>
                    <a:pt x="288" y="6"/>
                  </a:cubicBezTo>
                  <a:cubicBezTo>
                    <a:pt x="288" y="258"/>
                    <a:pt x="288" y="258"/>
                    <a:pt x="288" y="258"/>
                  </a:cubicBezTo>
                  <a:cubicBezTo>
                    <a:pt x="288" y="261"/>
                    <a:pt x="286" y="264"/>
                    <a:pt x="282"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1" name="Freeform 83">
              <a:extLst>
                <a:ext uri="{FF2B5EF4-FFF2-40B4-BE49-F238E27FC236}">
                  <a16:creationId xmlns:a16="http://schemas.microsoft.com/office/drawing/2014/main" id="{3422F472-FD2E-E146-B0EE-B299A1CAE080}"/>
                </a:ext>
              </a:extLst>
            </p:cNvPr>
            <p:cNvSpPr>
              <a:spLocks noEditPoints="1"/>
            </p:cNvSpPr>
            <p:nvPr/>
          </p:nvSpPr>
          <p:spPr bwMode="auto">
            <a:xfrm>
              <a:off x="1441"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2" name="Freeform 84">
              <a:extLst>
                <a:ext uri="{FF2B5EF4-FFF2-40B4-BE49-F238E27FC236}">
                  <a16:creationId xmlns:a16="http://schemas.microsoft.com/office/drawing/2014/main" id="{A5C0B545-2E7A-5941-9C66-99945E3792ED}"/>
                </a:ext>
              </a:extLst>
            </p:cNvPr>
            <p:cNvSpPr>
              <a:spLocks noEditPoints="1"/>
            </p:cNvSpPr>
            <p:nvPr/>
          </p:nvSpPr>
          <p:spPr bwMode="auto">
            <a:xfrm>
              <a:off x="1654" y="1720"/>
              <a:ext cx="71" cy="89"/>
            </a:xfrm>
            <a:custGeom>
              <a:avLst/>
              <a:gdLst>
                <a:gd name="T0" fmla="*/ 42 w 48"/>
                <a:gd name="T1" fmla="*/ 60 h 60"/>
                <a:gd name="T2" fmla="*/ 6 w 48"/>
                <a:gd name="T3" fmla="*/ 60 h 60"/>
                <a:gd name="T4" fmla="*/ 0 w 48"/>
                <a:gd name="T5" fmla="*/ 54 h 60"/>
                <a:gd name="T6" fmla="*/ 0 w 48"/>
                <a:gd name="T7" fmla="*/ 6 h 60"/>
                <a:gd name="T8" fmla="*/ 6 w 48"/>
                <a:gd name="T9" fmla="*/ 0 h 60"/>
                <a:gd name="T10" fmla="*/ 42 w 48"/>
                <a:gd name="T11" fmla="*/ 0 h 60"/>
                <a:gd name="T12" fmla="*/ 48 w 48"/>
                <a:gd name="T13" fmla="*/ 6 h 60"/>
                <a:gd name="T14" fmla="*/ 48 w 48"/>
                <a:gd name="T15" fmla="*/ 54 h 60"/>
                <a:gd name="T16" fmla="*/ 42 w 48"/>
                <a:gd name="T17" fmla="*/ 60 h 60"/>
                <a:gd name="T18" fmla="*/ 12 w 48"/>
                <a:gd name="T19" fmla="*/ 48 h 60"/>
                <a:gd name="T20" fmla="*/ 36 w 48"/>
                <a:gd name="T21" fmla="*/ 48 h 60"/>
                <a:gd name="T22" fmla="*/ 36 w 48"/>
                <a:gd name="T23" fmla="*/ 12 h 60"/>
                <a:gd name="T24" fmla="*/ 12 w 48"/>
                <a:gd name="T25" fmla="*/ 12 h 60"/>
                <a:gd name="T26" fmla="*/ 12 w 48"/>
                <a:gd name="T27" fmla="*/ 4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60">
                  <a:moveTo>
                    <a:pt x="42" y="60"/>
                  </a:moveTo>
                  <a:cubicBezTo>
                    <a:pt x="6" y="60"/>
                    <a:pt x="6" y="60"/>
                    <a:pt x="6" y="60"/>
                  </a:cubicBezTo>
                  <a:cubicBezTo>
                    <a:pt x="3" y="60"/>
                    <a:pt x="0" y="57"/>
                    <a:pt x="0" y="54"/>
                  </a:cubicBezTo>
                  <a:cubicBezTo>
                    <a:pt x="0" y="6"/>
                    <a:pt x="0" y="6"/>
                    <a:pt x="0" y="6"/>
                  </a:cubicBezTo>
                  <a:cubicBezTo>
                    <a:pt x="0" y="2"/>
                    <a:pt x="3" y="0"/>
                    <a:pt x="6" y="0"/>
                  </a:cubicBezTo>
                  <a:cubicBezTo>
                    <a:pt x="42" y="0"/>
                    <a:pt x="42" y="0"/>
                    <a:pt x="42" y="0"/>
                  </a:cubicBezTo>
                  <a:cubicBezTo>
                    <a:pt x="46" y="0"/>
                    <a:pt x="48" y="2"/>
                    <a:pt x="48" y="6"/>
                  </a:cubicBezTo>
                  <a:cubicBezTo>
                    <a:pt x="48" y="54"/>
                    <a:pt x="48" y="54"/>
                    <a:pt x="48" y="54"/>
                  </a:cubicBezTo>
                  <a:cubicBezTo>
                    <a:pt x="48" y="57"/>
                    <a:pt x="46" y="60"/>
                    <a:pt x="42" y="60"/>
                  </a:cubicBezTo>
                  <a:close/>
                  <a:moveTo>
                    <a:pt x="12" y="48"/>
                  </a:moveTo>
                  <a:cubicBezTo>
                    <a:pt x="36" y="48"/>
                    <a:pt x="36" y="48"/>
                    <a:pt x="36" y="48"/>
                  </a:cubicBezTo>
                  <a:cubicBezTo>
                    <a:pt x="36" y="12"/>
                    <a:pt x="36" y="12"/>
                    <a:pt x="36" y="12"/>
                  </a:cubicBezTo>
                  <a:cubicBezTo>
                    <a:pt x="12" y="12"/>
                    <a:pt x="12" y="12"/>
                    <a:pt x="12" y="12"/>
                  </a:cubicBezTo>
                  <a:lnTo>
                    <a:pt x="1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3" name="Freeform 85">
              <a:extLst>
                <a:ext uri="{FF2B5EF4-FFF2-40B4-BE49-F238E27FC236}">
                  <a16:creationId xmlns:a16="http://schemas.microsoft.com/office/drawing/2014/main" id="{374CD6E2-C0BA-8E40-A449-820C4406F10F}"/>
                </a:ext>
              </a:extLst>
            </p:cNvPr>
            <p:cNvSpPr>
              <a:spLocks/>
            </p:cNvSpPr>
            <p:nvPr/>
          </p:nvSpPr>
          <p:spPr bwMode="auto">
            <a:xfrm>
              <a:off x="1495" y="1755"/>
              <a:ext cx="177" cy="18"/>
            </a:xfrm>
            <a:custGeom>
              <a:avLst/>
              <a:gdLst>
                <a:gd name="T0" fmla="*/ 114 w 120"/>
                <a:gd name="T1" fmla="*/ 12 h 12"/>
                <a:gd name="T2" fmla="*/ 6 w 120"/>
                <a:gd name="T3" fmla="*/ 12 h 12"/>
                <a:gd name="T4" fmla="*/ 0 w 120"/>
                <a:gd name="T5" fmla="*/ 6 h 12"/>
                <a:gd name="T6" fmla="*/ 6 w 120"/>
                <a:gd name="T7" fmla="*/ 0 h 12"/>
                <a:gd name="T8" fmla="*/ 114 w 120"/>
                <a:gd name="T9" fmla="*/ 0 h 12"/>
                <a:gd name="T10" fmla="*/ 120 w 120"/>
                <a:gd name="T11" fmla="*/ 6 h 12"/>
                <a:gd name="T12" fmla="*/ 114 w 12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120" h="12">
                  <a:moveTo>
                    <a:pt x="114" y="12"/>
                  </a:moveTo>
                  <a:cubicBezTo>
                    <a:pt x="6" y="12"/>
                    <a:pt x="6" y="12"/>
                    <a:pt x="6" y="12"/>
                  </a:cubicBezTo>
                  <a:cubicBezTo>
                    <a:pt x="3" y="12"/>
                    <a:pt x="0" y="9"/>
                    <a:pt x="0" y="6"/>
                  </a:cubicBezTo>
                  <a:cubicBezTo>
                    <a:pt x="0" y="2"/>
                    <a:pt x="3" y="0"/>
                    <a:pt x="6" y="0"/>
                  </a:cubicBezTo>
                  <a:cubicBezTo>
                    <a:pt x="114" y="0"/>
                    <a:pt x="114" y="0"/>
                    <a:pt x="114" y="0"/>
                  </a:cubicBezTo>
                  <a:cubicBezTo>
                    <a:pt x="118" y="0"/>
                    <a:pt x="120" y="2"/>
                    <a:pt x="120" y="6"/>
                  </a:cubicBezTo>
                  <a:cubicBezTo>
                    <a:pt x="120" y="9"/>
                    <a:pt x="118" y="12"/>
                    <a:pt x="11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4" name="Freeform 86">
              <a:extLst>
                <a:ext uri="{FF2B5EF4-FFF2-40B4-BE49-F238E27FC236}">
                  <a16:creationId xmlns:a16="http://schemas.microsoft.com/office/drawing/2014/main" id="{5650B1E9-10A3-734D-9AC1-8B333A356749}"/>
                </a:ext>
              </a:extLst>
            </p:cNvPr>
            <p:cNvSpPr>
              <a:spLocks/>
            </p:cNvSpPr>
            <p:nvPr/>
          </p:nvSpPr>
          <p:spPr bwMode="auto">
            <a:xfrm>
              <a:off x="1370" y="1844"/>
              <a:ext cx="426" cy="18"/>
            </a:xfrm>
            <a:custGeom>
              <a:avLst/>
              <a:gdLst>
                <a:gd name="T0" fmla="*/ 282 w 288"/>
                <a:gd name="T1" fmla="*/ 12 h 12"/>
                <a:gd name="T2" fmla="*/ 6 w 288"/>
                <a:gd name="T3" fmla="*/ 12 h 12"/>
                <a:gd name="T4" fmla="*/ 0 w 288"/>
                <a:gd name="T5" fmla="*/ 6 h 12"/>
                <a:gd name="T6" fmla="*/ 6 w 288"/>
                <a:gd name="T7" fmla="*/ 0 h 12"/>
                <a:gd name="T8" fmla="*/ 282 w 288"/>
                <a:gd name="T9" fmla="*/ 0 h 12"/>
                <a:gd name="T10" fmla="*/ 288 w 288"/>
                <a:gd name="T11" fmla="*/ 6 h 12"/>
                <a:gd name="T12" fmla="*/ 282 w 288"/>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88" h="12">
                  <a:moveTo>
                    <a:pt x="282" y="12"/>
                  </a:moveTo>
                  <a:cubicBezTo>
                    <a:pt x="6" y="12"/>
                    <a:pt x="6" y="12"/>
                    <a:pt x="6" y="12"/>
                  </a:cubicBezTo>
                  <a:cubicBezTo>
                    <a:pt x="3" y="12"/>
                    <a:pt x="0" y="9"/>
                    <a:pt x="0" y="6"/>
                  </a:cubicBezTo>
                  <a:cubicBezTo>
                    <a:pt x="0" y="2"/>
                    <a:pt x="3" y="0"/>
                    <a:pt x="6" y="0"/>
                  </a:cubicBezTo>
                  <a:cubicBezTo>
                    <a:pt x="282" y="0"/>
                    <a:pt x="282" y="0"/>
                    <a:pt x="282" y="0"/>
                  </a:cubicBezTo>
                  <a:cubicBezTo>
                    <a:pt x="286" y="0"/>
                    <a:pt x="288" y="2"/>
                    <a:pt x="288" y="6"/>
                  </a:cubicBezTo>
                  <a:cubicBezTo>
                    <a:pt x="288" y="9"/>
                    <a:pt x="286" y="12"/>
                    <a:pt x="28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5" name="Freeform 87">
              <a:extLst>
                <a:ext uri="{FF2B5EF4-FFF2-40B4-BE49-F238E27FC236}">
                  <a16:creationId xmlns:a16="http://schemas.microsoft.com/office/drawing/2014/main" id="{4B7887F8-0B63-E948-966D-617614E80C9B}"/>
                </a:ext>
              </a:extLst>
            </p:cNvPr>
            <p:cNvSpPr>
              <a:spLocks/>
            </p:cNvSpPr>
            <p:nvPr/>
          </p:nvSpPr>
          <p:spPr bwMode="auto">
            <a:xfrm>
              <a:off x="1477"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6" name="Freeform 88">
              <a:extLst>
                <a:ext uri="{FF2B5EF4-FFF2-40B4-BE49-F238E27FC236}">
                  <a16:creationId xmlns:a16="http://schemas.microsoft.com/office/drawing/2014/main" id="{ABE6E62F-E613-A74D-B3A8-299734AD81E5}"/>
                </a:ext>
              </a:extLst>
            </p:cNvPr>
            <p:cNvSpPr>
              <a:spLocks/>
            </p:cNvSpPr>
            <p:nvPr/>
          </p:nvSpPr>
          <p:spPr bwMode="auto">
            <a:xfrm>
              <a:off x="1565"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7" name="Freeform 89">
              <a:extLst>
                <a:ext uri="{FF2B5EF4-FFF2-40B4-BE49-F238E27FC236}">
                  <a16:creationId xmlns:a16="http://schemas.microsoft.com/office/drawing/2014/main" id="{695E4311-FAD6-9945-AF11-C24EB5180752}"/>
                </a:ext>
              </a:extLst>
            </p:cNvPr>
            <p:cNvSpPr>
              <a:spLocks/>
            </p:cNvSpPr>
            <p:nvPr/>
          </p:nvSpPr>
          <p:spPr bwMode="auto">
            <a:xfrm>
              <a:off x="1654" y="1879"/>
              <a:ext cx="18" cy="231"/>
            </a:xfrm>
            <a:custGeom>
              <a:avLst/>
              <a:gdLst>
                <a:gd name="T0" fmla="*/ 6 w 12"/>
                <a:gd name="T1" fmla="*/ 156 h 156"/>
                <a:gd name="T2" fmla="*/ 0 w 12"/>
                <a:gd name="T3" fmla="*/ 150 h 156"/>
                <a:gd name="T4" fmla="*/ 0 w 12"/>
                <a:gd name="T5" fmla="*/ 6 h 156"/>
                <a:gd name="T6" fmla="*/ 6 w 12"/>
                <a:gd name="T7" fmla="*/ 0 h 156"/>
                <a:gd name="T8" fmla="*/ 12 w 12"/>
                <a:gd name="T9" fmla="*/ 6 h 156"/>
                <a:gd name="T10" fmla="*/ 12 w 12"/>
                <a:gd name="T11" fmla="*/ 150 h 156"/>
                <a:gd name="T12" fmla="*/ 6 w 12"/>
                <a:gd name="T13" fmla="*/ 156 h 156"/>
              </a:gdLst>
              <a:ahLst/>
              <a:cxnLst>
                <a:cxn ang="0">
                  <a:pos x="T0" y="T1"/>
                </a:cxn>
                <a:cxn ang="0">
                  <a:pos x="T2" y="T3"/>
                </a:cxn>
                <a:cxn ang="0">
                  <a:pos x="T4" y="T5"/>
                </a:cxn>
                <a:cxn ang="0">
                  <a:pos x="T6" y="T7"/>
                </a:cxn>
                <a:cxn ang="0">
                  <a:pos x="T8" y="T9"/>
                </a:cxn>
                <a:cxn ang="0">
                  <a:pos x="T10" y="T11"/>
                </a:cxn>
                <a:cxn ang="0">
                  <a:pos x="T12" y="T13"/>
                </a:cxn>
              </a:cxnLst>
              <a:rect l="0" t="0" r="r" b="b"/>
              <a:pathLst>
                <a:path w="12" h="156">
                  <a:moveTo>
                    <a:pt x="6" y="156"/>
                  </a:moveTo>
                  <a:cubicBezTo>
                    <a:pt x="3" y="156"/>
                    <a:pt x="0" y="153"/>
                    <a:pt x="0" y="150"/>
                  </a:cubicBezTo>
                  <a:cubicBezTo>
                    <a:pt x="0" y="6"/>
                    <a:pt x="0" y="6"/>
                    <a:pt x="0" y="6"/>
                  </a:cubicBezTo>
                  <a:cubicBezTo>
                    <a:pt x="0" y="2"/>
                    <a:pt x="3" y="0"/>
                    <a:pt x="6" y="0"/>
                  </a:cubicBezTo>
                  <a:cubicBezTo>
                    <a:pt x="10" y="0"/>
                    <a:pt x="12" y="2"/>
                    <a:pt x="12" y="6"/>
                  </a:cubicBezTo>
                  <a:cubicBezTo>
                    <a:pt x="12" y="150"/>
                    <a:pt x="12" y="150"/>
                    <a:pt x="12" y="150"/>
                  </a:cubicBezTo>
                  <a:cubicBezTo>
                    <a:pt x="12" y="153"/>
                    <a:pt x="10" y="156"/>
                    <a:pt x="6" y="1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8" name="Freeform 90">
              <a:extLst>
                <a:ext uri="{FF2B5EF4-FFF2-40B4-BE49-F238E27FC236}">
                  <a16:creationId xmlns:a16="http://schemas.microsoft.com/office/drawing/2014/main" id="{F6332ED2-95E6-314D-B133-3718ED39BF6D}"/>
                </a:ext>
              </a:extLst>
            </p:cNvPr>
            <p:cNvSpPr>
              <a:spLocks/>
            </p:cNvSpPr>
            <p:nvPr/>
          </p:nvSpPr>
          <p:spPr bwMode="auto">
            <a:xfrm>
              <a:off x="1406" y="1915"/>
              <a:ext cx="355" cy="18"/>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49" name="Freeform 91">
              <a:extLst>
                <a:ext uri="{FF2B5EF4-FFF2-40B4-BE49-F238E27FC236}">
                  <a16:creationId xmlns:a16="http://schemas.microsoft.com/office/drawing/2014/main" id="{6A20710A-A127-3045-90AC-4BEF3E718D67}"/>
                </a:ext>
              </a:extLst>
            </p:cNvPr>
            <p:cNvSpPr>
              <a:spLocks/>
            </p:cNvSpPr>
            <p:nvPr/>
          </p:nvSpPr>
          <p:spPr bwMode="auto">
            <a:xfrm>
              <a:off x="1406" y="1986"/>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350" name="Freeform 92">
              <a:extLst>
                <a:ext uri="{FF2B5EF4-FFF2-40B4-BE49-F238E27FC236}">
                  <a16:creationId xmlns:a16="http://schemas.microsoft.com/office/drawing/2014/main" id="{D7659633-77CA-5343-AA5A-F95F88663879}"/>
                </a:ext>
              </a:extLst>
            </p:cNvPr>
            <p:cNvSpPr>
              <a:spLocks/>
            </p:cNvSpPr>
            <p:nvPr/>
          </p:nvSpPr>
          <p:spPr bwMode="auto">
            <a:xfrm>
              <a:off x="1406" y="2057"/>
              <a:ext cx="355" cy="17"/>
            </a:xfrm>
            <a:custGeom>
              <a:avLst/>
              <a:gdLst>
                <a:gd name="T0" fmla="*/ 234 w 240"/>
                <a:gd name="T1" fmla="*/ 12 h 12"/>
                <a:gd name="T2" fmla="*/ 6 w 240"/>
                <a:gd name="T3" fmla="*/ 12 h 12"/>
                <a:gd name="T4" fmla="*/ 0 w 240"/>
                <a:gd name="T5" fmla="*/ 6 h 12"/>
                <a:gd name="T6" fmla="*/ 6 w 240"/>
                <a:gd name="T7" fmla="*/ 0 h 12"/>
                <a:gd name="T8" fmla="*/ 234 w 240"/>
                <a:gd name="T9" fmla="*/ 0 h 12"/>
                <a:gd name="T10" fmla="*/ 240 w 240"/>
                <a:gd name="T11" fmla="*/ 6 h 12"/>
                <a:gd name="T12" fmla="*/ 234 w 240"/>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40" h="12">
                  <a:moveTo>
                    <a:pt x="234" y="12"/>
                  </a:moveTo>
                  <a:cubicBezTo>
                    <a:pt x="6" y="12"/>
                    <a:pt x="6" y="12"/>
                    <a:pt x="6" y="12"/>
                  </a:cubicBezTo>
                  <a:cubicBezTo>
                    <a:pt x="3" y="12"/>
                    <a:pt x="0" y="9"/>
                    <a:pt x="0" y="6"/>
                  </a:cubicBezTo>
                  <a:cubicBezTo>
                    <a:pt x="0" y="2"/>
                    <a:pt x="3" y="0"/>
                    <a:pt x="6" y="0"/>
                  </a:cubicBezTo>
                  <a:cubicBezTo>
                    <a:pt x="234" y="0"/>
                    <a:pt x="234" y="0"/>
                    <a:pt x="234" y="0"/>
                  </a:cubicBezTo>
                  <a:cubicBezTo>
                    <a:pt x="238" y="0"/>
                    <a:pt x="240" y="2"/>
                    <a:pt x="240" y="6"/>
                  </a:cubicBezTo>
                  <a:cubicBezTo>
                    <a:pt x="240" y="9"/>
                    <a:pt x="238" y="12"/>
                    <a:pt x="23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latin typeface="+mj-lt"/>
              </a:endParaRPr>
            </a:p>
          </p:txBody>
        </p:sp>
      </p:grpSp>
      <p:sp>
        <p:nvSpPr>
          <p:cNvPr id="351" name="Freeform 144">
            <a:extLst>
              <a:ext uri="{FF2B5EF4-FFF2-40B4-BE49-F238E27FC236}">
                <a16:creationId xmlns:a16="http://schemas.microsoft.com/office/drawing/2014/main" id="{887C956D-5C6A-EF41-B68E-293B826857D7}"/>
              </a:ext>
            </a:extLst>
          </p:cNvPr>
          <p:cNvSpPr>
            <a:spLocks/>
          </p:cNvSpPr>
          <p:nvPr userDrawn="1"/>
        </p:nvSpPr>
        <p:spPr bwMode="auto">
          <a:xfrm rot="10800000">
            <a:off x="2171887" y="1915146"/>
            <a:ext cx="274440" cy="529622"/>
          </a:xfrm>
          <a:custGeom>
            <a:avLst/>
            <a:gdLst>
              <a:gd name="T0" fmla="*/ 116 w 154"/>
              <a:gd name="T1" fmla="*/ 167 h 297"/>
              <a:gd name="T2" fmla="*/ 83 w 154"/>
              <a:gd name="T3" fmla="*/ 119 h 297"/>
              <a:gd name="T4" fmla="*/ 83 w 154"/>
              <a:gd name="T5" fmla="*/ 18 h 297"/>
              <a:gd name="T6" fmla="*/ 83 w 154"/>
              <a:gd name="T7" fmla="*/ 17 h 297"/>
              <a:gd name="T8" fmla="*/ 83 w 154"/>
              <a:gd name="T9" fmla="*/ 17 h 297"/>
              <a:gd name="T10" fmla="*/ 109 w 154"/>
              <a:gd name="T11" fmla="*/ 34 h 297"/>
              <a:gd name="T12" fmla="*/ 118 w 154"/>
              <a:gd name="T13" fmla="*/ 33 h 297"/>
              <a:gd name="T14" fmla="*/ 119 w 154"/>
              <a:gd name="T15" fmla="*/ 30 h 297"/>
              <a:gd name="T16" fmla="*/ 116 w 154"/>
              <a:gd name="T17" fmla="*/ 25 h 297"/>
              <a:gd name="T18" fmla="*/ 80 w 154"/>
              <a:gd name="T19" fmla="*/ 1 h 297"/>
              <a:gd name="T20" fmla="*/ 80 w 154"/>
              <a:gd name="T21" fmla="*/ 1 h 297"/>
              <a:gd name="T22" fmla="*/ 80 w 154"/>
              <a:gd name="T23" fmla="*/ 1 h 297"/>
              <a:gd name="T24" fmla="*/ 80 w 154"/>
              <a:gd name="T25" fmla="*/ 1 h 297"/>
              <a:gd name="T26" fmla="*/ 79 w 154"/>
              <a:gd name="T27" fmla="*/ 0 h 297"/>
              <a:gd name="T28" fmla="*/ 79 w 154"/>
              <a:gd name="T29" fmla="*/ 0 h 297"/>
              <a:gd name="T30" fmla="*/ 77 w 154"/>
              <a:gd name="T31" fmla="*/ 0 h 297"/>
              <a:gd name="T32" fmla="*/ 77 w 154"/>
              <a:gd name="T33" fmla="*/ 0 h 297"/>
              <a:gd name="T34" fmla="*/ 76 w 154"/>
              <a:gd name="T35" fmla="*/ 0 h 297"/>
              <a:gd name="T36" fmla="*/ 75 w 154"/>
              <a:gd name="T37" fmla="*/ 0 h 297"/>
              <a:gd name="T38" fmla="*/ 74 w 154"/>
              <a:gd name="T39" fmla="*/ 1 h 297"/>
              <a:gd name="T40" fmla="*/ 74 w 154"/>
              <a:gd name="T41" fmla="*/ 1 h 297"/>
              <a:gd name="T42" fmla="*/ 74 w 154"/>
              <a:gd name="T43" fmla="*/ 1 h 297"/>
              <a:gd name="T44" fmla="*/ 74 w 154"/>
              <a:gd name="T45" fmla="*/ 1 h 297"/>
              <a:gd name="T46" fmla="*/ 38 w 154"/>
              <a:gd name="T47" fmla="*/ 25 h 297"/>
              <a:gd name="T48" fmla="*/ 37 w 154"/>
              <a:gd name="T49" fmla="*/ 33 h 297"/>
              <a:gd name="T50" fmla="*/ 45 w 154"/>
              <a:gd name="T51" fmla="*/ 34 h 297"/>
              <a:gd name="T52" fmla="*/ 71 w 154"/>
              <a:gd name="T53" fmla="*/ 17 h 297"/>
              <a:gd name="T54" fmla="*/ 71 w 154"/>
              <a:gd name="T55" fmla="*/ 17 h 297"/>
              <a:gd name="T56" fmla="*/ 71 w 154"/>
              <a:gd name="T57" fmla="*/ 18 h 297"/>
              <a:gd name="T58" fmla="*/ 71 w 154"/>
              <a:gd name="T59" fmla="*/ 119 h 297"/>
              <a:gd name="T60" fmla="*/ 38 w 154"/>
              <a:gd name="T61" fmla="*/ 167 h 297"/>
              <a:gd name="T62" fmla="*/ 0 w 154"/>
              <a:gd name="T63" fmla="*/ 226 h 297"/>
              <a:gd name="T64" fmla="*/ 0 w 154"/>
              <a:gd name="T65" fmla="*/ 255 h 297"/>
              <a:gd name="T66" fmla="*/ 0 w 154"/>
              <a:gd name="T67" fmla="*/ 280 h 297"/>
              <a:gd name="T68" fmla="*/ 0 w 154"/>
              <a:gd name="T69" fmla="*/ 291 h 297"/>
              <a:gd name="T70" fmla="*/ 6 w 154"/>
              <a:gd name="T71" fmla="*/ 297 h 297"/>
              <a:gd name="T72" fmla="*/ 12 w 154"/>
              <a:gd name="T73" fmla="*/ 291 h 297"/>
              <a:gd name="T74" fmla="*/ 12 w 154"/>
              <a:gd name="T75" fmla="*/ 280 h 297"/>
              <a:gd name="T76" fmla="*/ 12 w 154"/>
              <a:gd name="T77" fmla="*/ 280 h 297"/>
              <a:gd name="T78" fmla="*/ 12 w 154"/>
              <a:gd name="T79" fmla="*/ 226 h 297"/>
              <a:gd name="T80" fmla="*/ 45 w 154"/>
              <a:gd name="T81" fmla="*/ 177 h 297"/>
              <a:gd name="T82" fmla="*/ 77 w 154"/>
              <a:gd name="T83" fmla="*/ 146 h 297"/>
              <a:gd name="T84" fmla="*/ 109 w 154"/>
              <a:gd name="T85" fmla="*/ 177 h 297"/>
              <a:gd name="T86" fmla="*/ 142 w 154"/>
              <a:gd name="T87" fmla="*/ 226 h 297"/>
              <a:gd name="T88" fmla="*/ 142 w 154"/>
              <a:gd name="T89" fmla="*/ 280 h 297"/>
              <a:gd name="T90" fmla="*/ 142 w 154"/>
              <a:gd name="T91" fmla="*/ 280 h 297"/>
              <a:gd name="T92" fmla="*/ 142 w 154"/>
              <a:gd name="T93" fmla="*/ 291 h 297"/>
              <a:gd name="T94" fmla="*/ 148 w 154"/>
              <a:gd name="T95" fmla="*/ 297 h 297"/>
              <a:gd name="T96" fmla="*/ 154 w 154"/>
              <a:gd name="T97" fmla="*/ 291 h 297"/>
              <a:gd name="T98" fmla="*/ 154 w 154"/>
              <a:gd name="T99" fmla="*/ 280 h 297"/>
              <a:gd name="T100" fmla="*/ 154 w 154"/>
              <a:gd name="T101" fmla="*/ 255 h 297"/>
              <a:gd name="T102" fmla="*/ 154 w 154"/>
              <a:gd name="T103" fmla="*/ 226 h 297"/>
              <a:gd name="T104" fmla="*/ 116 w 154"/>
              <a:gd name="T105" fmla="*/ 167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4" h="297">
                <a:moveTo>
                  <a:pt x="116" y="167"/>
                </a:moveTo>
                <a:cubicBezTo>
                  <a:pt x="98" y="156"/>
                  <a:pt x="83" y="146"/>
                  <a:pt x="83" y="119"/>
                </a:cubicBezTo>
                <a:cubicBezTo>
                  <a:pt x="83" y="18"/>
                  <a:pt x="83" y="18"/>
                  <a:pt x="83" y="18"/>
                </a:cubicBezTo>
                <a:cubicBezTo>
                  <a:pt x="83" y="18"/>
                  <a:pt x="83" y="17"/>
                  <a:pt x="83" y="17"/>
                </a:cubicBezTo>
                <a:cubicBezTo>
                  <a:pt x="83" y="17"/>
                  <a:pt x="83" y="17"/>
                  <a:pt x="83" y="17"/>
                </a:cubicBezTo>
                <a:cubicBezTo>
                  <a:pt x="109" y="34"/>
                  <a:pt x="109" y="34"/>
                  <a:pt x="109" y="34"/>
                </a:cubicBezTo>
                <a:cubicBezTo>
                  <a:pt x="112" y="36"/>
                  <a:pt x="116" y="36"/>
                  <a:pt x="118" y="33"/>
                </a:cubicBezTo>
                <a:cubicBezTo>
                  <a:pt x="118" y="32"/>
                  <a:pt x="119" y="31"/>
                  <a:pt x="119" y="30"/>
                </a:cubicBezTo>
                <a:cubicBezTo>
                  <a:pt x="119" y="28"/>
                  <a:pt x="118" y="26"/>
                  <a:pt x="116" y="25"/>
                </a:cubicBezTo>
                <a:cubicBezTo>
                  <a:pt x="80" y="1"/>
                  <a:pt x="80" y="1"/>
                  <a:pt x="80" y="1"/>
                </a:cubicBezTo>
                <a:cubicBezTo>
                  <a:pt x="80" y="1"/>
                  <a:pt x="80" y="1"/>
                  <a:pt x="80" y="1"/>
                </a:cubicBezTo>
                <a:cubicBezTo>
                  <a:pt x="80" y="1"/>
                  <a:pt x="80" y="1"/>
                  <a:pt x="80" y="1"/>
                </a:cubicBezTo>
                <a:cubicBezTo>
                  <a:pt x="80" y="1"/>
                  <a:pt x="80" y="1"/>
                  <a:pt x="80" y="1"/>
                </a:cubicBezTo>
                <a:cubicBezTo>
                  <a:pt x="80" y="1"/>
                  <a:pt x="79" y="0"/>
                  <a:pt x="79" y="0"/>
                </a:cubicBezTo>
                <a:cubicBezTo>
                  <a:pt x="79" y="0"/>
                  <a:pt x="79" y="0"/>
                  <a:pt x="79" y="0"/>
                </a:cubicBezTo>
                <a:cubicBezTo>
                  <a:pt x="78" y="0"/>
                  <a:pt x="78" y="0"/>
                  <a:pt x="77" y="0"/>
                </a:cubicBezTo>
                <a:cubicBezTo>
                  <a:pt x="77" y="0"/>
                  <a:pt x="77" y="0"/>
                  <a:pt x="77" y="0"/>
                </a:cubicBezTo>
                <a:cubicBezTo>
                  <a:pt x="76" y="0"/>
                  <a:pt x="76" y="0"/>
                  <a:pt x="76" y="0"/>
                </a:cubicBezTo>
                <a:cubicBezTo>
                  <a:pt x="75" y="0"/>
                  <a:pt x="75" y="0"/>
                  <a:pt x="75" y="0"/>
                </a:cubicBezTo>
                <a:cubicBezTo>
                  <a:pt x="75" y="0"/>
                  <a:pt x="74" y="1"/>
                  <a:pt x="74" y="1"/>
                </a:cubicBezTo>
                <a:cubicBezTo>
                  <a:pt x="74" y="1"/>
                  <a:pt x="74" y="1"/>
                  <a:pt x="74" y="1"/>
                </a:cubicBezTo>
                <a:cubicBezTo>
                  <a:pt x="74" y="1"/>
                  <a:pt x="74" y="1"/>
                  <a:pt x="74" y="1"/>
                </a:cubicBezTo>
                <a:cubicBezTo>
                  <a:pt x="74" y="1"/>
                  <a:pt x="74" y="1"/>
                  <a:pt x="74" y="1"/>
                </a:cubicBezTo>
                <a:cubicBezTo>
                  <a:pt x="38" y="25"/>
                  <a:pt x="38" y="25"/>
                  <a:pt x="38" y="25"/>
                </a:cubicBezTo>
                <a:cubicBezTo>
                  <a:pt x="35" y="26"/>
                  <a:pt x="35" y="30"/>
                  <a:pt x="37" y="33"/>
                </a:cubicBezTo>
                <a:cubicBezTo>
                  <a:pt x="38" y="36"/>
                  <a:pt x="42" y="36"/>
                  <a:pt x="45" y="34"/>
                </a:cubicBezTo>
                <a:cubicBezTo>
                  <a:pt x="71" y="17"/>
                  <a:pt x="71" y="17"/>
                  <a:pt x="71" y="17"/>
                </a:cubicBezTo>
                <a:cubicBezTo>
                  <a:pt x="71" y="17"/>
                  <a:pt x="71" y="17"/>
                  <a:pt x="71" y="17"/>
                </a:cubicBezTo>
                <a:cubicBezTo>
                  <a:pt x="71" y="17"/>
                  <a:pt x="71" y="18"/>
                  <a:pt x="71" y="18"/>
                </a:cubicBezTo>
                <a:cubicBezTo>
                  <a:pt x="71" y="119"/>
                  <a:pt x="71" y="119"/>
                  <a:pt x="71" y="119"/>
                </a:cubicBezTo>
                <a:cubicBezTo>
                  <a:pt x="71" y="146"/>
                  <a:pt x="56" y="156"/>
                  <a:pt x="38" y="167"/>
                </a:cubicBezTo>
                <a:cubicBezTo>
                  <a:pt x="20" y="179"/>
                  <a:pt x="0" y="193"/>
                  <a:pt x="0" y="226"/>
                </a:cubicBezTo>
                <a:cubicBezTo>
                  <a:pt x="0" y="255"/>
                  <a:pt x="0" y="255"/>
                  <a:pt x="0" y="255"/>
                </a:cubicBezTo>
                <a:cubicBezTo>
                  <a:pt x="0" y="280"/>
                  <a:pt x="0" y="280"/>
                  <a:pt x="0" y="280"/>
                </a:cubicBezTo>
                <a:cubicBezTo>
                  <a:pt x="0" y="291"/>
                  <a:pt x="0" y="291"/>
                  <a:pt x="0" y="291"/>
                </a:cubicBezTo>
                <a:cubicBezTo>
                  <a:pt x="0" y="294"/>
                  <a:pt x="3" y="297"/>
                  <a:pt x="6" y="297"/>
                </a:cubicBezTo>
                <a:cubicBezTo>
                  <a:pt x="9" y="297"/>
                  <a:pt x="12" y="294"/>
                  <a:pt x="12" y="291"/>
                </a:cubicBezTo>
                <a:cubicBezTo>
                  <a:pt x="12" y="280"/>
                  <a:pt x="12" y="280"/>
                  <a:pt x="12" y="280"/>
                </a:cubicBezTo>
                <a:cubicBezTo>
                  <a:pt x="12" y="280"/>
                  <a:pt x="12" y="280"/>
                  <a:pt x="12" y="280"/>
                </a:cubicBezTo>
                <a:cubicBezTo>
                  <a:pt x="12" y="226"/>
                  <a:pt x="12" y="226"/>
                  <a:pt x="12" y="226"/>
                </a:cubicBezTo>
                <a:cubicBezTo>
                  <a:pt x="12" y="199"/>
                  <a:pt x="27" y="189"/>
                  <a:pt x="45" y="177"/>
                </a:cubicBezTo>
                <a:cubicBezTo>
                  <a:pt x="57" y="169"/>
                  <a:pt x="70" y="161"/>
                  <a:pt x="77" y="146"/>
                </a:cubicBezTo>
                <a:cubicBezTo>
                  <a:pt x="84" y="161"/>
                  <a:pt x="97" y="169"/>
                  <a:pt x="109" y="177"/>
                </a:cubicBezTo>
                <a:cubicBezTo>
                  <a:pt x="127" y="189"/>
                  <a:pt x="142" y="199"/>
                  <a:pt x="142" y="226"/>
                </a:cubicBezTo>
                <a:cubicBezTo>
                  <a:pt x="142" y="280"/>
                  <a:pt x="142" y="280"/>
                  <a:pt x="142" y="280"/>
                </a:cubicBezTo>
                <a:cubicBezTo>
                  <a:pt x="142" y="280"/>
                  <a:pt x="142" y="280"/>
                  <a:pt x="142" y="280"/>
                </a:cubicBezTo>
                <a:cubicBezTo>
                  <a:pt x="142" y="291"/>
                  <a:pt x="142" y="291"/>
                  <a:pt x="142" y="291"/>
                </a:cubicBezTo>
                <a:cubicBezTo>
                  <a:pt x="142" y="294"/>
                  <a:pt x="145" y="297"/>
                  <a:pt x="148" y="297"/>
                </a:cubicBezTo>
                <a:cubicBezTo>
                  <a:pt x="152" y="297"/>
                  <a:pt x="154" y="294"/>
                  <a:pt x="154" y="291"/>
                </a:cubicBezTo>
                <a:cubicBezTo>
                  <a:pt x="154" y="280"/>
                  <a:pt x="154" y="280"/>
                  <a:pt x="154" y="280"/>
                </a:cubicBezTo>
                <a:cubicBezTo>
                  <a:pt x="154" y="255"/>
                  <a:pt x="154" y="255"/>
                  <a:pt x="154" y="255"/>
                </a:cubicBezTo>
                <a:cubicBezTo>
                  <a:pt x="154" y="226"/>
                  <a:pt x="154" y="226"/>
                  <a:pt x="154" y="226"/>
                </a:cubicBezTo>
                <a:cubicBezTo>
                  <a:pt x="154" y="193"/>
                  <a:pt x="134" y="179"/>
                  <a:pt x="116" y="16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latin typeface="+mj-lt"/>
            </a:endParaRPr>
          </a:p>
        </p:txBody>
      </p:sp>
      <p:grpSp>
        <p:nvGrpSpPr>
          <p:cNvPr id="352" name="Group 351">
            <a:extLst>
              <a:ext uri="{FF2B5EF4-FFF2-40B4-BE49-F238E27FC236}">
                <a16:creationId xmlns:a16="http://schemas.microsoft.com/office/drawing/2014/main" id="{93CF84E6-DB80-C040-8D2B-6B117435B35D}"/>
              </a:ext>
            </a:extLst>
          </p:cNvPr>
          <p:cNvGrpSpPr>
            <a:grpSpLocks noChangeAspect="1"/>
          </p:cNvGrpSpPr>
          <p:nvPr userDrawn="1"/>
        </p:nvGrpSpPr>
        <p:grpSpPr bwMode="auto">
          <a:xfrm>
            <a:off x="7132640" y="1933804"/>
            <a:ext cx="491102" cy="492306"/>
            <a:chOff x="1378" y="455"/>
            <a:chExt cx="408" cy="409"/>
          </a:xfrm>
          <a:solidFill>
            <a:schemeClr val="accent1"/>
          </a:solidFill>
        </p:grpSpPr>
        <p:sp>
          <p:nvSpPr>
            <p:cNvPr id="353" name="Freeform 10">
              <a:extLst>
                <a:ext uri="{FF2B5EF4-FFF2-40B4-BE49-F238E27FC236}">
                  <a16:creationId xmlns:a16="http://schemas.microsoft.com/office/drawing/2014/main" id="{19E0843A-545A-5E44-8AF6-E92D9679B4AC}"/>
                </a:ext>
              </a:extLst>
            </p:cNvPr>
            <p:cNvSpPr>
              <a:spLocks noEditPoints="1"/>
            </p:cNvSpPr>
            <p:nvPr/>
          </p:nvSpPr>
          <p:spPr bwMode="auto">
            <a:xfrm>
              <a:off x="1412" y="489"/>
              <a:ext cx="340" cy="341"/>
            </a:xfrm>
            <a:custGeom>
              <a:avLst/>
              <a:gdLst>
                <a:gd name="T0" fmla="*/ 115 w 230"/>
                <a:gd name="T1" fmla="*/ 230 h 230"/>
                <a:gd name="T2" fmla="*/ 0 w 230"/>
                <a:gd name="T3" fmla="*/ 115 h 230"/>
                <a:gd name="T4" fmla="*/ 115 w 230"/>
                <a:gd name="T5" fmla="*/ 0 h 230"/>
                <a:gd name="T6" fmla="*/ 230 w 230"/>
                <a:gd name="T7" fmla="*/ 115 h 230"/>
                <a:gd name="T8" fmla="*/ 115 w 230"/>
                <a:gd name="T9" fmla="*/ 230 h 230"/>
                <a:gd name="T10" fmla="*/ 115 w 230"/>
                <a:gd name="T11" fmla="*/ 12 h 230"/>
                <a:gd name="T12" fmla="*/ 12 w 230"/>
                <a:gd name="T13" fmla="*/ 115 h 230"/>
                <a:gd name="T14" fmla="*/ 115 w 230"/>
                <a:gd name="T15" fmla="*/ 218 h 230"/>
                <a:gd name="T16" fmla="*/ 218 w 230"/>
                <a:gd name="T17" fmla="*/ 115 h 230"/>
                <a:gd name="T18" fmla="*/ 115 w 230"/>
                <a:gd name="T19" fmla="*/ 12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0" h="230">
                  <a:moveTo>
                    <a:pt x="115" y="230"/>
                  </a:moveTo>
                  <a:cubicBezTo>
                    <a:pt x="52" y="230"/>
                    <a:pt x="0" y="178"/>
                    <a:pt x="0" y="115"/>
                  </a:cubicBezTo>
                  <a:cubicBezTo>
                    <a:pt x="0" y="51"/>
                    <a:pt x="52" y="0"/>
                    <a:pt x="115" y="0"/>
                  </a:cubicBezTo>
                  <a:cubicBezTo>
                    <a:pt x="179" y="0"/>
                    <a:pt x="230" y="51"/>
                    <a:pt x="230" y="115"/>
                  </a:cubicBezTo>
                  <a:cubicBezTo>
                    <a:pt x="230" y="178"/>
                    <a:pt x="179" y="230"/>
                    <a:pt x="115" y="230"/>
                  </a:cubicBezTo>
                  <a:close/>
                  <a:moveTo>
                    <a:pt x="115" y="12"/>
                  </a:moveTo>
                  <a:cubicBezTo>
                    <a:pt x="59" y="12"/>
                    <a:pt x="12" y="58"/>
                    <a:pt x="12" y="115"/>
                  </a:cubicBezTo>
                  <a:cubicBezTo>
                    <a:pt x="12" y="172"/>
                    <a:pt x="59" y="218"/>
                    <a:pt x="115" y="218"/>
                  </a:cubicBezTo>
                  <a:cubicBezTo>
                    <a:pt x="172" y="218"/>
                    <a:pt x="218" y="172"/>
                    <a:pt x="218" y="115"/>
                  </a:cubicBezTo>
                  <a:cubicBezTo>
                    <a:pt x="218" y="58"/>
                    <a:pt x="172" y="12"/>
                    <a:pt x="11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4" name="Freeform 11">
              <a:extLst>
                <a:ext uri="{FF2B5EF4-FFF2-40B4-BE49-F238E27FC236}">
                  <a16:creationId xmlns:a16="http://schemas.microsoft.com/office/drawing/2014/main" id="{E215F30D-61AD-A146-85D1-7B02FC0B2576}"/>
                </a:ext>
              </a:extLst>
            </p:cNvPr>
            <p:cNvSpPr>
              <a:spLocks noEditPoints="1"/>
            </p:cNvSpPr>
            <p:nvPr/>
          </p:nvSpPr>
          <p:spPr bwMode="auto">
            <a:xfrm>
              <a:off x="1498" y="574"/>
              <a:ext cx="170" cy="170"/>
            </a:xfrm>
            <a:custGeom>
              <a:avLst/>
              <a:gdLst>
                <a:gd name="T0" fmla="*/ 57 w 115"/>
                <a:gd name="T1" fmla="*/ 115 h 115"/>
                <a:gd name="T2" fmla="*/ 0 w 115"/>
                <a:gd name="T3" fmla="*/ 58 h 115"/>
                <a:gd name="T4" fmla="*/ 57 w 115"/>
                <a:gd name="T5" fmla="*/ 0 h 115"/>
                <a:gd name="T6" fmla="*/ 115 w 115"/>
                <a:gd name="T7" fmla="*/ 58 h 115"/>
                <a:gd name="T8" fmla="*/ 57 w 115"/>
                <a:gd name="T9" fmla="*/ 115 h 115"/>
                <a:gd name="T10" fmla="*/ 57 w 115"/>
                <a:gd name="T11" fmla="*/ 12 h 115"/>
                <a:gd name="T12" fmla="*/ 12 w 115"/>
                <a:gd name="T13" fmla="*/ 58 h 115"/>
                <a:gd name="T14" fmla="*/ 57 w 115"/>
                <a:gd name="T15" fmla="*/ 103 h 115"/>
                <a:gd name="T16" fmla="*/ 103 w 115"/>
                <a:gd name="T17" fmla="*/ 58 h 115"/>
                <a:gd name="T18" fmla="*/ 57 w 115"/>
                <a:gd name="T19" fmla="*/ 12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5" h="115">
                  <a:moveTo>
                    <a:pt x="57" y="115"/>
                  </a:moveTo>
                  <a:cubicBezTo>
                    <a:pt x="26" y="115"/>
                    <a:pt x="0" y="90"/>
                    <a:pt x="0" y="58"/>
                  </a:cubicBezTo>
                  <a:cubicBezTo>
                    <a:pt x="0" y="26"/>
                    <a:pt x="26" y="0"/>
                    <a:pt x="57" y="0"/>
                  </a:cubicBezTo>
                  <a:cubicBezTo>
                    <a:pt x="89" y="0"/>
                    <a:pt x="115" y="26"/>
                    <a:pt x="115" y="58"/>
                  </a:cubicBezTo>
                  <a:cubicBezTo>
                    <a:pt x="115" y="90"/>
                    <a:pt x="89" y="115"/>
                    <a:pt x="57" y="115"/>
                  </a:cubicBezTo>
                  <a:close/>
                  <a:moveTo>
                    <a:pt x="57" y="12"/>
                  </a:moveTo>
                  <a:cubicBezTo>
                    <a:pt x="32" y="12"/>
                    <a:pt x="12" y="33"/>
                    <a:pt x="12" y="58"/>
                  </a:cubicBezTo>
                  <a:cubicBezTo>
                    <a:pt x="12" y="83"/>
                    <a:pt x="32" y="103"/>
                    <a:pt x="57" y="103"/>
                  </a:cubicBezTo>
                  <a:cubicBezTo>
                    <a:pt x="83" y="103"/>
                    <a:pt x="103" y="83"/>
                    <a:pt x="103" y="58"/>
                  </a:cubicBezTo>
                  <a:cubicBezTo>
                    <a:pt x="103" y="33"/>
                    <a:pt x="83" y="12"/>
                    <a:pt x="57"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5" name="Freeform 12">
              <a:extLst>
                <a:ext uri="{FF2B5EF4-FFF2-40B4-BE49-F238E27FC236}">
                  <a16:creationId xmlns:a16="http://schemas.microsoft.com/office/drawing/2014/main" id="{B99AB6FD-96E3-0141-8570-EF1AD6989162}"/>
                </a:ext>
              </a:extLst>
            </p:cNvPr>
            <p:cNvSpPr>
              <a:spLocks/>
            </p:cNvSpPr>
            <p:nvPr/>
          </p:nvSpPr>
          <p:spPr bwMode="auto">
            <a:xfrm>
              <a:off x="1573" y="455"/>
              <a:ext cx="18" cy="409"/>
            </a:xfrm>
            <a:custGeom>
              <a:avLst/>
              <a:gdLst>
                <a:gd name="T0" fmla="*/ 6 w 12"/>
                <a:gd name="T1" fmla="*/ 276 h 276"/>
                <a:gd name="T2" fmla="*/ 0 w 12"/>
                <a:gd name="T3" fmla="*/ 270 h 276"/>
                <a:gd name="T4" fmla="*/ 0 w 12"/>
                <a:gd name="T5" fmla="*/ 6 h 276"/>
                <a:gd name="T6" fmla="*/ 6 w 12"/>
                <a:gd name="T7" fmla="*/ 0 h 276"/>
                <a:gd name="T8" fmla="*/ 12 w 12"/>
                <a:gd name="T9" fmla="*/ 6 h 276"/>
                <a:gd name="T10" fmla="*/ 12 w 12"/>
                <a:gd name="T11" fmla="*/ 270 h 276"/>
                <a:gd name="T12" fmla="*/ 6 w 12"/>
                <a:gd name="T13" fmla="*/ 276 h 276"/>
              </a:gdLst>
              <a:ahLst/>
              <a:cxnLst>
                <a:cxn ang="0">
                  <a:pos x="T0" y="T1"/>
                </a:cxn>
                <a:cxn ang="0">
                  <a:pos x="T2" y="T3"/>
                </a:cxn>
                <a:cxn ang="0">
                  <a:pos x="T4" y="T5"/>
                </a:cxn>
                <a:cxn ang="0">
                  <a:pos x="T6" y="T7"/>
                </a:cxn>
                <a:cxn ang="0">
                  <a:pos x="T8" y="T9"/>
                </a:cxn>
                <a:cxn ang="0">
                  <a:pos x="T10" y="T11"/>
                </a:cxn>
                <a:cxn ang="0">
                  <a:pos x="T12" y="T13"/>
                </a:cxn>
              </a:cxnLst>
              <a:rect l="0" t="0" r="r" b="b"/>
              <a:pathLst>
                <a:path w="12" h="276">
                  <a:moveTo>
                    <a:pt x="6" y="276"/>
                  </a:moveTo>
                  <a:cubicBezTo>
                    <a:pt x="3" y="276"/>
                    <a:pt x="0" y="273"/>
                    <a:pt x="0" y="270"/>
                  </a:cubicBezTo>
                  <a:cubicBezTo>
                    <a:pt x="0" y="6"/>
                    <a:pt x="0" y="6"/>
                    <a:pt x="0" y="6"/>
                  </a:cubicBezTo>
                  <a:cubicBezTo>
                    <a:pt x="0" y="3"/>
                    <a:pt x="3" y="0"/>
                    <a:pt x="6" y="0"/>
                  </a:cubicBezTo>
                  <a:cubicBezTo>
                    <a:pt x="10" y="0"/>
                    <a:pt x="12" y="3"/>
                    <a:pt x="12" y="6"/>
                  </a:cubicBezTo>
                  <a:cubicBezTo>
                    <a:pt x="12" y="270"/>
                    <a:pt x="12" y="270"/>
                    <a:pt x="12" y="270"/>
                  </a:cubicBezTo>
                  <a:cubicBezTo>
                    <a:pt x="12" y="273"/>
                    <a:pt x="10" y="276"/>
                    <a:pt x="6" y="2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sp>
          <p:nvSpPr>
            <p:cNvPr id="356" name="Freeform 13">
              <a:extLst>
                <a:ext uri="{FF2B5EF4-FFF2-40B4-BE49-F238E27FC236}">
                  <a16:creationId xmlns:a16="http://schemas.microsoft.com/office/drawing/2014/main" id="{B8756B43-11EC-4C44-B2BA-7B15246B220E}"/>
                </a:ext>
              </a:extLst>
            </p:cNvPr>
            <p:cNvSpPr>
              <a:spLocks/>
            </p:cNvSpPr>
            <p:nvPr/>
          </p:nvSpPr>
          <p:spPr bwMode="auto">
            <a:xfrm>
              <a:off x="1378" y="651"/>
              <a:ext cx="408" cy="17"/>
            </a:xfrm>
            <a:custGeom>
              <a:avLst/>
              <a:gdLst>
                <a:gd name="T0" fmla="*/ 270 w 276"/>
                <a:gd name="T1" fmla="*/ 12 h 12"/>
                <a:gd name="T2" fmla="*/ 6 w 276"/>
                <a:gd name="T3" fmla="*/ 12 h 12"/>
                <a:gd name="T4" fmla="*/ 0 w 276"/>
                <a:gd name="T5" fmla="*/ 6 h 12"/>
                <a:gd name="T6" fmla="*/ 6 w 276"/>
                <a:gd name="T7" fmla="*/ 0 h 12"/>
                <a:gd name="T8" fmla="*/ 270 w 276"/>
                <a:gd name="T9" fmla="*/ 0 h 12"/>
                <a:gd name="T10" fmla="*/ 276 w 276"/>
                <a:gd name="T11" fmla="*/ 6 h 12"/>
                <a:gd name="T12" fmla="*/ 270 w 276"/>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276" h="12">
                  <a:moveTo>
                    <a:pt x="270" y="12"/>
                  </a:moveTo>
                  <a:cubicBezTo>
                    <a:pt x="6" y="12"/>
                    <a:pt x="6" y="12"/>
                    <a:pt x="6" y="12"/>
                  </a:cubicBezTo>
                  <a:cubicBezTo>
                    <a:pt x="3" y="12"/>
                    <a:pt x="0" y="9"/>
                    <a:pt x="0" y="6"/>
                  </a:cubicBezTo>
                  <a:cubicBezTo>
                    <a:pt x="0" y="3"/>
                    <a:pt x="3" y="0"/>
                    <a:pt x="6" y="0"/>
                  </a:cubicBezTo>
                  <a:cubicBezTo>
                    <a:pt x="270" y="0"/>
                    <a:pt x="270" y="0"/>
                    <a:pt x="270" y="0"/>
                  </a:cubicBezTo>
                  <a:cubicBezTo>
                    <a:pt x="274" y="0"/>
                    <a:pt x="276" y="3"/>
                    <a:pt x="276" y="6"/>
                  </a:cubicBezTo>
                  <a:cubicBezTo>
                    <a:pt x="276" y="9"/>
                    <a:pt x="274" y="12"/>
                    <a:pt x="27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p>
          </p:txBody>
        </p:sp>
      </p:grpSp>
      <p:grpSp>
        <p:nvGrpSpPr>
          <p:cNvPr id="357" name="Group 60">
            <a:extLst>
              <a:ext uri="{FF2B5EF4-FFF2-40B4-BE49-F238E27FC236}">
                <a16:creationId xmlns:a16="http://schemas.microsoft.com/office/drawing/2014/main" id="{3B66017D-AE30-3842-A30B-430AD751F9D3}"/>
              </a:ext>
            </a:extLst>
          </p:cNvPr>
          <p:cNvGrpSpPr>
            <a:grpSpLocks noChangeAspect="1"/>
          </p:cNvGrpSpPr>
          <p:nvPr userDrawn="1"/>
        </p:nvGrpSpPr>
        <p:grpSpPr bwMode="auto">
          <a:xfrm>
            <a:off x="3334652" y="5494451"/>
            <a:ext cx="481666" cy="480536"/>
            <a:chOff x="348" y="1721"/>
            <a:chExt cx="426" cy="425"/>
          </a:xfrm>
          <a:solidFill>
            <a:schemeClr val="accent1"/>
          </a:solidFill>
        </p:grpSpPr>
        <p:sp>
          <p:nvSpPr>
            <p:cNvPr id="358" name="Freeform 61">
              <a:extLst>
                <a:ext uri="{FF2B5EF4-FFF2-40B4-BE49-F238E27FC236}">
                  <a16:creationId xmlns:a16="http://schemas.microsoft.com/office/drawing/2014/main" id="{2C5B2D4E-1F4D-CB46-A341-2B749AC7F16E}"/>
                </a:ext>
              </a:extLst>
            </p:cNvPr>
            <p:cNvSpPr>
              <a:spLocks noEditPoints="1"/>
            </p:cNvSpPr>
            <p:nvPr/>
          </p:nvSpPr>
          <p:spPr bwMode="auto">
            <a:xfrm>
              <a:off x="348" y="1721"/>
              <a:ext cx="373" cy="372"/>
            </a:xfrm>
            <a:custGeom>
              <a:avLst/>
              <a:gdLst>
                <a:gd name="T0" fmla="*/ 126 w 252"/>
                <a:gd name="T1" fmla="*/ 252 h 252"/>
                <a:gd name="T2" fmla="*/ 0 w 252"/>
                <a:gd name="T3" fmla="*/ 126 h 252"/>
                <a:gd name="T4" fmla="*/ 126 w 252"/>
                <a:gd name="T5" fmla="*/ 0 h 252"/>
                <a:gd name="T6" fmla="*/ 252 w 252"/>
                <a:gd name="T7" fmla="*/ 126 h 252"/>
                <a:gd name="T8" fmla="*/ 126 w 252"/>
                <a:gd name="T9" fmla="*/ 252 h 252"/>
                <a:gd name="T10" fmla="*/ 126 w 252"/>
                <a:gd name="T11" fmla="*/ 12 h 252"/>
                <a:gd name="T12" fmla="*/ 12 w 252"/>
                <a:gd name="T13" fmla="*/ 126 h 252"/>
                <a:gd name="T14" fmla="*/ 126 w 252"/>
                <a:gd name="T15" fmla="*/ 240 h 252"/>
                <a:gd name="T16" fmla="*/ 240 w 252"/>
                <a:gd name="T17" fmla="*/ 126 h 252"/>
                <a:gd name="T18" fmla="*/ 126 w 252"/>
                <a:gd name="T19" fmla="*/ 12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2" h="252">
                  <a:moveTo>
                    <a:pt x="126" y="252"/>
                  </a:moveTo>
                  <a:cubicBezTo>
                    <a:pt x="56" y="252"/>
                    <a:pt x="0" y="195"/>
                    <a:pt x="0" y="126"/>
                  </a:cubicBezTo>
                  <a:cubicBezTo>
                    <a:pt x="0" y="56"/>
                    <a:pt x="56" y="0"/>
                    <a:pt x="126" y="0"/>
                  </a:cubicBezTo>
                  <a:cubicBezTo>
                    <a:pt x="195" y="0"/>
                    <a:pt x="252" y="56"/>
                    <a:pt x="252" y="126"/>
                  </a:cubicBezTo>
                  <a:cubicBezTo>
                    <a:pt x="252" y="195"/>
                    <a:pt x="195" y="252"/>
                    <a:pt x="126" y="252"/>
                  </a:cubicBezTo>
                  <a:close/>
                  <a:moveTo>
                    <a:pt x="126" y="12"/>
                  </a:moveTo>
                  <a:cubicBezTo>
                    <a:pt x="63" y="12"/>
                    <a:pt x="12" y="63"/>
                    <a:pt x="12" y="126"/>
                  </a:cubicBezTo>
                  <a:cubicBezTo>
                    <a:pt x="12" y="188"/>
                    <a:pt x="63" y="240"/>
                    <a:pt x="126" y="240"/>
                  </a:cubicBezTo>
                  <a:cubicBezTo>
                    <a:pt x="188" y="240"/>
                    <a:pt x="240" y="188"/>
                    <a:pt x="240" y="126"/>
                  </a:cubicBezTo>
                  <a:cubicBezTo>
                    <a:pt x="240" y="63"/>
                    <a:pt x="188" y="12"/>
                    <a:pt x="126"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59" name="Freeform 62">
              <a:extLst>
                <a:ext uri="{FF2B5EF4-FFF2-40B4-BE49-F238E27FC236}">
                  <a16:creationId xmlns:a16="http://schemas.microsoft.com/office/drawing/2014/main" id="{DD515909-F712-6D4B-BF72-2C4B8885D1C9}"/>
                </a:ext>
              </a:extLst>
            </p:cNvPr>
            <p:cNvSpPr>
              <a:spLocks/>
            </p:cNvSpPr>
            <p:nvPr/>
          </p:nvSpPr>
          <p:spPr bwMode="auto">
            <a:xfrm>
              <a:off x="650" y="2022"/>
              <a:ext cx="124" cy="124"/>
            </a:xfrm>
            <a:custGeom>
              <a:avLst/>
              <a:gdLst>
                <a:gd name="T0" fmla="*/ 78 w 84"/>
                <a:gd name="T1" fmla="*/ 84 h 84"/>
                <a:gd name="T2" fmla="*/ 73 w 84"/>
                <a:gd name="T3" fmla="*/ 82 h 84"/>
                <a:gd name="T4" fmla="*/ 2 w 84"/>
                <a:gd name="T5" fmla="*/ 11 h 84"/>
                <a:gd name="T6" fmla="*/ 2 w 84"/>
                <a:gd name="T7" fmla="*/ 2 h 84"/>
                <a:gd name="T8" fmla="*/ 11 w 84"/>
                <a:gd name="T9" fmla="*/ 2 h 84"/>
                <a:gd name="T10" fmla="*/ 82 w 84"/>
                <a:gd name="T11" fmla="*/ 73 h 84"/>
                <a:gd name="T12" fmla="*/ 82 w 84"/>
                <a:gd name="T13" fmla="*/ 82 h 84"/>
                <a:gd name="T14" fmla="*/ 78 w 84"/>
                <a:gd name="T15" fmla="*/ 84 h 8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84">
                  <a:moveTo>
                    <a:pt x="78" y="84"/>
                  </a:moveTo>
                  <a:cubicBezTo>
                    <a:pt x="76" y="84"/>
                    <a:pt x="75" y="83"/>
                    <a:pt x="73" y="82"/>
                  </a:cubicBezTo>
                  <a:cubicBezTo>
                    <a:pt x="2" y="11"/>
                    <a:pt x="2" y="11"/>
                    <a:pt x="2" y="11"/>
                  </a:cubicBezTo>
                  <a:cubicBezTo>
                    <a:pt x="0" y="8"/>
                    <a:pt x="0" y="5"/>
                    <a:pt x="2" y="2"/>
                  </a:cubicBezTo>
                  <a:cubicBezTo>
                    <a:pt x="5" y="0"/>
                    <a:pt x="8" y="0"/>
                    <a:pt x="11" y="2"/>
                  </a:cubicBezTo>
                  <a:cubicBezTo>
                    <a:pt x="82" y="73"/>
                    <a:pt x="82" y="73"/>
                    <a:pt x="82" y="73"/>
                  </a:cubicBezTo>
                  <a:cubicBezTo>
                    <a:pt x="84" y="76"/>
                    <a:pt x="84" y="80"/>
                    <a:pt x="82" y="82"/>
                  </a:cubicBezTo>
                  <a:cubicBezTo>
                    <a:pt x="81" y="83"/>
                    <a:pt x="79" y="84"/>
                    <a:pt x="78"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0" name="Freeform 63">
              <a:extLst>
                <a:ext uri="{FF2B5EF4-FFF2-40B4-BE49-F238E27FC236}">
                  <a16:creationId xmlns:a16="http://schemas.microsoft.com/office/drawing/2014/main" id="{CC9BE79E-AA71-604B-8FB7-CFEA0AC849D7}"/>
                </a:ext>
              </a:extLst>
            </p:cNvPr>
            <p:cNvSpPr>
              <a:spLocks noEditPoints="1"/>
            </p:cNvSpPr>
            <p:nvPr/>
          </p:nvSpPr>
          <p:spPr bwMode="auto">
            <a:xfrm>
              <a:off x="412" y="1783"/>
              <a:ext cx="244" cy="248"/>
            </a:xfrm>
            <a:custGeom>
              <a:avLst/>
              <a:gdLst>
                <a:gd name="T0" fmla="*/ 66 w 165"/>
                <a:gd name="T1" fmla="*/ 168 h 168"/>
                <a:gd name="T2" fmla="*/ 60 w 165"/>
                <a:gd name="T3" fmla="*/ 146 h 168"/>
                <a:gd name="T4" fmla="*/ 27 w 165"/>
                <a:gd name="T5" fmla="*/ 143 h 168"/>
                <a:gd name="T6" fmla="*/ 1 w 165"/>
                <a:gd name="T7" fmla="*/ 110 h 168"/>
                <a:gd name="T8" fmla="*/ 3 w 165"/>
                <a:gd name="T9" fmla="*/ 102 h 168"/>
                <a:gd name="T10" fmla="*/ 17 w 165"/>
                <a:gd name="T11" fmla="*/ 74 h 168"/>
                <a:gd name="T12" fmla="*/ 0 w 165"/>
                <a:gd name="T13" fmla="*/ 62 h 168"/>
                <a:gd name="T14" fmla="*/ 19 w 165"/>
                <a:gd name="T15" fmla="*/ 26 h 168"/>
                <a:gd name="T16" fmla="*/ 42 w 165"/>
                <a:gd name="T17" fmla="*/ 32 h 168"/>
                <a:gd name="T18" fmla="*/ 60 w 165"/>
                <a:gd name="T19" fmla="*/ 6 h 168"/>
                <a:gd name="T20" fmla="*/ 102 w 165"/>
                <a:gd name="T21" fmla="*/ 0 h 168"/>
                <a:gd name="T22" fmla="*/ 108 w 165"/>
                <a:gd name="T23" fmla="*/ 23 h 168"/>
                <a:gd name="T24" fmla="*/ 138 w 165"/>
                <a:gd name="T25" fmla="*/ 24 h 168"/>
                <a:gd name="T26" fmla="*/ 146 w 165"/>
                <a:gd name="T27" fmla="*/ 26 h 168"/>
                <a:gd name="T28" fmla="*/ 165 w 165"/>
                <a:gd name="T29" fmla="*/ 62 h 168"/>
                <a:gd name="T30" fmla="*/ 148 w 165"/>
                <a:gd name="T31" fmla="*/ 74 h 168"/>
                <a:gd name="T32" fmla="*/ 162 w 165"/>
                <a:gd name="T33" fmla="*/ 102 h 168"/>
                <a:gd name="T34" fmla="*/ 164 w 165"/>
                <a:gd name="T35" fmla="*/ 110 h 168"/>
                <a:gd name="T36" fmla="*/ 143 w 165"/>
                <a:gd name="T37" fmla="*/ 144 h 168"/>
                <a:gd name="T38" fmla="*/ 124 w 165"/>
                <a:gd name="T39" fmla="*/ 135 h 168"/>
                <a:gd name="T40" fmla="*/ 108 w 165"/>
                <a:gd name="T41" fmla="*/ 162 h 168"/>
                <a:gd name="T42" fmla="*/ 72 w 165"/>
                <a:gd name="T43" fmla="*/ 156 h 168"/>
                <a:gd name="T44" fmla="*/ 96 w 165"/>
                <a:gd name="T45" fmla="*/ 141 h 168"/>
                <a:gd name="T46" fmla="*/ 120 w 165"/>
                <a:gd name="T47" fmla="*/ 123 h 168"/>
                <a:gd name="T48" fmla="*/ 139 w 165"/>
                <a:gd name="T49" fmla="*/ 130 h 168"/>
                <a:gd name="T50" fmla="*/ 138 w 165"/>
                <a:gd name="T51" fmla="*/ 102 h 168"/>
                <a:gd name="T52" fmla="*/ 135 w 165"/>
                <a:gd name="T53" fmla="*/ 72 h 168"/>
                <a:gd name="T54" fmla="*/ 151 w 165"/>
                <a:gd name="T55" fmla="*/ 58 h 168"/>
                <a:gd name="T56" fmla="*/ 127 w 165"/>
                <a:gd name="T57" fmla="*/ 45 h 168"/>
                <a:gd name="T58" fmla="*/ 100 w 165"/>
                <a:gd name="T59" fmla="*/ 32 h 168"/>
                <a:gd name="T60" fmla="*/ 96 w 165"/>
                <a:gd name="T61" fmla="*/ 12 h 168"/>
                <a:gd name="T62" fmla="*/ 72 w 165"/>
                <a:gd name="T63" fmla="*/ 26 h 168"/>
                <a:gd name="T64" fmla="*/ 47 w 165"/>
                <a:gd name="T65" fmla="*/ 44 h 168"/>
                <a:gd name="T66" fmla="*/ 27 w 165"/>
                <a:gd name="T67" fmla="*/ 37 h 168"/>
                <a:gd name="T68" fmla="*/ 27 w 165"/>
                <a:gd name="T69" fmla="*/ 65 h 168"/>
                <a:gd name="T70" fmla="*/ 30 w 165"/>
                <a:gd name="T71" fmla="*/ 95 h 168"/>
                <a:gd name="T72" fmla="*/ 14 w 165"/>
                <a:gd name="T73" fmla="*/ 109 h 168"/>
                <a:gd name="T74" fmla="*/ 40 w 165"/>
                <a:gd name="T75" fmla="*/ 123 h 168"/>
                <a:gd name="T76" fmla="*/ 67 w 165"/>
                <a:gd name="T77" fmla="*/ 135 h 168"/>
                <a:gd name="T78" fmla="*/ 72 w 165"/>
                <a:gd name="T79" fmla="*/ 156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5" h="168">
                  <a:moveTo>
                    <a:pt x="102" y="168"/>
                  </a:moveTo>
                  <a:cubicBezTo>
                    <a:pt x="66" y="168"/>
                    <a:pt x="66" y="168"/>
                    <a:pt x="66" y="168"/>
                  </a:cubicBezTo>
                  <a:cubicBezTo>
                    <a:pt x="63" y="168"/>
                    <a:pt x="60" y="165"/>
                    <a:pt x="60" y="162"/>
                  </a:cubicBezTo>
                  <a:cubicBezTo>
                    <a:pt x="60" y="146"/>
                    <a:pt x="60" y="146"/>
                    <a:pt x="60" y="146"/>
                  </a:cubicBezTo>
                  <a:cubicBezTo>
                    <a:pt x="52" y="143"/>
                    <a:pt x="47" y="139"/>
                    <a:pt x="42" y="135"/>
                  </a:cubicBezTo>
                  <a:cubicBezTo>
                    <a:pt x="27" y="143"/>
                    <a:pt x="27" y="143"/>
                    <a:pt x="27" y="143"/>
                  </a:cubicBezTo>
                  <a:cubicBezTo>
                    <a:pt x="24" y="145"/>
                    <a:pt x="21" y="144"/>
                    <a:pt x="19" y="141"/>
                  </a:cubicBezTo>
                  <a:cubicBezTo>
                    <a:pt x="1" y="110"/>
                    <a:pt x="1" y="110"/>
                    <a:pt x="1" y="110"/>
                  </a:cubicBezTo>
                  <a:cubicBezTo>
                    <a:pt x="0" y="109"/>
                    <a:pt x="0" y="107"/>
                    <a:pt x="0" y="106"/>
                  </a:cubicBezTo>
                  <a:cubicBezTo>
                    <a:pt x="1" y="104"/>
                    <a:pt x="2" y="103"/>
                    <a:pt x="3" y="102"/>
                  </a:cubicBezTo>
                  <a:cubicBezTo>
                    <a:pt x="17" y="94"/>
                    <a:pt x="17" y="94"/>
                    <a:pt x="17" y="94"/>
                  </a:cubicBezTo>
                  <a:cubicBezTo>
                    <a:pt x="16" y="87"/>
                    <a:pt x="16" y="80"/>
                    <a:pt x="17" y="74"/>
                  </a:cubicBezTo>
                  <a:cubicBezTo>
                    <a:pt x="3" y="65"/>
                    <a:pt x="3" y="65"/>
                    <a:pt x="3" y="65"/>
                  </a:cubicBezTo>
                  <a:cubicBezTo>
                    <a:pt x="2" y="65"/>
                    <a:pt x="1" y="63"/>
                    <a:pt x="0" y="62"/>
                  </a:cubicBezTo>
                  <a:cubicBezTo>
                    <a:pt x="0" y="60"/>
                    <a:pt x="0" y="59"/>
                    <a:pt x="1" y="57"/>
                  </a:cubicBezTo>
                  <a:cubicBezTo>
                    <a:pt x="19" y="26"/>
                    <a:pt x="19" y="26"/>
                    <a:pt x="19" y="26"/>
                  </a:cubicBezTo>
                  <a:cubicBezTo>
                    <a:pt x="21" y="23"/>
                    <a:pt x="25" y="22"/>
                    <a:pt x="27" y="24"/>
                  </a:cubicBezTo>
                  <a:cubicBezTo>
                    <a:pt x="42" y="32"/>
                    <a:pt x="42" y="32"/>
                    <a:pt x="42" y="32"/>
                  </a:cubicBezTo>
                  <a:cubicBezTo>
                    <a:pt x="47" y="28"/>
                    <a:pt x="52" y="24"/>
                    <a:pt x="60" y="22"/>
                  </a:cubicBezTo>
                  <a:cubicBezTo>
                    <a:pt x="60" y="6"/>
                    <a:pt x="60" y="6"/>
                    <a:pt x="60" y="6"/>
                  </a:cubicBezTo>
                  <a:cubicBezTo>
                    <a:pt x="60" y="2"/>
                    <a:pt x="63" y="0"/>
                    <a:pt x="66" y="0"/>
                  </a:cubicBezTo>
                  <a:cubicBezTo>
                    <a:pt x="102" y="0"/>
                    <a:pt x="102" y="0"/>
                    <a:pt x="102" y="0"/>
                  </a:cubicBezTo>
                  <a:cubicBezTo>
                    <a:pt x="105" y="0"/>
                    <a:pt x="108" y="2"/>
                    <a:pt x="108" y="6"/>
                  </a:cubicBezTo>
                  <a:cubicBezTo>
                    <a:pt x="108" y="23"/>
                    <a:pt x="108" y="23"/>
                    <a:pt x="108" y="23"/>
                  </a:cubicBezTo>
                  <a:cubicBezTo>
                    <a:pt x="115" y="26"/>
                    <a:pt x="120" y="29"/>
                    <a:pt x="124" y="32"/>
                  </a:cubicBezTo>
                  <a:cubicBezTo>
                    <a:pt x="138" y="24"/>
                    <a:pt x="138" y="24"/>
                    <a:pt x="138" y="24"/>
                  </a:cubicBezTo>
                  <a:cubicBezTo>
                    <a:pt x="139" y="23"/>
                    <a:pt x="141" y="23"/>
                    <a:pt x="143" y="23"/>
                  </a:cubicBezTo>
                  <a:cubicBezTo>
                    <a:pt x="144" y="24"/>
                    <a:pt x="146" y="25"/>
                    <a:pt x="146" y="26"/>
                  </a:cubicBezTo>
                  <a:cubicBezTo>
                    <a:pt x="164" y="57"/>
                    <a:pt x="164" y="57"/>
                    <a:pt x="164" y="57"/>
                  </a:cubicBezTo>
                  <a:cubicBezTo>
                    <a:pt x="165" y="59"/>
                    <a:pt x="165" y="60"/>
                    <a:pt x="165" y="62"/>
                  </a:cubicBezTo>
                  <a:cubicBezTo>
                    <a:pt x="165" y="63"/>
                    <a:pt x="164" y="65"/>
                    <a:pt x="162" y="65"/>
                  </a:cubicBezTo>
                  <a:cubicBezTo>
                    <a:pt x="148" y="74"/>
                    <a:pt x="148" y="74"/>
                    <a:pt x="148" y="74"/>
                  </a:cubicBezTo>
                  <a:cubicBezTo>
                    <a:pt x="149" y="80"/>
                    <a:pt x="149" y="87"/>
                    <a:pt x="148" y="94"/>
                  </a:cubicBezTo>
                  <a:cubicBezTo>
                    <a:pt x="162" y="102"/>
                    <a:pt x="162" y="102"/>
                    <a:pt x="162" y="102"/>
                  </a:cubicBezTo>
                  <a:cubicBezTo>
                    <a:pt x="164" y="103"/>
                    <a:pt x="165" y="104"/>
                    <a:pt x="165" y="106"/>
                  </a:cubicBezTo>
                  <a:cubicBezTo>
                    <a:pt x="165" y="107"/>
                    <a:pt x="165" y="109"/>
                    <a:pt x="164" y="110"/>
                  </a:cubicBezTo>
                  <a:cubicBezTo>
                    <a:pt x="146" y="141"/>
                    <a:pt x="146" y="141"/>
                    <a:pt x="146" y="141"/>
                  </a:cubicBezTo>
                  <a:cubicBezTo>
                    <a:pt x="146" y="143"/>
                    <a:pt x="144" y="144"/>
                    <a:pt x="143" y="144"/>
                  </a:cubicBezTo>
                  <a:cubicBezTo>
                    <a:pt x="141" y="144"/>
                    <a:pt x="139" y="144"/>
                    <a:pt x="138" y="143"/>
                  </a:cubicBezTo>
                  <a:cubicBezTo>
                    <a:pt x="124" y="135"/>
                    <a:pt x="124" y="135"/>
                    <a:pt x="124" y="135"/>
                  </a:cubicBezTo>
                  <a:cubicBezTo>
                    <a:pt x="120" y="138"/>
                    <a:pt x="115" y="142"/>
                    <a:pt x="108" y="145"/>
                  </a:cubicBezTo>
                  <a:cubicBezTo>
                    <a:pt x="108" y="162"/>
                    <a:pt x="108" y="162"/>
                    <a:pt x="108" y="162"/>
                  </a:cubicBezTo>
                  <a:cubicBezTo>
                    <a:pt x="108" y="165"/>
                    <a:pt x="105" y="168"/>
                    <a:pt x="102" y="168"/>
                  </a:cubicBezTo>
                  <a:close/>
                  <a:moveTo>
                    <a:pt x="72" y="156"/>
                  </a:moveTo>
                  <a:cubicBezTo>
                    <a:pt x="96" y="156"/>
                    <a:pt x="96" y="156"/>
                    <a:pt x="96" y="156"/>
                  </a:cubicBezTo>
                  <a:cubicBezTo>
                    <a:pt x="96" y="141"/>
                    <a:pt x="96" y="141"/>
                    <a:pt x="96" y="141"/>
                  </a:cubicBezTo>
                  <a:cubicBezTo>
                    <a:pt x="96" y="139"/>
                    <a:pt x="97" y="136"/>
                    <a:pt x="100" y="135"/>
                  </a:cubicBezTo>
                  <a:cubicBezTo>
                    <a:pt x="109" y="131"/>
                    <a:pt x="115" y="127"/>
                    <a:pt x="120" y="123"/>
                  </a:cubicBezTo>
                  <a:cubicBezTo>
                    <a:pt x="122" y="122"/>
                    <a:pt x="125" y="121"/>
                    <a:pt x="127" y="123"/>
                  </a:cubicBezTo>
                  <a:cubicBezTo>
                    <a:pt x="139" y="130"/>
                    <a:pt x="139" y="130"/>
                    <a:pt x="139" y="130"/>
                  </a:cubicBezTo>
                  <a:cubicBezTo>
                    <a:pt x="151" y="109"/>
                    <a:pt x="151" y="109"/>
                    <a:pt x="151" y="109"/>
                  </a:cubicBezTo>
                  <a:cubicBezTo>
                    <a:pt x="138" y="102"/>
                    <a:pt x="138" y="102"/>
                    <a:pt x="138" y="102"/>
                  </a:cubicBezTo>
                  <a:cubicBezTo>
                    <a:pt x="136" y="101"/>
                    <a:pt x="135" y="98"/>
                    <a:pt x="135" y="95"/>
                  </a:cubicBezTo>
                  <a:cubicBezTo>
                    <a:pt x="137" y="87"/>
                    <a:pt x="137" y="80"/>
                    <a:pt x="135" y="72"/>
                  </a:cubicBezTo>
                  <a:cubicBezTo>
                    <a:pt x="135" y="69"/>
                    <a:pt x="136" y="67"/>
                    <a:pt x="138" y="65"/>
                  </a:cubicBezTo>
                  <a:cubicBezTo>
                    <a:pt x="151" y="58"/>
                    <a:pt x="151" y="58"/>
                    <a:pt x="151" y="58"/>
                  </a:cubicBezTo>
                  <a:cubicBezTo>
                    <a:pt x="139" y="37"/>
                    <a:pt x="139" y="37"/>
                    <a:pt x="139" y="37"/>
                  </a:cubicBezTo>
                  <a:cubicBezTo>
                    <a:pt x="127" y="45"/>
                    <a:pt x="127" y="45"/>
                    <a:pt x="127" y="45"/>
                  </a:cubicBezTo>
                  <a:cubicBezTo>
                    <a:pt x="125" y="46"/>
                    <a:pt x="122" y="46"/>
                    <a:pt x="120" y="44"/>
                  </a:cubicBezTo>
                  <a:cubicBezTo>
                    <a:pt x="116" y="40"/>
                    <a:pt x="109" y="36"/>
                    <a:pt x="100" y="32"/>
                  </a:cubicBezTo>
                  <a:cubicBezTo>
                    <a:pt x="97" y="31"/>
                    <a:pt x="96" y="29"/>
                    <a:pt x="96" y="26"/>
                  </a:cubicBezTo>
                  <a:cubicBezTo>
                    <a:pt x="96" y="12"/>
                    <a:pt x="96" y="12"/>
                    <a:pt x="96" y="12"/>
                  </a:cubicBezTo>
                  <a:cubicBezTo>
                    <a:pt x="72" y="12"/>
                    <a:pt x="72" y="12"/>
                    <a:pt x="72" y="12"/>
                  </a:cubicBezTo>
                  <a:cubicBezTo>
                    <a:pt x="72" y="26"/>
                    <a:pt x="72" y="26"/>
                    <a:pt x="72" y="26"/>
                  </a:cubicBezTo>
                  <a:cubicBezTo>
                    <a:pt x="72" y="29"/>
                    <a:pt x="70" y="32"/>
                    <a:pt x="67" y="32"/>
                  </a:cubicBezTo>
                  <a:cubicBezTo>
                    <a:pt x="57" y="35"/>
                    <a:pt x="53" y="38"/>
                    <a:pt x="47" y="44"/>
                  </a:cubicBezTo>
                  <a:cubicBezTo>
                    <a:pt x="45" y="45"/>
                    <a:pt x="42" y="46"/>
                    <a:pt x="40" y="45"/>
                  </a:cubicBezTo>
                  <a:cubicBezTo>
                    <a:pt x="27" y="37"/>
                    <a:pt x="27" y="37"/>
                    <a:pt x="27" y="37"/>
                  </a:cubicBezTo>
                  <a:cubicBezTo>
                    <a:pt x="14" y="58"/>
                    <a:pt x="14" y="58"/>
                    <a:pt x="14" y="58"/>
                  </a:cubicBezTo>
                  <a:cubicBezTo>
                    <a:pt x="27" y="65"/>
                    <a:pt x="27" y="65"/>
                    <a:pt x="27" y="65"/>
                  </a:cubicBezTo>
                  <a:cubicBezTo>
                    <a:pt x="29" y="67"/>
                    <a:pt x="31" y="69"/>
                    <a:pt x="30" y="72"/>
                  </a:cubicBezTo>
                  <a:cubicBezTo>
                    <a:pt x="28" y="80"/>
                    <a:pt x="28" y="88"/>
                    <a:pt x="30" y="95"/>
                  </a:cubicBezTo>
                  <a:cubicBezTo>
                    <a:pt x="31" y="98"/>
                    <a:pt x="29" y="101"/>
                    <a:pt x="27" y="102"/>
                  </a:cubicBezTo>
                  <a:cubicBezTo>
                    <a:pt x="14" y="109"/>
                    <a:pt x="14" y="109"/>
                    <a:pt x="14" y="109"/>
                  </a:cubicBezTo>
                  <a:cubicBezTo>
                    <a:pt x="26" y="130"/>
                    <a:pt x="26" y="130"/>
                    <a:pt x="26" y="130"/>
                  </a:cubicBezTo>
                  <a:cubicBezTo>
                    <a:pt x="40" y="123"/>
                    <a:pt x="40" y="123"/>
                    <a:pt x="40" y="123"/>
                  </a:cubicBezTo>
                  <a:cubicBezTo>
                    <a:pt x="42" y="121"/>
                    <a:pt x="45" y="122"/>
                    <a:pt x="47" y="123"/>
                  </a:cubicBezTo>
                  <a:cubicBezTo>
                    <a:pt x="53" y="129"/>
                    <a:pt x="57" y="133"/>
                    <a:pt x="67" y="135"/>
                  </a:cubicBezTo>
                  <a:cubicBezTo>
                    <a:pt x="70" y="136"/>
                    <a:pt x="72" y="138"/>
                    <a:pt x="72" y="141"/>
                  </a:cubicBezTo>
                  <a:lnTo>
                    <a:pt x="72"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sp>
          <p:nvSpPr>
            <p:cNvPr id="361" name="Freeform 64">
              <a:extLst>
                <a:ext uri="{FF2B5EF4-FFF2-40B4-BE49-F238E27FC236}">
                  <a16:creationId xmlns:a16="http://schemas.microsoft.com/office/drawing/2014/main" id="{7949AA08-1950-4A44-91C1-8E34BD10E503}"/>
                </a:ext>
              </a:extLst>
            </p:cNvPr>
            <p:cNvSpPr>
              <a:spLocks noEditPoints="1"/>
            </p:cNvSpPr>
            <p:nvPr/>
          </p:nvSpPr>
          <p:spPr bwMode="auto">
            <a:xfrm>
              <a:off x="490" y="1863"/>
              <a:ext cx="89" cy="88"/>
            </a:xfrm>
            <a:custGeom>
              <a:avLst/>
              <a:gdLst>
                <a:gd name="T0" fmla="*/ 30 w 60"/>
                <a:gd name="T1" fmla="*/ 60 h 60"/>
                <a:gd name="T2" fmla="*/ 0 w 60"/>
                <a:gd name="T3" fmla="*/ 30 h 60"/>
                <a:gd name="T4" fmla="*/ 30 w 60"/>
                <a:gd name="T5" fmla="*/ 0 h 60"/>
                <a:gd name="T6" fmla="*/ 60 w 60"/>
                <a:gd name="T7" fmla="*/ 30 h 60"/>
                <a:gd name="T8" fmla="*/ 30 w 60"/>
                <a:gd name="T9" fmla="*/ 60 h 60"/>
                <a:gd name="T10" fmla="*/ 30 w 60"/>
                <a:gd name="T11" fmla="*/ 12 h 60"/>
                <a:gd name="T12" fmla="*/ 12 w 60"/>
                <a:gd name="T13" fmla="*/ 30 h 60"/>
                <a:gd name="T14" fmla="*/ 30 w 60"/>
                <a:gd name="T15" fmla="*/ 48 h 60"/>
                <a:gd name="T16" fmla="*/ 48 w 60"/>
                <a:gd name="T17" fmla="*/ 30 h 60"/>
                <a:gd name="T18" fmla="*/ 30 w 60"/>
                <a:gd name="T19" fmla="*/ 12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60"/>
                  </a:moveTo>
                  <a:cubicBezTo>
                    <a:pt x="13" y="60"/>
                    <a:pt x="0" y="46"/>
                    <a:pt x="0" y="30"/>
                  </a:cubicBezTo>
                  <a:cubicBezTo>
                    <a:pt x="0" y="13"/>
                    <a:pt x="13" y="0"/>
                    <a:pt x="30" y="0"/>
                  </a:cubicBezTo>
                  <a:cubicBezTo>
                    <a:pt x="46" y="0"/>
                    <a:pt x="60" y="13"/>
                    <a:pt x="60" y="30"/>
                  </a:cubicBezTo>
                  <a:cubicBezTo>
                    <a:pt x="60" y="46"/>
                    <a:pt x="46" y="60"/>
                    <a:pt x="30" y="60"/>
                  </a:cubicBezTo>
                  <a:close/>
                  <a:moveTo>
                    <a:pt x="30" y="12"/>
                  </a:moveTo>
                  <a:cubicBezTo>
                    <a:pt x="20" y="12"/>
                    <a:pt x="12" y="20"/>
                    <a:pt x="12" y="30"/>
                  </a:cubicBezTo>
                  <a:cubicBezTo>
                    <a:pt x="12" y="40"/>
                    <a:pt x="20" y="48"/>
                    <a:pt x="30" y="48"/>
                  </a:cubicBezTo>
                  <a:cubicBezTo>
                    <a:pt x="40" y="48"/>
                    <a:pt x="48" y="40"/>
                    <a:pt x="48" y="30"/>
                  </a:cubicBezTo>
                  <a:cubicBezTo>
                    <a:pt x="48" y="20"/>
                    <a:pt x="40" y="12"/>
                    <a:pt x="3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a:latin typeface="+mj-lt"/>
              </a:endParaRPr>
            </a:p>
          </p:txBody>
        </p:sp>
      </p:grpSp>
      <p:grpSp>
        <p:nvGrpSpPr>
          <p:cNvPr id="362" name="Group 83">
            <a:extLst>
              <a:ext uri="{FF2B5EF4-FFF2-40B4-BE49-F238E27FC236}">
                <a16:creationId xmlns:a16="http://schemas.microsoft.com/office/drawing/2014/main" id="{EFF1C6C9-655D-274A-BF87-2269FFB3606F}"/>
              </a:ext>
            </a:extLst>
          </p:cNvPr>
          <p:cNvGrpSpPr>
            <a:grpSpLocks noChangeAspect="1"/>
          </p:cNvGrpSpPr>
          <p:nvPr userDrawn="1"/>
        </p:nvGrpSpPr>
        <p:grpSpPr bwMode="auto">
          <a:xfrm>
            <a:off x="10959261" y="4300132"/>
            <a:ext cx="479568" cy="490720"/>
            <a:chOff x="1580" y="1910"/>
            <a:chExt cx="387" cy="396"/>
          </a:xfrm>
          <a:solidFill>
            <a:schemeClr val="accent4"/>
          </a:solidFill>
        </p:grpSpPr>
        <p:sp>
          <p:nvSpPr>
            <p:cNvPr id="363" name="Freeform 84">
              <a:extLst>
                <a:ext uri="{FF2B5EF4-FFF2-40B4-BE49-F238E27FC236}">
                  <a16:creationId xmlns:a16="http://schemas.microsoft.com/office/drawing/2014/main" id="{A5BD3BA6-1E5D-A147-A5E7-38A35AFB2FB8}"/>
                </a:ext>
              </a:extLst>
            </p:cNvPr>
            <p:cNvSpPr>
              <a:spLocks noEditPoints="1"/>
            </p:cNvSpPr>
            <p:nvPr/>
          </p:nvSpPr>
          <p:spPr bwMode="auto">
            <a:xfrm>
              <a:off x="1655" y="1982"/>
              <a:ext cx="238" cy="252"/>
            </a:xfrm>
            <a:custGeom>
              <a:avLst/>
              <a:gdLst>
                <a:gd name="T0" fmla="*/ 0 w 156"/>
                <a:gd name="T1" fmla="*/ 78 h 169"/>
                <a:gd name="T2" fmla="*/ 54 w 156"/>
                <a:gd name="T3" fmla="*/ 163 h 169"/>
                <a:gd name="T4" fmla="*/ 96 w 156"/>
                <a:gd name="T5" fmla="*/ 169 h 169"/>
                <a:gd name="T6" fmla="*/ 102 w 156"/>
                <a:gd name="T7" fmla="*/ 153 h 169"/>
                <a:gd name="T8" fmla="*/ 78 w 156"/>
                <a:gd name="T9" fmla="*/ 0 h 169"/>
                <a:gd name="T10" fmla="*/ 90 w 156"/>
                <a:gd name="T11" fmla="*/ 148 h 169"/>
                <a:gd name="T12" fmla="*/ 66 w 156"/>
                <a:gd name="T13" fmla="*/ 157 h 169"/>
                <a:gd name="T14" fmla="*/ 61 w 156"/>
                <a:gd name="T15" fmla="*/ 142 h 169"/>
                <a:gd name="T16" fmla="*/ 63 w 156"/>
                <a:gd name="T17" fmla="*/ 133 h 169"/>
                <a:gd name="T18" fmla="*/ 67 w 156"/>
                <a:gd name="T19" fmla="*/ 110 h 169"/>
                <a:gd name="T20" fmla="*/ 58 w 156"/>
                <a:gd name="T21" fmla="*/ 89 h 169"/>
                <a:gd name="T22" fmla="*/ 53 w 156"/>
                <a:gd name="T23" fmla="*/ 78 h 169"/>
                <a:gd name="T24" fmla="*/ 56 w 156"/>
                <a:gd name="T25" fmla="*/ 67 h 169"/>
                <a:gd name="T26" fmla="*/ 55 w 156"/>
                <a:gd name="T27" fmla="*/ 57 h 169"/>
                <a:gd name="T28" fmla="*/ 82 w 156"/>
                <a:gd name="T29" fmla="*/ 44 h 169"/>
                <a:gd name="T30" fmla="*/ 99 w 156"/>
                <a:gd name="T31" fmla="*/ 67 h 169"/>
                <a:gd name="T32" fmla="*/ 102 w 156"/>
                <a:gd name="T33" fmla="*/ 78 h 169"/>
                <a:gd name="T34" fmla="*/ 102 w 156"/>
                <a:gd name="T35" fmla="*/ 83 h 169"/>
                <a:gd name="T36" fmla="*/ 92 w 156"/>
                <a:gd name="T37" fmla="*/ 105 h 169"/>
                <a:gd name="T38" fmla="*/ 89 w 156"/>
                <a:gd name="T39" fmla="*/ 127 h 169"/>
                <a:gd name="T40" fmla="*/ 105 w 156"/>
                <a:gd name="T41" fmla="*/ 138 h 169"/>
                <a:gd name="T42" fmla="*/ 118 w 156"/>
                <a:gd name="T43" fmla="*/ 131 h 169"/>
                <a:gd name="T44" fmla="*/ 100 w 156"/>
                <a:gd name="T45" fmla="*/ 114 h 169"/>
                <a:gd name="T46" fmla="*/ 114 w 156"/>
                <a:gd name="T47" fmla="*/ 80 h 169"/>
                <a:gd name="T48" fmla="*/ 111 w 156"/>
                <a:gd name="T49" fmla="*/ 69 h 169"/>
                <a:gd name="T50" fmla="*/ 82 w 156"/>
                <a:gd name="T51" fmla="*/ 33 h 169"/>
                <a:gd name="T52" fmla="*/ 44 w 156"/>
                <a:gd name="T53" fmla="*/ 49 h 169"/>
                <a:gd name="T54" fmla="*/ 43 w 156"/>
                <a:gd name="T55" fmla="*/ 71 h 169"/>
                <a:gd name="T56" fmla="*/ 46 w 156"/>
                <a:gd name="T57" fmla="*/ 93 h 169"/>
                <a:gd name="T58" fmla="*/ 55 w 156"/>
                <a:gd name="T59" fmla="*/ 123 h 169"/>
                <a:gd name="T60" fmla="*/ 12 w 156"/>
                <a:gd name="T61" fmla="*/ 78 h 169"/>
                <a:gd name="T62" fmla="*/ 144 w 156"/>
                <a:gd name="T63" fmla="*/ 78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56" h="169">
                  <a:moveTo>
                    <a:pt x="78" y="0"/>
                  </a:moveTo>
                  <a:cubicBezTo>
                    <a:pt x="35" y="0"/>
                    <a:pt x="0" y="35"/>
                    <a:pt x="0" y="78"/>
                  </a:cubicBezTo>
                  <a:cubicBezTo>
                    <a:pt x="0" y="112"/>
                    <a:pt x="22" y="142"/>
                    <a:pt x="54" y="153"/>
                  </a:cubicBezTo>
                  <a:cubicBezTo>
                    <a:pt x="54" y="163"/>
                    <a:pt x="54" y="163"/>
                    <a:pt x="54" y="163"/>
                  </a:cubicBezTo>
                  <a:cubicBezTo>
                    <a:pt x="54" y="166"/>
                    <a:pt x="56" y="169"/>
                    <a:pt x="60" y="169"/>
                  </a:cubicBezTo>
                  <a:cubicBezTo>
                    <a:pt x="96" y="169"/>
                    <a:pt x="96" y="169"/>
                    <a:pt x="96" y="169"/>
                  </a:cubicBezTo>
                  <a:cubicBezTo>
                    <a:pt x="99" y="169"/>
                    <a:pt x="102" y="166"/>
                    <a:pt x="102" y="163"/>
                  </a:cubicBezTo>
                  <a:cubicBezTo>
                    <a:pt x="102" y="153"/>
                    <a:pt x="102" y="153"/>
                    <a:pt x="102" y="153"/>
                  </a:cubicBezTo>
                  <a:cubicBezTo>
                    <a:pt x="134" y="142"/>
                    <a:pt x="156" y="112"/>
                    <a:pt x="156" y="78"/>
                  </a:cubicBezTo>
                  <a:cubicBezTo>
                    <a:pt x="156" y="35"/>
                    <a:pt x="121" y="0"/>
                    <a:pt x="78" y="0"/>
                  </a:cubicBezTo>
                  <a:close/>
                  <a:moveTo>
                    <a:pt x="94" y="142"/>
                  </a:moveTo>
                  <a:cubicBezTo>
                    <a:pt x="92" y="143"/>
                    <a:pt x="90" y="145"/>
                    <a:pt x="90" y="148"/>
                  </a:cubicBezTo>
                  <a:cubicBezTo>
                    <a:pt x="90" y="157"/>
                    <a:pt x="90" y="157"/>
                    <a:pt x="90" y="157"/>
                  </a:cubicBezTo>
                  <a:cubicBezTo>
                    <a:pt x="66" y="157"/>
                    <a:pt x="66" y="157"/>
                    <a:pt x="66" y="157"/>
                  </a:cubicBezTo>
                  <a:cubicBezTo>
                    <a:pt x="66" y="148"/>
                    <a:pt x="66" y="148"/>
                    <a:pt x="66" y="148"/>
                  </a:cubicBezTo>
                  <a:cubicBezTo>
                    <a:pt x="66" y="145"/>
                    <a:pt x="64" y="143"/>
                    <a:pt x="61" y="142"/>
                  </a:cubicBezTo>
                  <a:cubicBezTo>
                    <a:pt x="57" y="141"/>
                    <a:pt x="54" y="140"/>
                    <a:pt x="50" y="138"/>
                  </a:cubicBezTo>
                  <a:cubicBezTo>
                    <a:pt x="54" y="136"/>
                    <a:pt x="59" y="135"/>
                    <a:pt x="63" y="133"/>
                  </a:cubicBezTo>
                  <a:cubicBezTo>
                    <a:pt x="65" y="132"/>
                    <a:pt x="67" y="130"/>
                    <a:pt x="67" y="127"/>
                  </a:cubicBezTo>
                  <a:cubicBezTo>
                    <a:pt x="67" y="110"/>
                    <a:pt x="67" y="110"/>
                    <a:pt x="67" y="110"/>
                  </a:cubicBezTo>
                  <a:cubicBezTo>
                    <a:pt x="67" y="108"/>
                    <a:pt x="65" y="106"/>
                    <a:pt x="63" y="105"/>
                  </a:cubicBezTo>
                  <a:cubicBezTo>
                    <a:pt x="63" y="105"/>
                    <a:pt x="58" y="102"/>
                    <a:pt x="58" y="89"/>
                  </a:cubicBezTo>
                  <a:cubicBezTo>
                    <a:pt x="58" y="86"/>
                    <a:pt x="56" y="84"/>
                    <a:pt x="54" y="84"/>
                  </a:cubicBezTo>
                  <a:cubicBezTo>
                    <a:pt x="53" y="83"/>
                    <a:pt x="52" y="80"/>
                    <a:pt x="53" y="78"/>
                  </a:cubicBezTo>
                  <a:cubicBezTo>
                    <a:pt x="56" y="78"/>
                    <a:pt x="58" y="75"/>
                    <a:pt x="58" y="72"/>
                  </a:cubicBezTo>
                  <a:cubicBezTo>
                    <a:pt x="58" y="71"/>
                    <a:pt x="58" y="69"/>
                    <a:pt x="56" y="67"/>
                  </a:cubicBezTo>
                  <a:cubicBezTo>
                    <a:pt x="54" y="60"/>
                    <a:pt x="53" y="58"/>
                    <a:pt x="53" y="57"/>
                  </a:cubicBezTo>
                  <a:cubicBezTo>
                    <a:pt x="54" y="57"/>
                    <a:pt x="54" y="57"/>
                    <a:pt x="55" y="57"/>
                  </a:cubicBezTo>
                  <a:cubicBezTo>
                    <a:pt x="58" y="58"/>
                    <a:pt x="61" y="56"/>
                    <a:pt x="62" y="53"/>
                  </a:cubicBezTo>
                  <a:cubicBezTo>
                    <a:pt x="63" y="48"/>
                    <a:pt x="72" y="44"/>
                    <a:pt x="82" y="44"/>
                  </a:cubicBezTo>
                  <a:cubicBezTo>
                    <a:pt x="92" y="44"/>
                    <a:pt x="100" y="48"/>
                    <a:pt x="102" y="53"/>
                  </a:cubicBezTo>
                  <a:cubicBezTo>
                    <a:pt x="103" y="58"/>
                    <a:pt x="100" y="64"/>
                    <a:pt x="99" y="67"/>
                  </a:cubicBezTo>
                  <a:cubicBezTo>
                    <a:pt x="98" y="69"/>
                    <a:pt x="97" y="71"/>
                    <a:pt x="97" y="72"/>
                  </a:cubicBezTo>
                  <a:cubicBezTo>
                    <a:pt x="97" y="75"/>
                    <a:pt x="100" y="78"/>
                    <a:pt x="102" y="78"/>
                  </a:cubicBezTo>
                  <a:cubicBezTo>
                    <a:pt x="103" y="78"/>
                    <a:pt x="103" y="79"/>
                    <a:pt x="103" y="79"/>
                  </a:cubicBezTo>
                  <a:cubicBezTo>
                    <a:pt x="103" y="81"/>
                    <a:pt x="102" y="82"/>
                    <a:pt x="102" y="83"/>
                  </a:cubicBezTo>
                  <a:cubicBezTo>
                    <a:pt x="99" y="84"/>
                    <a:pt x="97" y="86"/>
                    <a:pt x="97" y="89"/>
                  </a:cubicBezTo>
                  <a:cubicBezTo>
                    <a:pt x="97" y="101"/>
                    <a:pt x="93" y="104"/>
                    <a:pt x="92" y="105"/>
                  </a:cubicBezTo>
                  <a:cubicBezTo>
                    <a:pt x="90" y="106"/>
                    <a:pt x="89" y="108"/>
                    <a:pt x="89" y="110"/>
                  </a:cubicBezTo>
                  <a:cubicBezTo>
                    <a:pt x="89" y="127"/>
                    <a:pt x="89" y="127"/>
                    <a:pt x="89" y="127"/>
                  </a:cubicBezTo>
                  <a:cubicBezTo>
                    <a:pt x="89" y="130"/>
                    <a:pt x="90" y="132"/>
                    <a:pt x="92" y="133"/>
                  </a:cubicBezTo>
                  <a:cubicBezTo>
                    <a:pt x="97" y="135"/>
                    <a:pt x="101" y="136"/>
                    <a:pt x="105" y="138"/>
                  </a:cubicBezTo>
                  <a:cubicBezTo>
                    <a:pt x="102" y="140"/>
                    <a:pt x="98" y="141"/>
                    <a:pt x="94" y="142"/>
                  </a:cubicBezTo>
                  <a:close/>
                  <a:moveTo>
                    <a:pt x="118" y="131"/>
                  </a:moveTo>
                  <a:cubicBezTo>
                    <a:pt x="112" y="128"/>
                    <a:pt x="106" y="126"/>
                    <a:pt x="100" y="123"/>
                  </a:cubicBezTo>
                  <a:cubicBezTo>
                    <a:pt x="100" y="114"/>
                    <a:pt x="100" y="114"/>
                    <a:pt x="100" y="114"/>
                  </a:cubicBezTo>
                  <a:cubicBezTo>
                    <a:pt x="104" y="111"/>
                    <a:pt x="108" y="105"/>
                    <a:pt x="109" y="93"/>
                  </a:cubicBezTo>
                  <a:cubicBezTo>
                    <a:pt x="112" y="90"/>
                    <a:pt x="114" y="85"/>
                    <a:pt x="114" y="80"/>
                  </a:cubicBezTo>
                  <a:cubicBezTo>
                    <a:pt x="114" y="76"/>
                    <a:pt x="114" y="74"/>
                    <a:pt x="112" y="71"/>
                  </a:cubicBezTo>
                  <a:cubicBezTo>
                    <a:pt x="112" y="71"/>
                    <a:pt x="111" y="70"/>
                    <a:pt x="111" y="69"/>
                  </a:cubicBezTo>
                  <a:cubicBezTo>
                    <a:pt x="113" y="65"/>
                    <a:pt x="115" y="57"/>
                    <a:pt x="113" y="50"/>
                  </a:cubicBezTo>
                  <a:cubicBezTo>
                    <a:pt x="110" y="37"/>
                    <a:pt x="94" y="33"/>
                    <a:pt x="82" y="33"/>
                  </a:cubicBezTo>
                  <a:cubicBezTo>
                    <a:pt x="71" y="33"/>
                    <a:pt x="58" y="36"/>
                    <a:pt x="53" y="45"/>
                  </a:cubicBezTo>
                  <a:cubicBezTo>
                    <a:pt x="49" y="45"/>
                    <a:pt x="46" y="46"/>
                    <a:pt x="44" y="49"/>
                  </a:cubicBezTo>
                  <a:cubicBezTo>
                    <a:pt x="39" y="55"/>
                    <a:pt x="42" y="64"/>
                    <a:pt x="45" y="69"/>
                  </a:cubicBezTo>
                  <a:cubicBezTo>
                    <a:pt x="44" y="70"/>
                    <a:pt x="44" y="71"/>
                    <a:pt x="43" y="71"/>
                  </a:cubicBezTo>
                  <a:cubicBezTo>
                    <a:pt x="42" y="74"/>
                    <a:pt x="41" y="77"/>
                    <a:pt x="41" y="80"/>
                  </a:cubicBezTo>
                  <a:cubicBezTo>
                    <a:pt x="41" y="85"/>
                    <a:pt x="43" y="90"/>
                    <a:pt x="46" y="93"/>
                  </a:cubicBezTo>
                  <a:cubicBezTo>
                    <a:pt x="47" y="105"/>
                    <a:pt x="51" y="111"/>
                    <a:pt x="55" y="114"/>
                  </a:cubicBezTo>
                  <a:cubicBezTo>
                    <a:pt x="55" y="123"/>
                    <a:pt x="55" y="123"/>
                    <a:pt x="55" y="123"/>
                  </a:cubicBezTo>
                  <a:cubicBezTo>
                    <a:pt x="49" y="126"/>
                    <a:pt x="43" y="128"/>
                    <a:pt x="38" y="131"/>
                  </a:cubicBezTo>
                  <a:cubicBezTo>
                    <a:pt x="22" y="119"/>
                    <a:pt x="12" y="100"/>
                    <a:pt x="12" y="78"/>
                  </a:cubicBezTo>
                  <a:cubicBezTo>
                    <a:pt x="12" y="42"/>
                    <a:pt x="41" y="12"/>
                    <a:pt x="78" y="12"/>
                  </a:cubicBezTo>
                  <a:cubicBezTo>
                    <a:pt x="114" y="12"/>
                    <a:pt x="144" y="42"/>
                    <a:pt x="144" y="78"/>
                  </a:cubicBezTo>
                  <a:cubicBezTo>
                    <a:pt x="144" y="100"/>
                    <a:pt x="134" y="119"/>
                    <a:pt x="118" y="13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4" name="Freeform 85">
              <a:extLst>
                <a:ext uri="{FF2B5EF4-FFF2-40B4-BE49-F238E27FC236}">
                  <a16:creationId xmlns:a16="http://schemas.microsoft.com/office/drawing/2014/main" id="{16B4A2A5-EFF3-D844-8BFB-D9FC0A674E57}"/>
                </a:ext>
              </a:extLst>
            </p:cNvPr>
            <p:cNvSpPr>
              <a:spLocks/>
            </p:cNvSpPr>
            <p:nvPr/>
          </p:nvSpPr>
          <p:spPr bwMode="auto">
            <a:xfrm>
              <a:off x="1756" y="2288"/>
              <a:ext cx="36" cy="18"/>
            </a:xfrm>
            <a:custGeom>
              <a:avLst/>
              <a:gdLst>
                <a:gd name="T0" fmla="*/ 18 w 24"/>
                <a:gd name="T1" fmla="*/ 0 h 12"/>
                <a:gd name="T2" fmla="*/ 6 w 24"/>
                <a:gd name="T3" fmla="*/ 0 h 12"/>
                <a:gd name="T4" fmla="*/ 0 w 24"/>
                <a:gd name="T5" fmla="*/ 6 h 12"/>
                <a:gd name="T6" fmla="*/ 6 w 24"/>
                <a:gd name="T7" fmla="*/ 12 h 12"/>
                <a:gd name="T8" fmla="*/ 18 w 24"/>
                <a:gd name="T9" fmla="*/ 12 h 12"/>
                <a:gd name="T10" fmla="*/ 24 w 24"/>
                <a:gd name="T11" fmla="*/ 6 h 12"/>
                <a:gd name="T12" fmla="*/ 18 w 2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24" h="12">
                  <a:moveTo>
                    <a:pt x="18" y="0"/>
                  </a:moveTo>
                  <a:cubicBezTo>
                    <a:pt x="6" y="0"/>
                    <a:pt x="6" y="0"/>
                    <a:pt x="6" y="0"/>
                  </a:cubicBezTo>
                  <a:cubicBezTo>
                    <a:pt x="2" y="0"/>
                    <a:pt x="0" y="2"/>
                    <a:pt x="0" y="6"/>
                  </a:cubicBezTo>
                  <a:cubicBezTo>
                    <a:pt x="0" y="9"/>
                    <a:pt x="2" y="12"/>
                    <a:pt x="6" y="12"/>
                  </a:cubicBezTo>
                  <a:cubicBezTo>
                    <a:pt x="18" y="12"/>
                    <a:pt x="18" y="12"/>
                    <a:pt x="18" y="12"/>
                  </a:cubicBezTo>
                  <a:cubicBezTo>
                    <a:pt x="21" y="12"/>
                    <a:pt x="24" y="9"/>
                    <a:pt x="24" y="6"/>
                  </a:cubicBezTo>
                  <a:cubicBezTo>
                    <a:pt x="24" y="2"/>
                    <a:pt x="21" y="0"/>
                    <a:pt x="18"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5" name="Freeform 86">
              <a:extLst>
                <a:ext uri="{FF2B5EF4-FFF2-40B4-BE49-F238E27FC236}">
                  <a16:creationId xmlns:a16="http://schemas.microsoft.com/office/drawing/2014/main" id="{01032911-E44E-6A44-B3AE-2C20E895BDF1}"/>
                </a:ext>
              </a:extLst>
            </p:cNvPr>
            <p:cNvSpPr>
              <a:spLocks/>
            </p:cNvSpPr>
            <p:nvPr/>
          </p:nvSpPr>
          <p:spPr bwMode="auto">
            <a:xfrm>
              <a:off x="1737" y="2252"/>
              <a:ext cx="74" cy="18"/>
            </a:xfrm>
            <a:custGeom>
              <a:avLst/>
              <a:gdLst>
                <a:gd name="T0" fmla="*/ 42 w 48"/>
                <a:gd name="T1" fmla="*/ 0 h 12"/>
                <a:gd name="T2" fmla="*/ 6 w 48"/>
                <a:gd name="T3" fmla="*/ 0 h 12"/>
                <a:gd name="T4" fmla="*/ 0 w 48"/>
                <a:gd name="T5" fmla="*/ 6 h 12"/>
                <a:gd name="T6" fmla="*/ 6 w 48"/>
                <a:gd name="T7" fmla="*/ 12 h 12"/>
                <a:gd name="T8" fmla="*/ 42 w 48"/>
                <a:gd name="T9" fmla="*/ 12 h 12"/>
                <a:gd name="T10" fmla="*/ 48 w 48"/>
                <a:gd name="T11" fmla="*/ 6 h 12"/>
                <a:gd name="T12" fmla="*/ 42 w 48"/>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8" h="12">
                  <a:moveTo>
                    <a:pt x="42" y="0"/>
                  </a:moveTo>
                  <a:cubicBezTo>
                    <a:pt x="6" y="0"/>
                    <a:pt x="6" y="0"/>
                    <a:pt x="6" y="0"/>
                  </a:cubicBezTo>
                  <a:cubicBezTo>
                    <a:pt x="2" y="0"/>
                    <a:pt x="0" y="2"/>
                    <a:pt x="0" y="6"/>
                  </a:cubicBezTo>
                  <a:cubicBezTo>
                    <a:pt x="0" y="9"/>
                    <a:pt x="2" y="12"/>
                    <a:pt x="6" y="12"/>
                  </a:cubicBezTo>
                  <a:cubicBezTo>
                    <a:pt x="42" y="12"/>
                    <a:pt x="42" y="12"/>
                    <a:pt x="42" y="12"/>
                  </a:cubicBezTo>
                  <a:cubicBezTo>
                    <a:pt x="45" y="12"/>
                    <a:pt x="48" y="9"/>
                    <a:pt x="48" y="6"/>
                  </a:cubicBezTo>
                  <a:cubicBezTo>
                    <a:pt x="48" y="2"/>
                    <a:pt x="45" y="0"/>
                    <a:pt x="42"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6" name="Freeform 87">
              <a:extLst>
                <a:ext uri="{FF2B5EF4-FFF2-40B4-BE49-F238E27FC236}">
                  <a16:creationId xmlns:a16="http://schemas.microsoft.com/office/drawing/2014/main" id="{329745C6-8CE0-9B43-A51F-DC7EC13E0A91}"/>
                </a:ext>
              </a:extLst>
            </p:cNvPr>
            <p:cNvSpPr>
              <a:spLocks/>
            </p:cNvSpPr>
            <p:nvPr/>
          </p:nvSpPr>
          <p:spPr bwMode="auto">
            <a:xfrm>
              <a:off x="1765" y="1910"/>
              <a:ext cx="18" cy="54"/>
            </a:xfrm>
            <a:custGeom>
              <a:avLst/>
              <a:gdLst>
                <a:gd name="T0" fmla="*/ 6 w 12"/>
                <a:gd name="T1" fmla="*/ 36 h 36"/>
                <a:gd name="T2" fmla="*/ 12 w 12"/>
                <a:gd name="T3" fmla="*/ 30 h 36"/>
                <a:gd name="T4" fmla="*/ 12 w 12"/>
                <a:gd name="T5" fmla="*/ 6 h 36"/>
                <a:gd name="T6" fmla="*/ 6 w 12"/>
                <a:gd name="T7" fmla="*/ 0 h 36"/>
                <a:gd name="T8" fmla="*/ 0 w 12"/>
                <a:gd name="T9" fmla="*/ 6 h 36"/>
                <a:gd name="T10" fmla="*/ 0 w 12"/>
                <a:gd name="T11" fmla="*/ 30 h 36"/>
                <a:gd name="T12" fmla="*/ 6 w 1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2" h="36">
                  <a:moveTo>
                    <a:pt x="6" y="36"/>
                  </a:moveTo>
                  <a:cubicBezTo>
                    <a:pt x="9" y="36"/>
                    <a:pt x="12" y="34"/>
                    <a:pt x="12" y="30"/>
                  </a:cubicBezTo>
                  <a:cubicBezTo>
                    <a:pt x="12" y="6"/>
                    <a:pt x="12" y="6"/>
                    <a:pt x="12" y="6"/>
                  </a:cubicBezTo>
                  <a:cubicBezTo>
                    <a:pt x="12" y="3"/>
                    <a:pt x="9" y="0"/>
                    <a:pt x="6" y="0"/>
                  </a:cubicBezTo>
                  <a:cubicBezTo>
                    <a:pt x="2" y="0"/>
                    <a:pt x="0" y="3"/>
                    <a:pt x="0" y="6"/>
                  </a:cubicBezTo>
                  <a:cubicBezTo>
                    <a:pt x="0" y="30"/>
                    <a:pt x="0" y="30"/>
                    <a:pt x="0" y="30"/>
                  </a:cubicBezTo>
                  <a:cubicBezTo>
                    <a:pt x="0" y="34"/>
                    <a:pt x="2" y="36"/>
                    <a:pt x="6" y="36"/>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7" name="Freeform 88">
              <a:extLst>
                <a:ext uri="{FF2B5EF4-FFF2-40B4-BE49-F238E27FC236}">
                  <a16:creationId xmlns:a16="http://schemas.microsoft.com/office/drawing/2014/main" id="{8FA27E58-1649-0041-A7D0-1488B173F455}"/>
                </a:ext>
              </a:extLst>
            </p:cNvPr>
            <p:cNvSpPr>
              <a:spLocks/>
            </p:cNvSpPr>
            <p:nvPr/>
          </p:nvSpPr>
          <p:spPr bwMode="auto">
            <a:xfrm>
              <a:off x="1912"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2" y="0"/>
                    <a:pt x="0" y="3"/>
                    <a:pt x="0" y="6"/>
                  </a:cubicBezTo>
                  <a:cubicBezTo>
                    <a:pt x="0" y="10"/>
                    <a:pt x="2" y="12"/>
                    <a:pt x="6" y="12"/>
                  </a:cubicBezTo>
                  <a:cubicBezTo>
                    <a:pt x="30" y="12"/>
                    <a:pt x="30" y="12"/>
                    <a:pt x="30" y="12"/>
                  </a:cubicBezTo>
                  <a:cubicBezTo>
                    <a:pt x="33" y="12"/>
                    <a:pt x="36" y="10"/>
                    <a:pt x="36" y="6"/>
                  </a:cubicBezTo>
                  <a:cubicBezTo>
                    <a:pt x="36" y="3"/>
                    <a:pt x="33"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8" name="Freeform 89">
              <a:extLst>
                <a:ext uri="{FF2B5EF4-FFF2-40B4-BE49-F238E27FC236}">
                  <a16:creationId xmlns:a16="http://schemas.microsoft.com/office/drawing/2014/main" id="{09F7C906-F808-E349-BEC7-3B3085AFF7F7}"/>
                </a:ext>
              </a:extLst>
            </p:cNvPr>
            <p:cNvSpPr>
              <a:spLocks/>
            </p:cNvSpPr>
            <p:nvPr/>
          </p:nvSpPr>
          <p:spPr bwMode="auto">
            <a:xfrm>
              <a:off x="1580" y="2089"/>
              <a:ext cx="55" cy="18"/>
            </a:xfrm>
            <a:custGeom>
              <a:avLst/>
              <a:gdLst>
                <a:gd name="T0" fmla="*/ 30 w 36"/>
                <a:gd name="T1" fmla="*/ 0 h 12"/>
                <a:gd name="T2" fmla="*/ 6 w 36"/>
                <a:gd name="T3" fmla="*/ 0 h 12"/>
                <a:gd name="T4" fmla="*/ 0 w 36"/>
                <a:gd name="T5" fmla="*/ 6 h 12"/>
                <a:gd name="T6" fmla="*/ 6 w 36"/>
                <a:gd name="T7" fmla="*/ 12 h 12"/>
                <a:gd name="T8" fmla="*/ 30 w 36"/>
                <a:gd name="T9" fmla="*/ 12 h 12"/>
                <a:gd name="T10" fmla="*/ 36 w 36"/>
                <a:gd name="T11" fmla="*/ 6 h 12"/>
                <a:gd name="T12" fmla="*/ 30 w 36"/>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36" h="12">
                  <a:moveTo>
                    <a:pt x="30" y="0"/>
                  </a:moveTo>
                  <a:cubicBezTo>
                    <a:pt x="6" y="0"/>
                    <a:pt x="6" y="0"/>
                    <a:pt x="6" y="0"/>
                  </a:cubicBezTo>
                  <a:cubicBezTo>
                    <a:pt x="3" y="0"/>
                    <a:pt x="0" y="3"/>
                    <a:pt x="0" y="6"/>
                  </a:cubicBezTo>
                  <a:cubicBezTo>
                    <a:pt x="0" y="10"/>
                    <a:pt x="3" y="12"/>
                    <a:pt x="6" y="12"/>
                  </a:cubicBezTo>
                  <a:cubicBezTo>
                    <a:pt x="30" y="12"/>
                    <a:pt x="30" y="12"/>
                    <a:pt x="30" y="12"/>
                  </a:cubicBezTo>
                  <a:cubicBezTo>
                    <a:pt x="34" y="12"/>
                    <a:pt x="36" y="10"/>
                    <a:pt x="36" y="6"/>
                  </a:cubicBezTo>
                  <a:cubicBezTo>
                    <a:pt x="36" y="3"/>
                    <a:pt x="34" y="0"/>
                    <a:pt x="30" y="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9" name="Freeform 90">
              <a:extLst>
                <a:ext uri="{FF2B5EF4-FFF2-40B4-BE49-F238E27FC236}">
                  <a16:creationId xmlns:a16="http://schemas.microsoft.com/office/drawing/2014/main" id="{7A702297-D13A-8649-B1E4-169139C5B88C}"/>
                </a:ext>
              </a:extLst>
            </p:cNvPr>
            <p:cNvSpPr>
              <a:spLocks/>
            </p:cNvSpPr>
            <p:nvPr/>
          </p:nvSpPr>
          <p:spPr bwMode="auto">
            <a:xfrm>
              <a:off x="1621" y="1949"/>
              <a:ext cx="58" cy="57"/>
            </a:xfrm>
            <a:custGeom>
              <a:avLst/>
              <a:gdLst>
                <a:gd name="T0" fmla="*/ 27 w 38"/>
                <a:gd name="T1" fmla="*/ 37 h 38"/>
                <a:gd name="T2" fmla="*/ 32 w 38"/>
                <a:gd name="T3" fmla="*/ 38 h 38"/>
                <a:gd name="T4" fmla="*/ 36 w 38"/>
                <a:gd name="T5" fmla="*/ 37 h 38"/>
                <a:gd name="T6" fmla="*/ 36 w 38"/>
                <a:gd name="T7" fmla="*/ 28 h 38"/>
                <a:gd name="T8" fmla="*/ 10 w 38"/>
                <a:gd name="T9" fmla="*/ 3 h 38"/>
                <a:gd name="T10" fmla="*/ 2 w 38"/>
                <a:gd name="T11" fmla="*/ 3 h 38"/>
                <a:gd name="T12" fmla="*/ 2 w 38"/>
                <a:gd name="T13" fmla="*/ 11 h 38"/>
                <a:gd name="T14" fmla="*/ 27 w 38"/>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38">
                  <a:moveTo>
                    <a:pt x="27" y="37"/>
                  </a:moveTo>
                  <a:cubicBezTo>
                    <a:pt x="29" y="38"/>
                    <a:pt x="30" y="38"/>
                    <a:pt x="32" y="38"/>
                  </a:cubicBezTo>
                  <a:cubicBezTo>
                    <a:pt x="33" y="38"/>
                    <a:pt x="35" y="38"/>
                    <a:pt x="36" y="37"/>
                  </a:cubicBezTo>
                  <a:cubicBezTo>
                    <a:pt x="38" y="34"/>
                    <a:pt x="38" y="31"/>
                    <a:pt x="36" y="28"/>
                  </a:cubicBezTo>
                  <a:cubicBezTo>
                    <a:pt x="10" y="3"/>
                    <a:pt x="10" y="3"/>
                    <a:pt x="10" y="3"/>
                  </a:cubicBezTo>
                  <a:cubicBezTo>
                    <a:pt x="8" y="0"/>
                    <a:pt x="4" y="0"/>
                    <a:pt x="2" y="3"/>
                  </a:cubicBezTo>
                  <a:cubicBezTo>
                    <a:pt x="0" y="5"/>
                    <a:pt x="0" y="9"/>
                    <a:pt x="2" y="11"/>
                  </a:cubicBezTo>
                  <a:lnTo>
                    <a:pt x="27" y="37"/>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70" name="Freeform 91">
              <a:extLst>
                <a:ext uri="{FF2B5EF4-FFF2-40B4-BE49-F238E27FC236}">
                  <a16:creationId xmlns:a16="http://schemas.microsoft.com/office/drawing/2014/main" id="{B529D1D4-ACB6-4044-80CA-AB16AF0C4585}"/>
                </a:ext>
              </a:extLst>
            </p:cNvPr>
            <p:cNvSpPr>
              <a:spLocks/>
            </p:cNvSpPr>
            <p:nvPr/>
          </p:nvSpPr>
          <p:spPr bwMode="auto">
            <a:xfrm>
              <a:off x="1867" y="1949"/>
              <a:ext cx="60" cy="57"/>
            </a:xfrm>
            <a:custGeom>
              <a:avLst/>
              <a:gdLst>
                <a:gd name="T0" fmla="*/ 7 w 39"/>
                <a:gd name="T1" fmla="*/ 38 h 38"/>
                <a:gd name="T2" fmla="*/ 11 w 39"/>
                <a:gd name="T3" fmla="*/ 37 h 38"/>
                <a:gd name="T4" fmla="*/ 36 w 39"/>
                <a:gd name="T5" fmla="*/ 11 h 38"/>
                <a:gd name="T6" fmla="*/ 36 w 39"/>
                <a:gd name="T7" fmla="*/ 3 h 38"/>
                <a:gd name="T8" fmla="*/ 28 w 39"/>
                <a:gd name="T9" fmla="*/ 3 h 38"/>
                <a:gd name="T10" fmla="*/ 2 w 39"/>
                <a:gd name="T11" fmla="*/ 28 h 38"/>
                <a:gd name="T12" fmla="*/ 2 w 39"/>
                <a:gd name="T13" fmla="*/ 37 h 38"/>
                <a:gd name="T14" fmla="*/ 7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7" y="38"/>
                  </a:moveTo>
                  <a:cubicBezTo>
                    <a:pt x="8" y="38"/>
                    <a:pt x="10" y="38"/>
                    <a:pt x="11" y="37"/>
                  </a:cubicBezTo>
                  <a:cubicBezTo>
                    <a:pt x="36" y="11"/>
                    <a:pt x="36" y="11"/>
                    <a:pt x="36" y="11"/>
                  </a:cubicBezTo>
                  <a:cubicBezTo>
                    <a:pt x="39" y="9"/>
                    <a:pt x="39" y="5"/>
                    <a:pt x="36" y="3"/>
                  </a:cubicBezTo>
                  <a:cubicBezTo>
                    <a:pt x="34" y="0"/>
                    <a:pt x="30" y="0"/>
                    <a:pt x="28" y="3"/>
                  </a:cubicBezTo>
                  <a:cubicBezTo>
                    <a:pt x="2" y="28"/>
                    <a:pt x="2" y="28"/>
                    <a:pt x="2" y="28"/>
                  </a:cubicBezTo>
                  <a:cubicBezTo>
                    <a:pt x="0" y="31"/>
                    <a:pt x="0" y="34"/>
                    <a:pt x="2" y="37"/>
                  </a:cubicBezTo>
                  <a:cubicBezTo>
                    <a:pt x="4" y="38"/>
                    <a:pt x="5" y="38"/>
                    <a:pt x="7" y="3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grpSp>
      <p:grpSp>
        <p:nvGrpSpPr>
          <p:cNvPr id="371" name="Group 56">
            <a:extLst>
              <a:ext uri="{FF2B5EF4-FFF2-40B4-BE49-F238E27FC236}">
                <a16:creationId xmlns:a16="http://schemas.microsoft.com/office/drawing/2014/main" id="{754010E9-6578-4145-B63E-FE551FCF0B38}"/>
              </a:ext>
            </a:extLst>
          </p:cNvPr>
          <p:cNvGrpSpPr>
            <a:grpSpLocks noChangeAspect="1"/>
          </p:cNvGrpSpPr>
          <p:nvPr userDrawn="1"/>
        </p:nvGrpSpPr>
        <p:grpSpPr bwMode="auto">
          <a:xfrm>
            <a:off x="8400111" y="1923077"/>
            <a:ext cx="513762" cy="513760"/>
            <a:chOff x="6721" y="600"/>
            <a:chExt cx="426" cy="426"/>
          </a:xfrm>
          <a:solidFill>
            <a:schemeClr val="accent4"/>
          </a:solidFill>
        </p:grpSpPr>
        <p:sp>
          <p:nvSpPr>
            <p:cNvPr id="372" name="Freeform 57">
              <a:extLst>
                <a:ext uri="{FF2B5EF4-FFF2-40B4-BE49-F238E27FC236}">
                  <a16:creationId xmlns:a16="http://schemas.microsoft.com/office/drawing/2014/main" id="{E54CC8A3-2BE8-4348-8408-7A6C774ED71C}"/>
                </a:ext>
              </a:extLst>
            </p:cNvPr>
            <p:cNvSpPr>
              <a:spLocks/>
            </p:cNvSpPr>
            <p:nvPr/>
          </p:nvSpPr>
          <p:spPr bwMode="auto">
            <a:xfrm>
              <a:off x="6721" y="600"/>
              <a:ext cx="426" cy="426"/>
            </a:xfrm>
            <a:custGeom>
              <a:avLst/>
              <a:gdLst>
                <a:gd name="T0" fmla="*/ 144 w 288"/>
                <a:gd name="T1" fmla="*/ 288 h 288"/>
                <a:gd name="T2" fmla="*/ 0 w 288"/>
                <a:gd name="T3" fmla="*/ 144 h 288"/>
                <a:gd name="T4" fmla="*/ 144 w 288"/>
                <a:gd name="T5" fmla="*/ 0 h 288"/>
                <a:gd name="T6" fmla="*/ 288 w 288"/>
                <a:gd name="T7" fmla="*/ 144 h 288"/>
                <a:gd name="T8" fmla="*/ 282 w 288"/>
                <a:gd name="T9" fmla="*/ 150 h 288"/>
                <a:gd name="T10" fmla="*/ 276 w 288"/>
                <a:gd name="T11" fmla="*/ 144 h 288"/>
                <a:gd name="T12" fmla="*/ 144 w 288"/>
                <a:gd name="T13" fmla="*/ 12 h 288"/>
                <a:gd name="T14" fmla="*/ 12 w 288"/>
                <a:gd name="T15" fmla="*/ 144 h 288"/>
                <a:gd name="T16" fmla="*/ 144 w 288"/>
                <a:gd name="T17" fmla="*/ 276 h 288"/>
                <a:gd name="T18" fmla="*/ 190 w 288"/>
                <a:gd name="T19" fmla="*/ 268 h 288"/>
                <a:gd name="T20" fmla="*/ 198 w 288"/>
                <a:gd name="T21" fmla="*/ 272 h 288"/>
                <a:gd name="T22" fmla="*/ 194 w 288"/>
                <a:gd name="T23" fmla="*/ 280 h 288"/>
                <a:gd name="T24" fmla="*/ 144 w 288"/>
                <a:gd name="T25" fmla="*/ 28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88" h="288">
                  <a:moveTo>
                    <a:pt x="144" y="288"/>
                  </a:moveTo>
                  <a:cubicBezTo>
                    <a:pt x="65" y="288"/>
                    <a:pt x="0" y="224"/>
                    <a:pt x="0" y="144"/>
                  </a:cubicBezTo>
                  <a:cubicBezTo>
                    <a:pt x="0" y="65"/>
                    <a:pt x="65" y="0"/>
                    <a:pt x="144" y="0"/>
                  </a:cubicBezTo>
                  <a:cubicBezTo>
                    <a:pt x="224" y="0"/>
                    <a:pt x="288" y="65"/>
                    <a:pt x="288" y="144"/>
                  </a:cubicBezTo>
                  <a:cubicBezTo>
                    <a:pt x="288" y="148"/>
                    <a:pt x="286" y="150"/>
                    <a:pt x="282" y="150"/>
                  </a:cubicBezTo>
                  <a:cubicBezTo>
                    <a:pt x="279" y="150"/>
                    <a:pt x="276" y="148"/>
                    <a:pt x="276" y="144"/>
                  </a:cubicBezTo>
                  <a:cubicBezTo>
                    <a:pt x="276" y="71"/>
                    <a:pt x="217" y="12"/>
                    <a:pt x="144" y="12"/>
                  </a:cubicBezTo>
                  <a:cubicBezTo>
                    <a:pt x="72" y="12"/>
                    <a:pt x="12" y="71"/>
                    <a:pt x="12" y="144"/>
                  </a:cubicBezTo>
                  <a:cubicBezTo>
                    <a:pt x="12" y="217"/>
                    <a:pt x="72" y="276"/>
                    <a:pt x="144" y="276"/>
                  </a:cubicBezTo>
                  <a:cubicBezTo>
                    <a:pt x="160" y="276"/>
                    <a:pt x="175" y="274"/>
                    <a:pt x="190" y="268"/>
                  </a:cubicBezTo>
                  <a:cubicBezTo>
                    <a:pt x="193" y="267"/>
                    <a:pt x="196" y="269"/>
                    <a:pt x="198" y="272"/>
                  </a:cubicBezTo>
                  <a:cubicBezTo>
                    <a:pt x="199" y="275"/>
                    <a:pt x="197" y="278"/>
                    <a:pt x="194" y="280"/>
                  </a:cubicBezTo>
                  <a:cubicBezTo>
                    <a:pt x="178" y="285"/>
                    <a:pt x="161" y="288"/>
                    <a:pt x="144" y="288"/>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3" name="Freeform 58">
              <a:extLst>
                <a:ext uri="{FF2B5EF4-FFF2-40B4-BE49-F238E27FC236}">
                  <a16:creationId xmlns:a16="http://schemas.microsoft.com/office/drawing/2014/main" id="{468ADAAF-C6DA-A647-AC52-16E1AB8E8D5B}"/>
                </a:ext>
              </a:extLst>
            </p:cNvPr>
            <p:cNvSpPr>
              <a:spLocks noEditPoints="1"/>
            </p:cNvSpPr>
            <p:nvPr/>
          </p:nvSpPr>
          <p:spPr bwMode="auto">
            <a:xfrm>
              <a:off x="6987" y="813"/>
              <a:ext cx="160" cy="213"/>
            </a:xfrm>
            <a:custGeom>
              <a:avLst/>
              <a:gdLst>
                <a:gd name="T0" fmla="*/ 54 w 108"/>
                <a:gd name="T1" fmla="*/ 144 h 144"/>
                <a:gd name="T2" fmla="*/ 50 w 108"/>
                <a:gd name="T3" fmla="*/ 142 h 144"/>
                <a:gd name="T4" fmla="*/ 0 w 108"/>
                <a:gd name="T5" fmla="*/ 54 h 144"/>
                <a:gd name="T6" fmla="*/ 54 w 108"/>
                <a:gd name="T7" fmla="*/ 0 h 144"/>
                <a:gd name="T8" fmla="*/ 108 w 108"/>
                <a:gd name="T9" fmla="*/ 54 h 144"/>
                <a:gd name="T10" fmla="*/ 59 w 108"/>
                <a:gd name="T11" fmla="*/ 142 h 144"/>
                <a:gd name="T12" fmla="*/ 54 w 108"/>
                <a:gd name="T13" fmla="*/ 144 h 144"/>
                <a:gd name="T14" fmla="*/ 54 w 108"/>
                <a:gd name="T15" fmla="*/ 12 h 144"/>
                <a:gd name="T16" fmla="*/ 12 w 108"/>
                <a:gd name="T17" fmla="*/ 54 h 144"/>
                <a:gd name="T18" fmla="*/ 54 w 108"/>
                <a:gd name="T19" fmla="*/ 129 h 144"/>
                <a:gd name="T20" fmla="*/ 96 w 108"/>
                <a:gd name="T21" fmla="*/ 54 h 144"/>
                <a:gd name="T22" fmla="*/ 54 w 108"/>
                <a:gd name="T23" fmla="*/ 12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 h="144">
                  <a:moveTo>
                    <a:pt x="54" y="144"/>
                  </a:moveTo>
                  <a:cubicBezTo>
                    <a:pt x="53" y="144"/>
                    <a:pt x="51" y="143"/>
                    <a:pt x="50" y="142"/>
                  </a:cubicBezTo>
                  <a:cubicBezTo>
                    <a:pt x="45" y="136"/>
                    <a:pt x="0" y="82"/>
                    <a:pt x="0" y="54"/>
                  </a:cubicBezTo>
                  <a:cubicBezTo>
                    <a:pt x="0" y="24"/>
                    <a:pt x="25" y="0"/>
                    <a:pt x="54" y="0"/>
                  </a:cubicBezTo>
                  <a:cubicBezTo>
                    <a:pt x="84" y="0"/>
                    <a:pt x="108" y="24"/>
                    <a:pt x="108" y="54"/>
                  </a:cubicBezTo>
                  <a:cubicBezTo>
                    <a:pt x="108" y="82"/>
                    <a:pt x="64" y="136"/>
                    <a:pt x="59" y="142"/>
                  </a:cubicBezTo>
                  <a:cubicBezTo>
                    <a:pt x="58" y="143"/>
                    <a:pt x="56" y="144"/>
                    <a:pt x="54" y="144"/>
                  </a:cubicBezTo>
                  <a:close/>
                  <a:moveTo>
                    <a:pt x="54" y="12"/>
                  </a:moveTo>
                  <a:cubicBezTo>
                    <a:pt x="31" y="12"/>
                    <a:pt x="12" y="31"/>
                    <a:pt x="12" y="54"/>
                  </a:cubicBezTo>
                  <a:cubicBezTo>
                    <a:pt x="12" y="72"/>
                    <a:pt x="40" y="110"/>
                    <a:pt x="54" y="129"/>
                  </a:cubicBezTo>
                  <a:cubicBezTo>
                    <a:pt x="69" y="110"/>
                    <a:pt x="96" y="72"/>
                    <a:pt x="96" y="54"/>
                  </a:cubicBezTo>
                  <a:cubicBezTo>
                    <a:pt x="96" y="31"/>
                    <a:pt x="78" y="12"/>
                    <a:pt x="5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4" name="Freeform 59">
              <a:extLst>
                <a:ext uri="{FF2B5EF4-FFF2-40B4-BE49-F238E27FC236}">
                  <a16:creationId xmlns:a16="http://schemas.microsoft.com/office/drawing/2014/main" id="{1D2D45F1-2BA4-144E-BFD4-CF2AE4D806EF}"/>
                </a:ext>
              </a:extLst>
            </p:cNvPr>
            <p:cNvSpPr>
              <a:spLocks noEditPoints="1"/>
            </p:cNvSpPr>
            <p:nvPr/>
          </p:nvSpPr>
          <p:spPr bwMode="auto">
            <a:xfrm>
              <a:off x="7032" y="857"/>
              <a:ext cx="71" cy="71"/>
            </a:xfrm>
            <a:custGeom>
              <a:avLst/>
              <a:gdLst>
                <a:gd name="T0" fmla="*/ 24 w 48"/>
                <a:gd name="T1" fmla="*/ 48 h 48"/>
                <a:gd name="T2" fmla="*/ 0 w 48"/>
                <a:gd name="T3" fmla="*/ 24 h 48"/>
                <a:gd name="T4" fmla="*/ 24 w 48"/>
                <a:gd name="T5" fmla="*/ 0 h 48"/>
                <a:gd name="T6" fmla="*/ 48 w 48"/>
                <a:gd name="T7" fmla="*/ 24 h 48"/>
                <a:gd name="T8" fmla="*/ 24 w 48"/>
                <a:gd name="T9" fmla="*/ 48 h 48"/>
                <a:gd name="T10" fmla="*/ 24 w 48"/>
                <a:gd name="T11" fmla="*/ 12 h 48"/>
                <a:gd name="T12" fmla="*/ 12 w 48"/>
                <a:gd name="T13" fmla="*/ 24 h 48"/>
                <a:gd name="T14" fmla="*/ 24 w 48"/>
                <a:gd name="T15" fmla="*/ 36 h 48"/>
                <a:gd name="T16" fmla="*/ 36 w 48"/>
                <a:gd name="T17" fmla="*/ 24 h 48"/>
                <a:gd name="T18" fmla="*/ 24 w 48"/>
                <a:gd name="T19" fmla="*/ 1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 h="48">
                  <a:moveTo>
                    <a:pt x="24" y="48"/>
                  </a:moveTo>
                  <a:cubicBezTo>
                    <a:pt x="11" y="48"/>
                    <a:pt x="0" y="37"/>
                    <a:pt x="0" y="24"/>
                  </a:cubicBezTo>
                  <a:cubicBezTo>
                    <a:pt x="0" y="11"/>
                    <a:pt x="11" y="0"/>
                    <a:pt x="24" y="0"/>
                  </a:cubicBezTo>
                  <a:cubicBezTo>
                    <a:pt x="38" y="0"/>
                    <a:pt x="48" y="11"/>
                    <a:pt x="48" y="24"/>
                  </a:cubicBezTo>
                  <a:cubicBezTo>
                    <a:pt x="48" y="37"/>
                    <a:pt x="38" y="48"/>
                    <a:pt x="24" y="48"/>
                  </a:cubicBezTo>
                  <a:close/>
                  <a:moveTo>
                    <a:pt x="24" y="12"/>
                  </a:moveTo>
                  <a:cubicBezTo>
                    <a:pt x="18" y="12"/>
                    <a:pt x="12" y="18"/>
                    <a:pt x="12" y="24"/>
                  </a:cubicBezTo>
                  <a:cubicBezTo>
                    <a:pt x="12" y="31"/>
                    <a:pt x="18" y="36"/>
                    <a:pt x="24" y="36"/>
                  </a:cubicBezTo>
                  <a:cubicBezTo>
                    <a:pt x="31" y="36"/>
                    <a:pt x="36" y="31"/>
                    <a:pt x="36" y="24"/>
                  </a:cubicBezTo>
                  <a:cubicBezTo>
                    <a:pt x="36" y="18"/>
                    <a:pt x="31" y="12"/>
                    <a:pt x="24" y="12"/>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5" name="Freeform 60">
              <a:extLst>
                <a:ext uri="{FF2B5EF4-FFF2-40B4-BE49-F238E27FC236}">
                  <a16:creationId xmlns:a16="http://schemas.microsoft.com/office/drawing/2014/main" id="{B9008D23-F674-6448-903D-C3B5D32E5D05}"/>
                </a:ext>
              </a:extLst>
            </p:cNvPr>
            <p:cNvSpPr>
              <a:spLocks/>
            </p:cNvSpPr>
            <p:nvPr/>
          </p:nvSpPr>
          <p:spPr bwMode="auto">
            <a:xfrm>
              <a:off x="6792" y="607"/>
              <a:ext cx="213" cy="313"/>
            </a:xfrm>
            <a:custGeom>
              <a:avLst/>
              <a:gdLst>
                <a:gd name="T0" fmla="*/ 66 w 144"/>
                <a:gd name="T1" fmla="*/ 211 h 211"/>
                <a:gd name="T2" fmla="*/ 60 w 144"/>
                <a:gd name="T3" fmla="*/ 205 h 211"/>
                <a:gd name="T4" fmla="*/ 60 w 144"/>
                <a:gd name="T5" fmla="*/ 178 h 211"/>
                <a:gd name="T6" fmla="*/ 3 w 144"/>
                <a:gd name="T7" fmla="*/ 132 h 211"/>
                <a:gd name="T8" fmla="*/ 1 w 144"/>
                <a:gd name="T9" fmla="*/ 124 h 211"/>
                <a:gd name="T10" fmla="*/ 28 w 144"/>
                <a:gd name="T11" fmla="*/ 82 h 211"/>
                <a:gd name="T12" fmla="*/ 33 w 144"/>
                <a:gd name="T13" fmla="*/ 79 h 211"/>
                <a:gd name="T14" fmla="*/ 96 w 144"/>
                <a:gd name="T15" fmla="*/ 79 h 211"/>
                <a:gd name="T16" fmla="*/ 96 w 144"/>
                <a:gd name="T17" fmla="*/ 52 h 211"/>
                <a:gd name="T18" fmla="*/ 81 w 144"/>
                <a:gd name="T19" fmla="*/ 42 h 211"/>
                <a:gd name="T20" fmla="*/ 78 w 144"/>
                <a:gd name="T21" fmla="*/ 37 h 211"/>
                <a:gd name="T22" fmla="*/ 81 w 144"/>
                <a:gd name="T23" fmla="*/ 32 h 211"/>
                <a:gd name="T24" fmla="*/ 134 w 144"/>
                <a:gd name="T25" fmla="*/ 2 h 211"/>
                <a:gd name="T26" fmla="*/ 142 w 144"/>
                <a:gd name="T27" fmla="*/ 4 h 211"/>
                <a:gd name="T28" fmla="*/ 140 w 144"/>
                <a:gd name="T29" fmla="*/ 12 h 211"/>
                <a:gd name="T30" fmla="*/ 96 w 144"/>
                <a:gd name="T31" fmla="*/ 38 h 211"/>
                <a:gd name="T32" fmla="*/ 106 w 144"/>
                <a:gd name="T33" fmla="*/ 44 h 211"/>
                <a:gd name="T34" fmla="*/ 108 w 144"/>
                <a:gd name="T35" fmla="*/ 49 h 211"/>
                <a:gd name="T36" fmla="*/ 108 w 144"/>
                <a:gd name="T37" fmla="*/ 85 h 211"/>
                <a:gd name="T38" fmla="*/ 102 w 144"/>
                <a:gd name="T39" fmla="*/ 91 h 211"/>
                <a:gd name="T40" fmla="*/ 37 w 144"/>
                <a:gd name="T41" fmla="*/ 91 h 211"/>
                <a:gd name="T42" fmla="*/ 14 w 144"/>
                <a:gd name="T43" fmla="*/ 126 h 211"/>
                <a:gd name="T44" fmla="*/ 70 w 144"/>
                <a:gd name="T45" fmla="*/ 171 h 211"/>
                <a:gd name="T46" fmla="*/ 72 w 144"/>
                <a:gd name="T47" fmla="*/ 175 h 211"/>
                <a:gd name="T48" fmla="*/ 72 w 144"/>
                <a:gd name="T49" fmla="*/ 205 h 211"/>
                <a:gd name="T50" fmla="*/ 66 w 144"/>
                <a:gd name="T51" fmla="*/ 211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4" h="211">
                  <a:moveTo>
                    <a:pt x="66" y="211"/>
                  </a:moveTo>
                  <a:cubicBezTo>
                    <a:pt x="63" y="211"/>
                    <a:pt x="60" y="209"/>
                    <a:pt x="60" y="205"/>
                  </a:cubicBezTo>
                  <a:cubicBezTo>
                    <a:pt x="60" y="178"/>
                    <a:pt x="60" y="178"/>
                    <a:pt x="60" y="178"/>
                  </a:cubicBezTo>
                  <a:cubicBezTo>
                    <a:pt x="3" y="132"/>
                    <a:pt x="3" y="132"/>
                    <a:pt x="3" y="132"/>
                  </a:cubicBezTo>
                  <a:cubicBezTo>
                    <a:pt x="0" y="130"/>
                    <a:pt x="0" y="127"/>
                    <a:pt x="1" y="124"/>
                  </a:cubicBezTo>
                  <a:cubicBezTo>
                    <a:pt x="28" y="82"/>
                    <a:pt x="28" y="82"/>
                    <a:pt x="28" y="82"/>
                  </a:cubicBezTo>
                  <a:cubicBezTo>
                    <a:pt x="30" y="80"/>
                    <a:pt x="31" y="79"/>
                    <a:pt x="33" y="79"/>
                  </a:cubicBezTo>
                  <a:cubicBezTo>
                    <a:pt x="96" y="79"/>
                    <a:pt x="96" y="79"/>
                    <a:pt x="96" y="79"/>
                  </a:cubicBezTo>
                  <a:cubicBezTo>
                    <a:pt x="96" y="52"/>
                    <a:pt x="96" y="52"/>
                    <a:pt x="96" y="52"/>
                  </a:cubicBezTo>
                  <a:cubicBezTo>
                    <a:pt x="81" y="42"/>
                    <a:pt x="81" y="42"/>
                    <a:pt x="81" y="42"/>
                  </a:cubicBezTo>
                  <a:cubicBezTo>
                    <a:pt x="79" y="41"/>
                    <a:pt x="78" y="39"/>
                    <a:pt x="78" y="37"/>
                  </a:cubicBezTo>
                  <a:cubicBezTo>
                    <a:pt x="79" y="35"/>
                    <a:pt x="80" y="33"/>
                    <a:pt x="81" y="32"/>
                  </a:cubicBezTo>
                  <a:cubicBezTo>
                    <a:pt x="134" y="2"/>
                    <a:pt x="134" y="2"/>
                    <a:pt x="134" y="2"/>
                  </a:cubicBezTo>
                  <a:cubicBezTo>
                    <a:pt x="137" y="0"/>
                    <a:pt x="140" y="1"/>
                    <a:pt x="142" y="4"/>
                  </a:cubicBezTo>
                  <a:cubicBezTo>
                    <a:pt x="144" y="7"/>
                    <a:pt x="143" y="11"/>
                    <a:pt x="140" y="12"/>
                  </a:cubicBezTo>
                  <a:cubicBezTo>
                    <a:pt x="96" y="38"/>
                    <a:pt x="96" y="38"/>
                    <a:pt x="96" y="38"/>
                  </a:cubicBezTo>
                  <a:cubicBezTo>
                    <a:pt x="106" y="44"/>
                    <a:pt x="106" y="44"/>
                    <a:pt x="106" y="44"/>
                  </a:cubicBezTo>
                  <a:cubicBezTo>
                    <a:pt x="107" y="45"/>
                    <a:pt x="108" y="47"/>
                    <a:pt x="108" y="49"/>
                  </a:cubicBezTo>
                  <a:cubicBezTo>
                    <a:pt x="108" y="85"/>
                    <a:pt x="108" y="85"/>
                    <a:pt x="108" y="85"/>
                  </a:cubicBezTo>
                  <a:cubicBezTo>
                    <a:pt x="108" y="89"/>
                    <a:pt x="106" y="91"/>
                    <a:pt x="102" y="91"/>
                  </a:cubicBezTo>
                  <a:cubicBezTo>
                    <a:pt x="37" y="91"/>
                    <a:pt x="37" y="91"/>
                    <a:pt x="37" y="91"/>
                  </a:cubicBezTo>
                  <a:cubicBezTo>
                    <a:pt x="14" y="126"/>
                    <a:pt x="14" y="126"/>
                    <a:pt x="14" y="126"/>
                  </a:cubicBezTo>
                  <a:cubicBezTo>
                    <a:pt x="70" y="171"/>
                    <a:pt x="70" y="171"/>
                    <a:pt x="70" y="171"/>
                  </a:cubicBezTo>
                  <a:cubicBezTo>
                    <a:pt x="72" y="172"/>
                    <a:pt x="72" y="173"/>
                    <a:pt x="72" y="175"/>
                  </a:cubicBezTo>
                  <a:cubicBezTo>
                    <a:pt x="72" y="205"/>
                    <a:pt x="72" y="205"/>
                    <a:pt x="72" y="205"/>
                  </a:cubicBezTo>
                  <a:cubicBezTo>
                    <a:pt x="72" y="209"/>
                    <a:pt x="70" y="211"/>
                    <a:pt x="66" y="21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sp>
          <p:nvSpPr>
            <p:cNvPr id="376" name="Freeform 61">
              <a:extLst>
                <a:ext uri="{FF2B5EF4-FFF2-40B4-BE49-F238E27FC236}">
                  <a16:creationId xmlns:a16="http://schemas.microsoft.com/office/drawing/2014/main" id="{81B4FE17-16E8-1D46-A84D-C61DF767FCAD}"/>
                </a:ext>
              </a:extLst>
            </p:cNvPr>
            <p:cNvSpPr>
              <a:spLocks/>
            </p:cNvSpPr>
            <p:nvPr/>
          </p:nvSpPr>
          <p:spPr bwMode="auto">
            <a:xfrm>
              <a:off x="6983" y="665"/>
              <a:ext cx="112" cy="108"/>
            </a:xfrm>
            <a:custGeom>
              <a:avLst/>
              <a:gdLst>
                <a:gd name="T0" fmla="*/ 6 w 76"/>
                <a:gd name="T1" fmla="*/ 73 h 73"/>
                <a:gd name="T2" fmla="*/ 2 w 76"/>
                <a:gd name="T3" fmla="*/ 71 h 73"/>
                <a:gd name="T4" fmla="*/ 2 w 76"/>
                <a:gd name="T5" fmla="*/ 63 h 73"/>
                <a:gd name="T6" fmla="*/ 23 w 76"/>
                <a:gd name="T7" fmla="*/ 42 h 73"/>
                <a:gd name="T8" fmla="*/ 27 w 76"/>
                <a:gd name="T9" fmla="*/ 40 h 73"/>
                <a:gd name="T10" fmla="*/ 45 w 76"/>
                <a:gd name="T11" fmla="*/ 40 h 73"/>
                <a:gd name="T12" fmla="*/ 64 w 76"/>
                <a:gd name="T13" fmla="*/ 4 h 73"/>
                <a:gd name="T14" fmla="*/ 72 w 76"/>
                <a:gd name="T15" fmla="*/ 2 h 73"/>
                <a:gd name="T16" fmla="*/ 75 w 76"/>
                <a:gd name="T17" fmla="*/ 10 h 73"/>
                <a:gd name="T18" fmla="*/ 54 w 76"/>
                <a:gd name="T19" fmla="*/ 49 h 73"/>
                <a:gd name="T20" fmla="*/ 48 w 76"/>
                <a:gd name="T21" fmla="*/ 52 h 73"/>
                <a:gd name="T22" fmla="*/ 30 w 76"/>
                <a:gd name="T23" fmla="*/ 52 h 73"/>
                <a:gd name="T24" fmla="*/ 11 w 76"/>
                <a:gd name="T25" fmla="*/ 71 h 73"/>
                <a:gd name="T26" fmla="*/ 6 w 76"/>
                <a:gd name="T27" fmla="*/ 73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6" h="73">
                  <a:moveTo>
                    <a:pt x="6" y="73"/>
                  </a:moveTo>
                  <a:cubicBezTo>
                    <a:pt x="5" y="73"/>
                    <a:pt x="3" y="73"/>
                    <a:pt x="2" y="71"/>
                  </a:cubicBezTo>
                  <a:cubicBezTo>
                    <a:pt x="0" y="69"/>
                    <a:pt x="0" y="65"/>
                    <a:pt x="2" y="63"/>
                  </a:cubicBezTo>
                  <a:cubicBezTo>
                    <a:pt x="23" y="42"/>
                    <a:pt x="23" y="42"/>
                    <a:pt x="23" y="42"/>
                  </a:cubicBezTo>
                  <a:cubicBezTo>
                    <a:pt x="24" y="41"/>
                    <a:pt x="26" y="40"/>
                    <a:pt x="27" y="40"/>
                  </a:cubicBezTo>
                  <a:cubicBezTo>
                    <a:pt x="45" y="40"/>
                    <a:pt x="45" y="40"/>
                    <a:pt x="45" y="40"/>
                  </a:cubicBezTo>
                  <a:cubicBezTo>
                    <a:pt x="64" y="4"/>
                    <a:pt x="64" y="4"/>
                    <a:pt x="64" y="4"/>
                  </a:cubicBezTo>
                  <a:cubicBezTo>
                    <a:pt x="66" y="2"/>
                    <a:pt x="69" y="0"/>
                    <a:pt x="72" y="2"/>
                  </a:cubicBezTo>
                  <a:cubicBezTo>
                    <a:pt x="75" y="4"/>
                    <a:pt x="76" y="7"/>
                    <a:pt x="75" y="10"/>
                  </a:cubicBezTo>
                  <a:cubicBezTo>
                    <a:pt x="54" y="49"/>
                    <a:pt x="54" y="49"/>
                    <a:pt x="54" y="49"/>
                  </a:cubicBezTo>
                  <a:cubicBezTo>
                    <a:pt x="53" y="51"/>
                    <a:pt x="51" y="52"/>
                    <a:pt x="48" y="52"/>
                  </a:cubicBezTo>
                  <a:cubicBezTo>
                    <a:pt x="30" y="52"/>
                    <a:pt x="30" y="52"/>
                    <a:pt x="30" y="52"/>
                  </a:cubicBezTo>
                  <a:cubicBezTo>
                    <a:pt x="11" y="71"/>
                    <a:pt x="11" y="71"/>
                    <a:pt x="11" y="71"/>
                  </a:cubicBezTo>
                  <a:cubicBezTo>
                    <a:pt x="10" y="73"/>
                    <a:pt x="8" y="73"/>
                    <a:pt x="6" y="73"/>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AU"/>
            </a:p>
          </p:txBody>
        </p:sp>
      </p:grpSp>
      <p:sp>
        <p:nvSpPr>
          <p:cNvPr id="5" name="TextBox 4">
            <a:extLst>
              <a:ext uri="{FF2B5EF4-FFF2-40B4-BE49-F238E27FC236}">
                <a16:creationId xmlns:a16="http://schemas.microsoft.com/office/drawing/2014/main" id="{F6439B37-7E18-2D43-9C03-BCA23C9C27E0}"/>
              </a:ext>
            </a:extLst>
          </p:cNvPr>
          <p:cNvSpPr txBox="1"/>
          <p:nvPr userDrawn="1"/>
        </p:nvSpPr>
        <p:spPr>
          <a:xfrm>
            <a:off x="4732020" y="208026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385937185"/>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What's up video intro">
    <p:bg>
      <p:bgPr>
        <a:solidFill>
          <a:schemeClr val="bg1">
            <a:lumMod val="95000"/>
            <a:alpha val="9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AB576-E4F5-4F4F-9447-0F6F17C5CD7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0"/>
          <a:stretch/>
        </p:blipFill>
        <p:spPr>
          <a:xfrm>
            <a:off x="1185" y="1240119"/>
            <a:ext cx="12189630" cy="4377763"/>
          </a:xfrm>
          <a:prstGeom prst="rect">
            <a:avLst/>
          </a:prstGeom>
        </p:spPr>
      </p:pic>
      <p:grpSp>
        <p:nvGrpSpPr>
          <p:cNvPr id="5" name="Group 4">
            <a:extLst>
              <a:ext uri="{FF2B5EF4-FFF2-40B4-BE49-F238E27FC236}">
                <a16:creationId xmlns:a16="http://schemas.microsoft.com/office/drawing/2014/main" id="{16718341-51FD-475A-985F-1499F78958CF}"/>
              </a:ext>
            </a:extLst>
          </p:cNvPr>
          <p:cNvGrpSpPr/>
          <p:nvPr userDrawn="1"/>
        </p:nvGrpSpPr>
        <p:grpSpPr>
          <a:xfrm>
            <a:off x="5720861" y="721199"/>
            <a:ext cx="5826370" cy="5331756"/>
            <a:chOff x="869950" y="896437"/>
            <a:chExt cx="5029202" cy="5331756"/>
          </a:xfrm>
        </p:grpSpPr>
        <p:sp>
          <p:nvSpPr>
            <p:cNvPr id="6" name="Rectangle 5">
              <a:extLst>
                <a:ext uri="{FF2B5EF4-FFF2-40B4-BE49-F238E27FC236}">
                  <a16:creationId xmlns:a16="http://schemas.microsoft.com/office/drawing/2014/main" id="{266E2C18-0C91-47DA-B576-68C3D5946424}"/>
                </a:ext>
              </a:extLst>
            </p:cNvPr>
            <p:cNvSpPr/>
            <p:nvPr/>
          </p:nvSpPr>
          <p:spPr>
            <a:xfrm>
              <a:off x="869950" y="896437"/>
              <a:ext cx="5029200" cy="533175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7" name="Rectangle 6">
              <a:extLst>
                <a:ext uri="{FF2B5EF4-FFF2-40B4-BE49-F238E27FC236}">
                  <a16:creationId xmlns:a16="http://schemas.microsoft.com/office/drawing/2014/main" id="{F266C20D-FD34-4884-8516-E4195903652D}"/>
                </a:ext>
              </a:extLst>
            </p:cNvPr>
            <p:cNvSpPr/>
            <p:nvPr/>
          </p:nvSpPr>
          <p:spPr>
            <a:xfrm>
              <a:off x="869951" y="6155041"/>
              <a:ext cx="5029201" cy="7315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grpSp>
      <p:sp>
        <p:nvSpPr>
          <p:cNvPr id="8" name="Content Placeholder 4">
            <a:extLst>
              <a:ext uri="{FF2B5EF4-FFF2-40B4-BE49-F238E27FC236}">
                <a16:creationId xmlns:a16="http://schemas.microsoft.com/office/drawing/2014/main" id="{82BA3EC5-1193-4D14-81E8-4CF2631F1688}"/>
              </a:ext>
            </a:extLst>
          </p:cNvPr>
          <p:cNvSpPr txBox="1">
            <a:spLocks/>
          </p:cNvSpPr>
          <p:nvPr userDrawn="1"/>
        </p:nvSpPr>
        <p:spPr>
          <a:xfrm>
            <a:off x="6189780" y="4085566"/>
            <a:ext cx="4888527" cy="369332"/>
          </a:xfrm>
          <a:prstGeom prst="rect">
            <a:avLst/>
          </a:prstGeom>
        </p:spPr>
        <p:txBody>
          <a:bodyPr wrap="square" lIns="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defTabSz="914400"/>
            <a:r>
              <a:rPr lang="en-US" sz="1800">
                <a:solidFill>
                  <a:srgbClr val="000000"/>
                </a:solidFill>
              </a:rPr>
              <a:t>Click here to edit</a:t>
            </a:r>
            <a:endParaRPr lang="en-US" sz="1800"/>
          </a:p>
        </p:txBody>
      </p:sp>
      <p:sp>
        <p:nvSpPr>
          <p:cNvPr id="13" name="Text Placeholder 12">
            <a:extLst>
              <a:ext uri="{FF2B5EF4-FFF2-40B4-BE49-F238E27FC236}">
                <a16:creationId xmlns:a16="http://schemas.microsoft.com/office/drawing/2014/main" id="{9E70032F-7FAC-497B-A242-143051FAC307}"/>
              </a:ext>
            </a:extLst>
          </p:cNvPr>
          <p:cNvSpPr>
            <a:spLocks noGrp="1"/>
          </p:cNvSpPr>
          <p:nvPr>
            <p:ph type="body" sz="quarter" idx="10" hasCustomPrompt="1"/>
          </p:nvPr>
        </p:nvSpPr>
        <p:spPr>
          <a:xfrm>
            <a:off x="387532" y="2897682"/>
            <a:ext cx="4331613" cy="1082675"/>
          </a:xfrm>
        </p:spPr>
        <p:txBody>
          <a:bodyPr/>
          <a:lstStyle>
            <a:lvl1pPr>
              <a:defRPr sz="3600" b="1">
                <a:solidFill>
                  <a:schemeClr val="bg1"/>
                </a:solidFill>
              </a:defRPr>
            </a:lvl1pPr>
          </a:lstStyle>
          <a:p>
            <a:pPr lvl="0"/>
            <a:r>
              <a:rPr lang="en-US"/>
              <a:t>Click here to edit</a:t>
            </a:r>
          </a:p>
        </p:txBody>
      </p:sp>
    </p:spTree>
    <p:extLst>
      <p:ext uri="{BB962C8B-B14F-4D97-AF65-F5344CB8AC3E}">
        <p14:creationId xmlns:p14="http://schemas.microsoft.com/office/powerpoint/2010/main" val="1234189331"/>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Gray Back with Title">
    <p:bg>
      <p:bgPr>
        <a:solidFill>
          <a:srgbClr val="EDEDE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C994A-9E79-48DF-8928-A51A9A51F4B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24070223-A14C-4068-AF9F-2B34E31F7208}"/>
              </a:ext>
            </a:extLst>
          </p:cNvPr>
          <p:cNvSpPr>
            <a:spLocks noGrp="1"/>
          </p:cNvSpPr>
          <p:nvPr>
            <p:ph type="sldNum" sz="quarter" idx="10"/>
          </p:nvPr>
        </p:nvSpPr>
        <p:spPr/>
        <p:txBody>
          <a:bodyPr/>
          <a:lstStyle/>
          <a:p>
            <a:pPr algn="r" defTabSz="228600">
              <a:spcAft>
                <a:spcPts val="1200"/>
              </a:spcAft>
            </a:pPr>
            <a:endParaRPr lang="en-US"/>
          </a:p>
        </p:txBody>
      </p:sp>
    </p:spTree>
    <p:extLst>
      <p:ext uri="{BB962C8B-B14F-4D97-AF65-F5344CB8AC3E}">
        <p14:creationId xmlns:p14="http://schemas.microsoft.com/office/powerpoint/2010/main" val="370838146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Meet speaker option 1">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2AB576-E4F5-4F4F-9447-0F6F17C5CD7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10"/>
          <a:stretch/>
        </p:blipFill>
        <p:spPr>
          <a:xfrm>
            <a:off x="1185" y="1575412"/>
            <a:ext cx="12189630" cy="3657600"/>
          </a:xfrm>
          <a:prstGeom prst="rect">
            <a:avLst/>
          </a:prstGeom>
        </p:spPr>
      </p:pic>
      <p:sp>
        <p:nvSpPr>
          <p:cNvPr id="13" name="Text Placeholder 12">
            <a:extLst>
              <a:ext uri="{FF2B5EF4-FFF2-40B4-BE49-F238E27FC236}">
                <a16:creationId xmlns:a16="http://schemas.microsoft.com/office/drawing/2014/main" id="{9E70032F-7FAC-497B-A242-143051FAC307}"/>
              </a:ext>
            </a:extLst>
          </p:cNvPr>
          <p:cNvSpPr>
            <a:spLocks noGrp="1"/>
          </p:cNvSpPr>
          <p:nvPr>
            <p:ph type="body" sz="quarter" idx="10" hasCustomPrompt="1"/>
          </p:nvPr>
        </p:nvSpPr>
        <p:spPr>
          <a:xfrm>
            <a:off x="387532" y="2897682"/>
            <a:ext cx="4331613" cy="1082675"/>
          </a:xfrm>
        </p:spPr>
        <p:txBody>
          <a:bodyPr/>
          <a:lstStyle>
            <a:lvl1pPr>
              <a:defRPr sz="3600" b="1">
                <a:solidFill>
                  <a:schemeClr val="bg1"/>
                </a:solidFill>
              </a:defRPr>
            </a:lvl1pPr>
          </a:lstStyle>
          <a:p>
            <a:pPr lvl="0"/>
            <a:r>
              <a:rPr lang="en-US"/>
              <a:t>Click here to edit</a:t>
            </a:r>
          </a:p>
        </p:txBody>
      </p:sp>
      <p:sp>
        <p:nvSpPr>
          <p:cNvPr id="8" name="Content Placeholder 4">
            <a:extLst>
              <a:ext uri="{FF2B5EF4-FFF2-40B4-BE49-F238E27FC236}">
                <a16:creationId xmlns:a16="http://schemas.microsoft.com/office/drawing/2014/main" id="{82BA3EC5-1193-4D14-81E8-4CF2631F1688}"/>
              </a:ext>
            </a:extLst>
          </p:cNvPr>
          <p:cNvSpPr txBox="1">
            <a:spLocks/>
          </p:cNvSpPr>
          <p:nvPr userDrawn="1"/>
        </p:nvSpPr>
        <p:spPr>
          <a:xfrm>
            <a:off x="6189780" y="4085566"/>
            <a:ext cx="4888527" cy="369332"/>
          </a:xfrm>
          <a:prstGeom prst="rect">
            <a:avLst/>
          </a:prstGeom>
        </p:spPr>
        <p:txBody>
          <a:bodyPr wrap="square" lIns="0">
            <a:spAutoFit/>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defTabSz="914400"/>
            <a:r>
              <a:rPr lang="en-US" sz="1800">
                <a:solidFill>
                  <a:srgbClr val="000000"/>
                </a:solidFill>
              </a:rPr>
              <a:t>Click here to edit</a:t>
            </a:r>
            <a:endParaRPr lang="en-US" sz="1800"/>
          </a:p>
        </p:txBody>
      </p:sp>
      <p:grpSp>
        <p:nvGrpSpPr>
          <p:cNvPr id="14" name="Group 13">
            <a:extLst>
              <a:ext uri="{FF2B5EF4-FFF2-40B4-BE49-F238E27FC236}">
                <a16:creationId xmlns:a16="http://schemas.microsoft.com/office/drawing/2014/main" id="{89B6AD10-A546-4296-A479-D651FFD8B1C0}"/>
              </a:ext>
            </a:extLst>
          </p:cNvPr>
          <p:cNvGrpSpPr/>
          <p:nvPr userDrawn="1"/>
        </p:nvGrpSpPr>
        <p:grpSpPr>
          <a:xfrm rot="10800000">
            <a:off x="5720861" y="1024965"/>
            <a:ext cx="5826370" cy="4871196"/>
            <a:chOff x="869950" y="1572150"/>
            <a:chExt cx="5029202" cy="4871196"/>
          </a:xfrm>
        </p:grpSpPr>
        <p:sp>
          <p:nvSpPr>
            <p:cNvPr id="15" name="Rectangle 14">
              <a:extLst>
                <a:ext uri="{FF2B5EF4-FFF2-40B4-BE49-F238E27FC236}">
                  <a16:creationId xmlns:a16="http://schemas.microsoft.com/office/drawing/2014/main" id="{683C8637-A095-42CE-AF45-85434AA8DCB9}"/>
                </a:ext>
              </a:extLst>
            </p:cNvPr>
            <p:cNvSpPr/>
            <p:nvPr/>
          </p:nvSpPr>
          <p:spPr>
            <a:xfrm>
              <a:off x="869950" y="1572150"/>
              <a:ext cx="5029200" cy="4871196"/>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sp>
          <p:nvSpPr>
            <p:cNvPr id="16" name="Rectangle 15">
              <a:extLst>
                <a:ext uri="{FF2B5EF4-FFF2-40B4-BE49-F238E27FC236}">
                  <a16:creationId xmlns:a16="http://schemas.microsoft.com/office/drawing/2014/main" id="{90E29DAA-29DA-4C46-94F7-C3A251D65856}"/>
                </a:ext>
              </a:extLst>
            </p:cNvPr>
            <p:cNvSpPr/>
            <p:nvPr/>
          </p:nvSpPr>
          <p:spPr>
            <a:xfrm>
              <a:off x="869951" y="6370193"/>
              <a:ext cx="5029201" cy="73152"/>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grpSp>
      <p:sp>
        <p:nvSpPr>
          <p:cNvPr id="17" name="Text Placeholder 21">
            <a:extLst>
              <a:ext uri="{FF2B5EF4-FFF2-40B4-BE49-F238E27FC236}">
                <a16:creationId xmlns:a16="http://schemas.microsoft.com/office/drawing/2014/main" id="{69767146-9810-4739-B91E-71D1B0AB56D3}"/>
              </a:ext>
            </a:extLst>
          </p:cNvPr>
          <p:cNvSpPr txBox="1">
            <a:spLocks/>
          </p:cNvSpPr>
          <p:nvPr userDrawn="1"/>
        </p:nvSpPr>
        <p:spPr>
          <a:xfrm>
            <a:off x="7122286" y="3705008"/>
            <a:ext cx="3023518" cy="1077218"/>
          </a:xfrm>
          <a:prstGeom prst="rect">
            <a:avLst/>
          </a:prstGeom>
        </p:spPr>
        <p:txBody>
          <a:bodyPr wrap="square" lIns="0">
            <a:spAutoFit/>
          </a:bodyPr>
          <a:lstStyle>
            <a:lvl1pPr marL="0" indent="0" algn="l" defTabSz="914377" rtl="0" eaLnBrk="1" latinLnBrk="0" hangingPunct="1">
              <a:lnSpc>
                <a:spcPct val="80000"/>
              </a:lnSpc>
              <a:spcBef>
                <a:spcPts val="0"/>
              </a:spcBef>
              <a:spcAft>
                <a:spcPts val="600"/>
              </a:spcAft>
              <a:buFont typeface="Arial" panose="020B0604020202020204" pitchFamily="34" charset="0"/>
              <a:buNone/>
              <a:defRPr sz="2100" b="0" i="0" kern="1200" cap="none" baseline="0">
                <a:solidFill>
                  <a:schemeClr val="tx1"/>
                </a:solidFill>
                <a:latin typeface="GT Sectra Fine" pitchFamily="2" charset="77"/>
                <a:ea typeface="+mn-ea"/>
                <a:cs typeface="+mn-cs"/>
              </a:defRPr>
            </a:lvl1pPr>
            <a:lvl2pPr marL="0" indent="0" algn="l" defTabSz="914377" rtl="0" eaLnBrk="1" latinLnBrk="0" hangingPunct="1">
              <a:lnSpc>
                <a:spcPct val="100000"/>
              </a:lnSpc>
              <a:spcBef>
                <a:spcPts val="0"/>
              </a:spcBef>
              <a:spcAft>
                <a:spcPts val="600"/>
              </a:spcAft>
              <a:buFont typeface="Arial" panose="020B0604020202020204" pitchFamily="34" charset="0"/>
              <a:buNone/>
              <a:defRPr sz="1600" kern="1200">
                <a:solidFill>
                  <a:schemeClr val="tx1"/>
                </a:solidFill>
                <a:latin typeface="+mn-lt"/>
                <a:ea typeface="+mn-ea"/>
                <a:cs typeface="+mn-cs"/>
              </a:defRPr>
            </a:lvl2pPr>
            <a:lvl3pPr marL="0" indent="0" algn="l" defTabSz="914377" rtl="0" eaLnBrk="1" latinLnBrk="0" hangingPunct="1">
              <a:lnSpc>
                <a:spcPct val="110000"/>
              </a:lnSpc>
              <a:spcBef>
                <a:spcPts val="0"/>
              </a:spcBef>
              <a:spcAft>
                <a:spcPts val="600"/>
              </a:spcAft>
              <a:buFont typeface="Graphik" panose="020B0503030202060203" pitchFamily="34" charset="0"/>
              <a:buNone/>
              <a:defRPr sz="1200" kern="1200">
                <a:solidFill>
                  <a:schemeClr val="tx1"/>
                </a:solidFill>
                <a:latin typeface="+mn-lt"/>
                <a:ea typeface="+mn-ea"/>
                <a:cs typeface="+mn-cs"/>
              </a:defRPr>
            </a:lvl3pPr>
            <a:lvl4pPr marL="182880" indent="-182880" algn="l" defTabSz="914377"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4pPr>
            <a:lvl5pPr marL="857229" indent="-177796" algn="l" defTabSz="914377" rtl="0" eaLnBrk="1" latinLnBrk="0" hangingPunct="1">
              <a:lnSpc>
                <a:spcPct val="110000"/>
              </a:lnSpc>
              <a:spcBef>
                <a:spcPts val="0"/>
              </a:spcBef>
              <a:spcAft>
                <a:spcPts val="600"/>
              </a:spcAft>
              <a:buFont typeface="Graphik" panose="020B0503030202060203" pitchFamily="34" charset="0"/>
              <a:buChar char="–"/>
              <a:defRPr sz="1600" kern="1200">
                <a:solidFill>
                  <a:schemeClr val="tx1"/>
                </a:solidFill>
                <a:latin typeface="+mn-lt"/>
                <a:ea typeface="+mn-ea"/>
                <a:cs typeface="+mn-cs"/>
              </a:defRPr>
            </a:lvl5pPr>
            <a:lvl6pPr marL="1028674" indent="-173034" algn="l" defTabSz="914377"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6pPr>
            <a:lvl7pPr marL="55561" indent="0" algn="l" defTabSz="914377" rtl="0" eaLnBrk="1" latinLnBrk="0" hangingPunct="1">
              <a:lnSpc>
                <a:spcPct val="90000"/>
              </a:lnSpc>
              <a:spcBef>
                <a:spcPts val="800"/>
              </a:spcBef>
              <a:buFont typeface="Arial" panose="020B0604020202020204" pitchFamily="34" charset="0"/>
              <a:buNone/>
              <a:defRPr sz="1200" b="1" kern="1200" cap="all" baseline="0">
                <a:solidFill>
                  <a:schemeClr val="tx1"/>
                </a:solidFill>
                <a:latin typeface="+mj-lt"/>
                <a:ea typeface="+mn-ea"/>
                <a:cs typeface="+mn-cs"/>
              </a:defRPr>
            </a:lvl7pPr>
            <a:lvl8pPr marL="55561" indent="0" algn="l" defTabSz="914377" rtl="0" eaLnBrk="1" latinLnBrk="0" hangingPunct="1">
              <a:lnSpc>
                <a:spcPct val="100000"/>
              </a:lnSpc>
              <a:spcBef>
                <a:spcPts val="0"/>
              </a:spcBef>
              <a:spcAft>
                <a:spcPts val="800"/>
              </a:spcAft>
              <a:buFont typeface="Arial" panose="020B0604020202020204" pitchFamily="34" charset="0"/>
              <a:buNone/>
              <a:defRPr sz="1800" kern="1200" baseline="0">
                <a:solidFill>
                  <a:schemeClr val="tx1"/>
                </a:solidFill>
                <a:latin typeface="+mn-lt"/>
                <a:ea typeface="+mn-ea"/>
                <a:cs typeface="+mn-cs"/>
              </a:defRPr>
            </a:lvl8pPr>
            <a:lvl9pPr marL="55561" indent="0" algn="l" defTabSz="914377" rtl="0" eaLnBrk="1" latinLnBrk="0" hangingPunct="1">
              <a:lnSpc>
                <a:spcPct val="110000"/>
              </a:lnSpc>
              <a:spcBef>
                <a:spcPts val="0"/>
              </a:spcBef>
              <a:spcAft>
                <a:spcPts val="600"/>
              </a:spcAft>
              <a:buFont typeface="Arial" panose="020B0604020202020204" pitchFamily="34" charset="0"/>
              <a:buNone/>
              <a:defRPr sz="1200" kern="1200">
                <a:solidFill>
                  <a:schemeClr val="tx1"/>
                </a:solidFill>
                <a:latin typeface="+mn-lt"/>
                <a:ea typeface="+mn-ea"/>
                <a:cs typeface="+mn-cs"/>
              </a:defRPr>
            </a:lvl9pPr>
          </a:lstStyle>
          <a:p>
            <a:pPr algn="ctr">
              <a:lnSpc>
                <a:spcPct val="100000"/>
              </a:lnSpc>
              <a:spcAft>
                <a:spcPts val="0"/>
              </a:spcAft>
            </a:pPr>
            <a:r>
              <a:rPr lang="en-US" sz="2400" b="1">
                <a:latin typeface="Graphik" panose="020B0503030202060203" pitchFamily="34" charset="77"/>
              </a:rPr>
              <a:t>First and last name</a:t>
            </a:r>
          </a:p>
          <a:p>
            <a:pPr lvl="1" algn="ctr">
              <a:spcAft>
                <a:spcPts val="0"/>
              </a:spcAft>
            </a:pPr>
            <a:r>
              <a:rPr lang="en-US" sz="2000">
                <a:latin typeface="Graphik" panose="020B0503030202060203" pitchFamily="34" charset="77"/>
              </a:rPr>
              <a:t>Role</a:t>
            </a:r>
          </a:p>
          <a:p>
            <a:pPr lvl="2" algn="ctr">
              <a:lnSpc>
                <a:spcPct val="100000"/>
              </a:lnSpc>
              <a:spcAft>
                <a:spcPts val="0"/>
              </a:spcAft>
            </a:pPr>
            <a:r>
              <a:rPr lang="en-US" sz="2000">
                <a:latin typeface="Graphik" panose="020B0503030202060203" pitchFamily="34" charset="77"/>
              </a:rPr>
              <a:t>Fun fact</a:t>
            </a:r>
          </a:p>
        </p:txBody>
      </p:sp>
      <p:sp>
        <p:nvSpPr>
          <p:cNvPr id="4" name="Picture Placeholder 3">
            <a:extLst>
              <a:ext uri="{FF2B5EF4-FFF2-40B4-BE49-F238E27FC236}">
                <a16:creationId xmlns:a16="http://schemas.microsoft.com/office/drawing/2014/main" id="{BD515EEA-527A-43EF-9871-AB48F3DC269C}"/>
              </a:ext>
            </a:extLst>
          </p:cNvPr>
          <p:cNvSpPr>
            <a:spLocks noGrp="1"/>
          </p:cNvSpPr>
          <p:nvPr>
            <p:ph type="pic" sz="quarter" idx="11" hasCustomPrompt="1"/>
          </p:nvPr>
        </p:nvSpPr>
        <p:spPr>
          <a:xfrm>
            <a:off x="7122286" y="721792"/>
            <a:ext cx="2838450" cy="2655888"/>
          </a:xfrm>
          <a:solidFill>
            <a:schemeClr val="bg1">
              <a:lumMod val="75000"/>
            </a:schemeClr>
          </a:solidFill>
        </p:spPr>
        <p:txBody>
          <a:bodyPr/>
          <a:lstStyle>
            <a:lvl1pPr>
              <a:defRPr/>
            </a:lvl1pPr>
          </a:lstStyle>
          <a:p>
            <a:r>
              <a:rPr lang="en-US"/>
              <a:t>Add profile photo</a:t>
            </a:r>
          </a:p>
        </p:txBody>
      </p:sp>
    </p:spTree>
    <p:extLst>
      <p:ext uri="{BB962C8B-B14F-4D97-AF65-F5344CB8AC3E}">
        <p14:creationId xmlns:p14="http://schemas.microsoft.com/office/powerpoint/2010/main" val="2389636560"/>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CB0C7B-A003-45FD-B803-DE00E0374D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5598" t="59546" r="19412" b="15065"/>
          <a:stretch/>
        </p:blipFill>
        <p:spPr>
          <a:xfrm>
            <a:off x="0" y="0"/>
            <a:ext cx="12192000" cy="696468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5" name="TextBox 4">
            <a:extLst>
              <a:ext uri="{FF2B5EF4-FFF2-40B4-BE49-F238E27FC236}">
                <a16:creationId xmlns:a16="http://schemas.microsoft.com/office/drawing/2014/main" id="{576D3AD0-C81D-4B6F-AF8C-3B3FD9443CEC}"/>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73952"/>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1" name="Text Placeholder 15">
            <a:extLst>
              <a:ext uri="{FF2B5EF4-FFF2-40B4-BE49-F238E27FC236}">
                <a16:creationId xmlns:a16="http://schemas.microsoft.com/office/drawing/2014/main" id="{C1BA4F43-9A33-40BF-9D42-10A895373950}"/>
              </a:ext>
            </a:extLst>
          </p:cNvPr>
          <p:cNvSpPr>
            <a:spLocks noGrp="1"/>
          </p:cNvSpPr>
          <p:nvPr>
            <p:ph type="body" sz="quarter" idx="14" hasCustomPrompt="1"/>
          </p:nvPr>
        </p:nvSpPr>
        <p:spPr>
          <a:xfrm>
            <a:off x="1142999" y="4610100"/>
            <a:ext cx="4952999" cy="1474214"/>
          </a:xfrm>
        </p:spPr>
        <p:txBody>
          <a:bodyPr vert="horz" lIns="0" tIns="0" rIns="0" bIns="0" rtlCol="0">
            <a:noAutofit/>
          </a:bodyPr>
          <a:lstStyle>
            <a:lvl1pPr marL="12700" indent="-12700" algn="l">
              <a:lnSpc>
                <a:spcPct val="90000"/>
              </a:lnSpc>
              <a:spcAft>
                <a:spcPts val="0"/>
              </a:spcAft>
              <a:buNone/>
              <a:tabLst/>
              <a:defRPr lang="en-US" sz="2400" b="0" kern="1200" dirty="0">
                <a:solidFill>
                  <a:schemeClr val="tx1"/>
                </a:solidFill>
                <a:latin typeface="GT Sectra Fine" pitchFamily="2" charset="77"/>
                <a:ea typeface="+mn-ea"/>
                <a:cs typeface="+mn-cs"/>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0" lvl="0" indent="0" algn="l" defTabSz="228600" rtl="0" eaLnBrk="1" latinLnBrk="0" hangingPunct="1">
              <a:lnSpc>
                <a:spcPct val="90000"/>
              </a:lnSpc>
              <a:spcBef>
                <a:spcPts val="0"/>
              </a:spcBef>
              <a:spcAft>
                <a:spcPts val="0"/>
              </a:spcAft>
              <a:buFont typeface="Arial" panose="020B0604020202020204" pitchFamily="34" charset="0"/>
              <a:buNone/>
            </a:pPr>
            <a:r>
              <a:rPr lang="en-GB"/>
              <a:t>Place subtitle here in GT </a:t>
            </a:r>
            <a:r>
              <a:rPr lang="en-GB" err="1"/>
              <a:t>Sectra</a:t>
            </a:r>
            <a:r>
              <a:rPr lang="en-GB"/>
              <a:t> Fine 24pt</a:t>
            </a:r>
            <a:endParaRPr lang="en-US"/>
          </a:p>
        </p:txBody>
      </p:sp>
      <p:sp>
        <p:nvSpPr>
          <p:cNvPr id="10" name="Graphic 4">
            <a:extLst>
              <a:ext uri="{FF2B5EF4-FFF2-40B4-BE49-F238E27FC236}">
                <a16:creationId xmlns:a16="http://schemas.microsoft.com/office/drawing/2014/main" id="{73A407DD-E271-49A5-89F4-1A547AF02A41}"/>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4624500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9693" t="55486" r="48054"/>
          <a:stretch/>
        </p:blipFill>
        <p:spPr>
          <a:xfrm rot="5400000">
            <a:off x="2662238" y="-2668333"/>
            <a:ext cx="6861429" cy="12198096"/>
          </a:xfrm>
          <a:prstGeom prst="rect">
            <a:avLst/>
          </a:prstGeom>
        </p:spPr>
      </p:pic>
      <p:sp>
        <p:nvSpPr>
          <p:cNvPr id="14" name="Content Placeholder 7">
            <a:extLst>
              <a:ext uri="{FF2B5EF4-FFF2-40B4-BE49-F238E27FC236}">
                <a16:creationId xmlns:a16="http://schemas.microsoft.com/office/drawing/2014/main" id="{A3AA3802-A736-4FD6-BF98-593CC63BC618}"/>
              </a:ext>
            </a:extLst>
          </p:cNvPr>
          <p:cNvSpPr>
            <a:spLocks noGrp="1"/>
          </p:cNvSpPr>
          <p:nvPr>
            <p:ph sz="quarter" idx="10" hasCustomPrompt="1"/>
          </p:nvPr>
        </p:nvSpPr>
        <p:spPr>
          <a:xfrm>
            <a:off x="380531" y="381000"/>
            <a:ext cx="11430001" cy="5703888"/>
          </a:xfrm>
        </p:spPr>
        <p:txBody>
          <a:bodyPr anchor="ctr"/>
          <a:lstStyle>
            <a:lvl1pPr algn="ctr">
              <a:defRPr/>
            </a:lvl1pPr>
          </a:lstStyle>
          <a:p>
            <a:pPr lvl="0"/>
            <a:r>
              <a:rPr lang="en-US"/>
              <a:t>Insert photo</a:t>
            </a:r>
          </a:p>
        </p:txBody>
      </p:sp>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5212080"/>
            <a:ext cx="11430000" cy="990600"/>
          </a:xfrm>
        </p:spPr>
        <p:txBody>
          <a:bodyPr/>
          <a:lstStyle>
            <a:lvl1pPr algn="ctr">
              <a:defRPr sz="4400"/>
            </a:lvl1pPr>
          </a:lstStyle>
          <a:p>
            <a:r>
              <a:rPr lang="en-GB"/>
              <a:t>Place headline here (36pt, min 30pt)</a:t>
            </a:r>
            <a:endParaRPr lang="en-US"/>
          </a:p>
        </p:txBody>
      </p:sp>
    </p:spTree>
    <p:extLst>
      <p:ext uri="{BB962C8B-B14F-4D97-AF65-F5344CB8AC3E}">
        <p14:creationId xmlns:p14="http://schemas.microsoft.com/office/powerpoint/2010/main" val="6650169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9693" t="55486" r="48054"/>
          <a:stretch/>
        </p:blipFill>
        <p:spPr>
          <a:xfrm rot="5400000">
            <a:off x="2662238" y="-2668333"/>
            <a:ext cx="6861429" cy="12198096"/>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6690457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3_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9693" t="55486" r="48054"/>
          <a:stretch/>
        </p:blipFill>
        <p:spPr>
          <a:xfrm rot="5400000">
            <a:off x="2617016" y="-2617014"/>
            <a:ext cx="6964067" cy="12198096"/>
          </a:xfrm>
          <a:prstGeom prst="rect">
            <a:avLst/>
          </a:prstGeom>
        </p:spPr>
      </p:pic>
      <p:pic>
        <p:nvPicPr>
          <p:cNvPr id="13" name="Picture 12" descr="Background pattern&#10;&#10;Description automatically generated">
            <a:extLst>
              <a:ext uri="{FF2B5EF4-FFF2-40B4-BE49-F238E27FC236}">
                <a16:creationId xmlns:a16="http://schemas.microsoft.com/office/drawing/2014/main" id="{1ADE0117-6E48-4A74-9F0F-5DED0B29D5D6}"/>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t="27094" b="54205"/>
          <a:stretch/>
        </p:blipFill>
        <p:spPr>
          <a:xfrm>
            <a:off x="-2648" y="5769061"/>
            <a:ext cx="12194647" cy="1195006"/>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376871008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3_Blank with footers">
    <p:spTree>
      <p:nvGrpSpPr>
        <p:cNvPr id="1" name=""/>
        <p:cNvGrpSpPr/>
        <p:nvPr/>
      </p:nvGrpSpPr>
      <p:grpSpPr>
        <a:xfrm>
          <a:off x="0" y="0"/>
          <a:ext cx="0" cy="0"/>
          <a:chOff x="0" y="0"/>
          <a:chExt cx="0" cy="0"/>
        </a:xfrm>
      </p:grpSpPr>
      <p:sp>
        <p:nvSpPr>
          <p:cNvPr id="12" name="Footer Placeholder 5">
            <a:extLst>
              <a:ext uri="{FF2B5EF4-FFF2-40B4-BE49-F238E27FC236}">
                <a16:creationId xmlns:a16="http://schemas.microsoft.com/office/drawing/2014/main" id="{2CC7CBB9-B424-BE46-8FBE-86CD0EE5C99F}"/>
              </a:ext>
            </a:extLst>
          </p:cNvPr>
          <p:cNvSpPr>
            <a:spLocks noGrp="1"/>
          </p:cNvSpPr>
          <p:nvPr>
            <p:ph type="ftr" sz="quarter" idx="11"/>
          </p:nvPr>
        </p:nvSpPr>
        <p:spPr>
          <a:xfrm>
            <a:off x="8274150" y="6335825"/>
            <a:ext cx="3079650" cy="206375"/>
          </a:xfrm>
        </p:spPr>
        <p:txBody>
          <a:bodyPr/>
          <a:lstStyle>
            <a:lvl1pPr algn="r">
              <a:defRPr sz="800" spc="0"/>
            </a:lvl1pPr>
          </a:lstStyle>
          <a:p>
            <a:endParaRPr lang="en-US"/>
          </a:p>
        </p:txBody>
      </p:sp>
    </p:spTree>
    <p:extLst>
      <p:ext uri="{BB962C8B-B14F-4D97-AF65-F5344CB8AC3E}">
        <p14:creationId xmlns:p14="http://schemas.microsoft.com/office/powerpoint/2010/main" val="371089227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reserve="1">
  <p:cSld name="4_Blank with footer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E4186F-5487-AC41-8B7B-7B34BFE5274B}"/>
              </a:ext>
            </a:extLst>
          </p:cNvPr>
          <p:cNvSpPr/>
          <p:nvPr userDrawn="1"/>
        </p:nvSpPr>
        <p:spPr>
          <a:xfrm>
            <a:off x="0" y="0"/>
            <a:ext cx="12192000" cy="6858000"/>
          </a:xfrm>
          <a:prstGeom prst="rect">
            <a:avLst/>
          </a:prstGeom>
          <a:solidFill>
            <a:schemeClr val="bg1">
              <a:lumMod val="95000"/>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Footer Placeholder 5">
            <a:extLst>
              <a:ext uri="{FF2B5EF4-FFF2-40B4-BE49-F238E27FC236}">
                <a16:creationId xmlns:a16="http://schemas.microsoft.com/office/drawing/2014/main" id="{2CC7CBB9-B424-BE46-8FBE-86CD0EE5C99F}"/>
              </a:ext>
            </a:extLst>
          </p:cNvPr>
          <p:cNvSpPr>
            <a:spLocks noGrp="1"/>
          </p:cNvSpPr>
          <p:nvPr>
            <p:ph type="ftr" sz="quarter" idx="11"/>
          </p:nvPr>
        </p:nvSpPr>
        <p:spPr>
          <a:xfrm>
            <a:off x="8274150" y="6335825"/>
            <a:ext cx="3079650" cy="206375"/>
          </a:xfrm>
        </p:spPr>
        <p:txBody>
          <a:bodyPr/>
          <a:lstStyle>
            <a:lvl1pPr algn="r">
              <a:defRPr sz="800" spc="0"/>
            </a:lvl1pPr>
          </a:lstStyle>
          <a:p>
            <a:endParaRPr lang="en-US"/>
          </a:p>
        </p:txBody>
      </p:sp>
    </p:spTree>
    <p:extLst>
      <p:ext uri="{BB962C8B-B14F-4D97-AF65-F5344CB8AC3E}">
        <p14:creationId xmlns:p14="http://schemas.microsoft.com/office/powerpoint/2010/main" val="2532789971"/>
      </p:ext>
    </p:extLst>
  </p:cSld>
  <p:clrMapOvr>
    <a:masterClrMapping/>
  </p:clrMapOvr>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2_Gradient bg">
    <p:bg>
      <p:bgPr>
        <a:solidFill>
          <a:schemeClr val="accent2"/>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3D316BD-D60C-479C-A164-75555A0012DB}"/>
              </a:ext>
            </a:extLst>
          </p:cNvPr>
          <p:cNvPicPr>
            <a:picLocks noChangeAspect="1"/>
          </p:cNvPicPr>
          <p:nvPr userDrawn="1"/>
        </p:nvPicPr>
        <p:blipFill rotWithShape="1">
          <a:blip r:embed="rId2"/>
          <a:srcRect l="9693" t="55486" r="48054"/>
          <a:stretch/>
        </p:blipFill>
        <p:spPr>
          <a:xfrm rot="5400000">
            <a:off x="2662238" y="-2668333"/>
            <a:ext cx="6861429" cy="12198096"/>
          </a:xfrm>
          <a:prstGeom prst="rect">
            <a:avLst/>
          </a:prstGeom>
        </p:spPr>
      </p:pic>
      <p:sp>
        <p:nvSpPr>
          <p:cNvPr id="7" name="TextBox 6">
            <a:extLst>
              <a:ext uri="{FF2B5EF4-FFF2-40B4-BE49-F238E27FC236}">
                <a16:creationId xmlns:a16="http://schemas.microsoft.com/office/drawing/2014/main" id="{A5CECBE8-C9DE-46DF-9582-7DB75BEDF4F9}"/>
              </a:ext>
            </a:extLst>
          </p:cNvPr>
          <p:cNvSpPr txBox="1"/>
          <p:nvPr/>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
        <p:nvSpPr>
          <p:cNvPr id="11" name="GTS_WH">
            <a:extLst>
              <a:ext uri="{FF2B5EF4-FFF2-40B4-BE49-F238E27FC236}">
                <a16:creationId xmlns:a16="http://schemas.microsoft.com/office/drawing/2014/main" id="{B0B0C095-6C73-4899-AD8E-8F75768CF51A}"/>
              </a:ext>
            </a:extLst>
          </p:cNvPr>
          <p:cNvSpPr>
            <a:spLocks noChangeAspect="1"/>
          </p:cNvSpPr>
          <p:nvPr/>
        </p:nvSpPr>
        <p:spPr bwMode="black">
          <a:xfrm>
            <a:off x="381468" y="6483676"/>
            <a:ext cx="183295" cy="201168"/>
          </a:xfrm>
          <a:custGeom>
            <a:avLst/>
            <a:gdLst>
              <a:gd name="T0" fmla="*/ 0 w 4100"/>
              <a:gd name="T1" fmla="*/ 4500 h 4500"/>
              <a:gd name="T2" fmla="*/ 4100 w 4100"/>
              <a:gd name="T3" fmla="*/ 2837 h 4500"/>
              <a:gd name="T4" fmla="*/ 4100 w 4100"/>
              <a:gd name="T5" fmla="*/ 1663 h 4500"/>
              <a:gd name="T6" fmla="*/ 0 w 4100"/>
              <a:gd name="T7" fmla="*/ 0 h 4500"/>
              <a:gd name="T8" fmla="*/ 0 w 4100"/>
              <a:gd name="T9" fmla="*/ 1175 h 4500"/>
              <a:gd name="T10" fmla="*/ 2651 w 4100"/>
              <a:gd name="T11" fmla="*/ 2250 h 4500"/>
              <a:gd name="T12" fmla="*/ 0 w 4100"/>
              <a:gd name="T13" fmla="*/ 3325 h 4500"/>
              <a:gd name="T14" fmla="*/ 0 w 4100"/>
              <a:gd name="T15" fmla="*/ 4500 h 450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00" h="4500">
                <a:moveTo>
                  <a:pt x="0" y="4500"/>
                </a:moveTo>
                <a:lnTo>
                  <a:pt x="4100" y="2837"/>
                </a:lnTo>
                <a:lnTo>
                  <a:pt x="4100" y="1663"/>
                </a:lnTo>
                <a:lnTo>
                  <a:pt x="0" y="0"/>
                </a:lnTo>
                <a:lnTo>
                  <a:pt x="0" y="1175"/>
                </a:lnTo>
                <a:lnTo>
                  <a:pt x="2651" y="2250"/>
                </a:lnTo>
                <a:lnTo>
                  <a:pt x="0" y="3325"/>
                </a:lnTo>
                <a:lnTo>
                  <a:pt x="0" y="45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lide Number Placeholder 6">
            <a:extLst>
              <a:ext uri="{FF2B5EF4-FFF2-40B4-BE49-F238E27FC236}">
                <a16:creationId xmlns:a16="http://schemas.microsoft.com/office/drawing/2014/main" id="{600493AF-7ECA-490B-845D-4CCCED609A0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9" name="TextBox 8">
            <a:extLst>
              <a:ext uri="{FF2B5EF4-FFF2-40B4-BE49-F238E27FC236}">
                <a16:creationId xmlns:a16="http://schemas.microsoft.com/office/drawing/2014/main" id="{74A75009-F578-4751-B719-6D9F30142BCA}"/>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12" name="Title 1">
            <a:extLst>
              <a:ext uri="{FF2B5EF4-FFF2-40B4-BE49-F238E27FC236}">
                <a16:creationId xmlns:a16="http://schemas.microsoft.com/office/drawing/2014/main" id="{6F84506B-6428-4EB8-A219-22D363693015}"/>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00028778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Blank with foot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974F8-DAF4-AD4F-9BB9-010CDF90DEEF}"/>
              </a:ext>
            </a:extLst>
          </p:cNvPr>
          <p:cNvPicPr>
            <a:picLocks noChangeAspect="1"/>
          </p:cNvPicPr>
          <p:nvPr userDrawn="1"/>
        </p:nvPicPr>
        <p:blipFill rotWithShape="1">
          <a:blip r:embed="rId2"/>
          <a:srcRect l="9693" t="55486" r="48054" b="22268"/>
          <a:stretch/>
        </p:blipFill>
        <p:spPr>
          <a:xfrm rot="5400000">
            <a:off x="5713286" y="382714"/>
            <a:ext cx="6861429" cy="6096001"/>
          </a:xfrm>
          <a:prstGeom prst="rect">
            <a:avLst/>
          </a:prstGeom>
        </p:spPr>
      </p:pic>
      <p:sp>
        <p:nvSpPr>
          <p:cNvPr id="7" name="TextBox 6">
            <a:extLst>
              <a:ext uri="{FF2B5EF4-FFF2-40B4-BE49-F238E27FC236}">
                <a16:creationId xmlns:a16="http://schemas.microsoft.com/office/drawing/2014/main" id="{A69E046A-D630-48D4-9245-EEA4268166DB}"/>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
        <p:nvSpPr>
          <p:cNvPr id="9" name="TextBox 8">
            <a:extLst>
              <a:ext uri="{FF2B5EF4-FFF2-40B4-BE49-F238E27FC236}">
                <a16:creationId xmlns:a16="http://schemas.microsoft.com/office/drawing/2014/main" id="{68BC3494-BB70-48BF-9259-3E7171B014BE}"/>
              </a:ext>
            </a:extLst>
          </p:cNvPr>
          <p:cNvSpPr txBox="1"/>
          <p:nvPr userDrawn="1"/>
        </p:nvSpPr>
        <p:spPr>
          <a:xfrm>
            <a:off x="11430000" y="6473952"/>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1200" cap="none" spc="0" normalizeH="0" baseline="0" noProof="0" smtClean="0">
                <a:ln>
                  <a:noFill/>
                </a:ln>
                <a:solidFill>
                  <a:srgbClr val="FFFFFF">
                    <a:alpha val="75000"/>
                  </a:srgbClr>
                </a:solidFill>
                <a:effectLst/>
                <a:uLnTx/>
                <a:uFillTx/>
                <a:latin typeface="Graphik"/>
                <a:ea typeface="+mn-ea"/>
                <a:cs typeface="+mn-cs"/>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1200" cap="none" spc="0" normalizeH="0" baseline="0" noProof="0">
              <a:ln>
                <a:noFill/>
              </a:ln>
              <a:solidFill>
                <a:srgbClr val="FFFFFF">
                  <a:alpha val="75000"/>
                </a:srgbClr>
              </a:solidFill>
              <a:effectLst/>
              <a:uLnTx/>
              <a:uFillTx/>
              <a:latin typeface="Graphik"/>
              <a:ea typeface="+mn-ea"/>
              <a:cs typeface="+mn-cs"/>
            </a:endParaRPr>
          </a:p>
        </p:txBody>
      </p:sp>
      <p:sp>
        <p:nvSpPr>
          <p:cNvPr id="10" name="Title 1">
            <a:extLst>
              <a:ext uri="{FF2B5EF4-FFF2-40B4-BE49-F238E27FC236}">
                <a16:creationId xmlns:a16="http://schemas.microsoft.com/office/drawing/2014/main" id="{B8450CB6-F1BB-4713-A084-DDE2F46F3D6C}"/>
              </a:ext>
            </a:extLst>
          </p:cNvPr>
          <p:cNvSpPr>
            <a:spLocks noGrp="1"/>
          </p:cNvSpPr>
          <p:nvPr>
            <p:ph type="title" hasCustomPrompt="1"/>
          </p:nvPr>
        </p:nvSpPr>
        <p:spPr>
          <a:xfrm>
            <a:off x="381000" y="381000"/>
            <a:ext cx="5173494" cy="990600"/>
          </a:xfrm>
        </p:spPr>
        <p:txBody>
          <a:bodyPr/>
          <a:lstStyle>
            <a:lvl1pPr>
              <a:defRPr sz="3600"/>
            </a:lvl1pPr>
          </a:lstStyle>
          <a:p>
            <a:r>
              <a:rPr lang="en-GB"/>
              <a:t>Place headline here (36pt, min 30pt)</a:t>
            </a:r>
            <a:endParaRPr lang="en-US"/>
          </a:p>
        </p:txBody>
      </p:sp>
      <p:sp>
        <p:nvSpPr>
          <p:cNvPr id="11" name="Content Placeholder 7">
            <a:extLst>
              <a:ext uri="{FF2B5EF4-FFF2-40B4-BE49-F238E27FC236}">
                <a16:creationId xmlns:a16="http://schemas.microsoft.com/office/drawing/2014/main" id="{D9E8A9DE-39FE-4D0C-9620-DA7743C21BB6}"/>
              </a:ext>
            </a:extLst>
          </p:cNvPr>
          <p:cNvSpPr>
            <a:spLocks noGrp="1"/>
          </p:cNvSpPr>
          <p:nvPr>
            <p:ph sz="quarter" idx="10" hasCustomPrompt="1"/>
          </p:nvPr>
        </p:nvSpPr>
        <p:spPr>
          <a:xfrm>
            <a:off x="381001" y="1371601"/>
            <a:ext cx="5173493"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7FFF99F2-9BD0-4DCA-A33C-3947ED64FCBA}"/>
              </a:ext>
            </a:extLst>
          </p:cNvPr>
          <p:cNvSpPr>
            <a:spLocks noGrp="1"/>
          </p:cNvSpPr>
          <p:nvPr>
            <p:ph sz="quarter" idx="11" hasCustomPrompt="1"/>
          </p:nvPr>
        </p:nvSpPr>
        <p:spPr>
          <a:xfrm>
            <a:off x="6535367" y="1371601"/>
            <a:ext cx="5173493" cy="4940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3216198"/>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_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endParaRP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73952"/>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528724266"/>
      </p:ext>
    </p:extLst>
  </p:cSld>
  <p:clrMapOvr>
    <a:overrideClrMapping bg1="dk1" tx1="lt1" bg2="dk2" tx2="lt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2_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FECB0C7B-A003-45FD-B803-DE00E0374D7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5598" t="59547" r="19412" b="15453"/>
          <a:stretch/>
        </p:blipFill>
        <p:spPr>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sp>
        <p:nvSpPr>
          <p:cNvPr id="11" name="Text Placeholder 15">
            <a:extLst>
              <a:ext uri="{FF2B5EF4-FFF2-40B4-BE49-F238E27FC236}">
                <a16:creationId xmlns:a16="http://schemas.microsoft.com/office/drawing/2014/main" id="{C1BA4F43-9A33-40BF-9D42-10A895373950}"/>
              </a:ext>
            </a:extLst>
          </p:cNvPr>
          <p:cNvSpPr>
            <a:spLocks noGrp="1"/>
          </p:cNvSpPr>
          <p:nvPr>
            <p:ph type="body" sz="quarter" idx="14" hasCustomPrompt="1"/>
          </p:nvPr>
        </p:nvSpPr>
        <p:spPr>
          <a:xfrm>
            <a:off x="1142999" y="4610100"/>
            <a:ext cx="4952999" cy="1474214"/>
          </a:xfrm>
        </p:spPr>
        <p:txBody>
          <a:bodyPr vert="horz" lIns="0" tIns="0" rIns="0" bIns="0" rtlCol="0">
            <a:noAutofit/>
          </a:bodyPr>
          <a:lstStyle>
            <a:lvl1pPr marL="12700" indent="-12700" algn="l">
              <a:lnSpc>
                <a:spcPct val="90000"/>
              </a:lnSpc>
              <a:spcAft>
                <a:spcPts val="0"/>
              </a:spcAft>
              <a:buNone/>
              <a:tabLst/>
              <a:defRPr lang="en-US" sz="2400" b="0" kern="1200" dirty="0">
                <a:solidFill>
                  <a:schemeClr val="tx1"/>
                </a:solidFill>
                <a:latin typeface="GT Sectra Fine" pitchFamily="2" charset="77"/>
                <a:ea typeface="+mn-ea"/>
                <a:cs typeface="+mn-cs"/>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0" lvl="0" indent="0" algn="l" defTabSz="228600" rtl="0" eaLnBrk="1" latinLnBrk="0" hangingPunct="1">
              <a:lnSpc>
                <a:spcPct val="90000"/>
              </a:lnSpc>
              <a:spcBef>
                <a:spcPts val="0"/>
              </a:spcBef>
              <a:spcAft>
                <a:spcPts val="0"/>
              </a:spcAft>
              <a:buFont typeface="Arial" panose="020B0604020202020204" pitchFamily="34" charset="0"/>
              <a:buNone/>
            </a:pPr>
            <a:r>
              <a:rPr lang="en-GB"/>
              <a:t>Place subtitle here in GT </a:t>
            </a:r>
            <a:r>
              <a:rPr lang="en-GB" err="1"/>
              <a:t>Sectra</a:t>
            </a:r>
            <a:r>
              <a:rPr lang="en-GB"/>
              <a:t> Fine 24pt</a:t>
            </a:r>
            <a:endParaRPr lang="en-US"/>
          </a:p>
        </p:txBody>
      </p:sp>
      <p:sp>
        <p:nvSpPr>
          <p:cNvPr id="10" name="Graphic 4">
            <a:extLst>
              <a:ext uri="{FF2B5EF4-FFF2-40B4-BE49-F238E27FC236}">
                <a16:creationId xmlns:a16="http://schemas.microsoft.com/office/drawing/2014/main" id="{73A407DD-E271-49A5-89F4-1A547AF02A41}"/>
              </a:ext>
            </a:extLst>
          </p:cNvPr>
          <p:cNvSpPr>
            <a:spLocks noChangeAspect="1"/>
          </p:cNvSpPr>
          <p:nvPr userDrawn="1"/>
        </p:nvSpPr>
        <p:spPr>
          <a:xfrm>
            <a:off x="381000" y="6440931"/>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tx1"/>
          </a:solidFill>
          <a:ln w="9525" cap="flat">
            <a:noFill/>
            <a:prstDash val="solid"/>
            <a:miter/>
          </a:ln>
        </p:spPr>
        <p:txBody>
          <a:bodyPr rtlCol="0" anchor="ctr"/>
          <a:lstStyle/>
          <a:p>
            <a:endParaRPr lang="en-US"/>
          </a:p>
        </p:txBody>
      </p:sp>
      <p:sp>
        <p:nvSpPr>
          <p:cNvPr id="13" name="Slide Number Placeholder 6">
            <a:extLst>
              <a:ext uri="{FF2B5EF4-FFF2-40B4-BE49-F238E27FC236}">
                <a16:creationId xmlns:a16="http://schemas.microsoft.com/office/drawing/2014/main" id="{3C3D4A7A-941A-49EB-AB20-96D24FD4AB25}"/>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14" name="TextBox 13">
            <a:extLst>
              <a:ext uri="{FF2B5EF4-FFF2-40B4-BE49-F238E27FC236}">
                <a16:creationId xmlns:a16="http://schemas.microsoft.com/office/drawing/2014/main" id="{FFE4E52B-775C-47D9-9B7D-D8A17D14E007}"/>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30540647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841884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595061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Facilitator Prep_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3003330" cy="4940300"/>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5" name="Content Placeholder 7">
            <a:extLst>
              <a:ext uri="{FF2B5EF4-FFF2-40B4-BE49-F238E27FC236}">
                <a16:creationId xmlns:a16="http://schemas.microsoft.com/office/drawing/2014/main" id="{9A02A9E7-E24A-4E77-9452-BC5585EC92CA}"/>
              </a:ext>
            </a:extLst>
          </p:cNvPr>
          <p:cNvSpPr>
            <a:spLocks noGrp="1"/>
          </p:cNvSpPr>
          <p:nvPr>
            <p:ph sz="quarter" idx="11" hasCustomPrompt="1"/>
          </p:nvPr>
        </p:nvSpPr>
        <p:spPr>
          <a:xfrm>
            <a:off x="3710151" y="1371601"/>
            <a:ext cx="8100849"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3143358"/>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defPPr>
              <a:defRPr lang="en-US"/>
            </a:defPPr>
            <a:lvl1pPr marL="0" algn="l" defTabSz="914400" rtl="0" eaLnBrk="1" latinLnBrk="0" hangingPunct="1">
              <a:defRPr lang="en-US"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Tree>
    <p:extLst>
      <p:ext uri="{BB962C8B-B14F-4D97-AF65-F5344CB8AC3E}">
        <p14:creationId xmlns:p14="http://schemas.microsoft.com/office/powerpoint/2010/main" val="3912457663"/>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7_Blank with footers">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61974F8-DAF4-AD4F-9BB9-010CDF90DEE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l="9693" t="55486" r="48054" b="22268"/>
          <a:stretch/>
        </p:blipFill>
        <p:spPr>
          <a:xfrm rot="5400000">
            <a:off x="5713286" y="382714"/>
            <a:ext cx="6861429" cy="6096001"/>
          </a:xfrm>
          <a:prstGeom prst="rect">
            <a:avLst/>
          </a:prstGeom>
        </p:spPr>
      </p:pic>
      <p:sp>
        <p:nvSpPr>
          <p:cNvPr id="7" name="TextBox 6">
            <a:extLst>
              <a:ext uri="{FF2B5EF4-FFF2-40B4-BE49-F238E27FC236}">
                <a16:creationId xmlns:a16="http://schemas.microsoft.com/office/drawing/2014/main" id="{A69E046A-D630-48D4-9245-EEA4268166DB}"/>
              </a:ext>
            </a:extLst>
          </p:cNvPr>
          <p:cNvSpPr txBox="1"/>
          <p:nvPr userDrawn="1"/>
        </p:nvSpPr>
        <p:spPr>
          <a:xfrm>
            <a:off x="8317890" y="6473952"/>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FFFFFF">
                  <a:alpha val="75000"/>
                </a:srgbClr>
              </a:solidFill>
              <a:effectLst/>
              <a:uLnTx/>
              <a:uFillTx/>
              <a:latin typeface="Graphik"/>
              <a:ea typeface="+mn-ea"/>
              <a:cs typeface="+mn-cs"/>
            </a:endParaRPr>
          </a:p>
        </p:txBody>
      </p:sp>
      <p:sp>
        <p:nvSpPr>
          <p:cNvPr id="9" name="TextBox 8">
            <a:extLst>
              <a:ext uri="{FF2B5EF4-FFF2-40B4-BE49-F238E27FC236}">
                <a16:creationId xmlns:a16="http://schemas.microsoft.com/office/drawing/2014/main" id="{68BC3494-BB70-48BF-9259-3E7171B014BE}"/>
              </a:ext>
            </a:extLst>
          </p:cNvPr>
          <p:cNvSpPr txBox="1"/>
          <p:nvPr userDrawn="1"/>
        </p:nvSpPr>
        <p:spPr>
          <a:xfrm>
            <a:off x="11430000" y="6473952"/>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1200" cap="none" spc="0" normalizeH="0" baseline="0" noProof="0" smtClean="0">
                <a:ln>
                  <a:noFill/>
                </a:ln>
                <a:solidFill>
                  <a:srgbClr val="FFFFFF">
                    <a:alpha val="75000"/>
                  </a:srgbClr>
                </a:solidFill>
                <a:effectLst/>
                <a:uLnTx/>
                <a:uFillTx/>
                <a:latin typeface="Graphik"/>
                <a:ea typeface="+mn-ea"/>
                <a:cs typeface="+mn-cs"/>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1200" cap="none" spc="0" normalizeH="0" baseline="0" noProof="0">
              <a:ln>
                <a:noFill/>
              </a:ln>
              <a:solidFill>
                <a:srgbClr val="FFFFFF">
                  <a:alpha val="75000"/>
                </a:srgbClr>
              </a:solidFill>
              <a:effectLst/>
              <a:uLnTx/>
              <a:uFillTx/>
              <a:latin typeface="Graphik"/>
              <a:ea typeface="+mn-ea"/>
              <a:cs typeface="+mn-cs"/>
            </a:endParaRPr>
          </a:p>
        </p:txBody>
      </p:sp>
      <p:sp>
        <p:nvSpPr>
          <p:cNvPr id="10" name="Title 1">
            <a:extLst>
              <a:ext uri="{FF2B5EF4-FFF2-40B4-BE49-F238E27FC236}">
                <a16:creationId xmlns:a16="http://schemas.microsoft.com/office/drawing/2014/main" id="{B8450CB6-F1BB-4713-A084-DDE2F46F3D6C}"/>
              </a:ext>
            </a:extLst>
          </p:cNvPr>
          <p:cNvSpPr>
            <a:spLocks noGrp="1"/>
          </p:cNvSpPr>
          <p:nvPr>
            <p:ph type="title" hasCustomPrompt="1"/>
          </p:nvPr>
        </p:nvSpPr>
        <p:spPr>
          <a:xfrm>
            <a:off x="381000" y="381000"/>
            <a:ext cx="5173494" cy="990600"/>
          </a:xfrm>
        </p:spPr>
        <p:txBody>
          <a:bodyPr/>
          <a:lstStyle>
            <a:lvl1pPr>
              <a:defRPr sz="3600"/>
            </a:lvl1pPr>
          </a:lstStyle>
          <a:p>
            <a:r>
              <a:rPr lang="en-GB"/>
              <a:t>Place headline here (36pt, min 30pt)</a:t>
            </a:r>
            <a:endParaRPr lang="en-US"/>
          </a:p>
        </p:txBody>
      </p:sp>
      <p:sp>
        <p:nvSpPr>
          <p:cNvPr id="11" name="Content Placeholder 7">
            <a:extLst>
              <a:ext uri="{FF2B5EF4-FFF2-40B4-BE49-F238E27FC236}">
                <a16:creationId xmlns:a16="http://schemas.microsoft.com/office/drawing/2014/main" id="{D9E8A9DE-39FE-4D0C-9620-DA7743C21BB6}"/>
              </a:ext>
            </a:extLst>
          </p:cNvPr>
          <p:cNvSpPr>
            <a:spLocks noGrp="1"/>
          </p:cNvSpPr>
          <p:nvPr>
            <p:ph sz="quarter" idx="10" hasCustomPrompt="1"/>
          </p:nvPr>
        </p:nvSpPr>
        <p:spPr>
          <a:xfrm>
            <a:off x="381001" y="1371601"/>
            <a:ext cx="5173493"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15" name="Content Placeholder 7">
            <a:extLst>
              <a:ext uri="{FF2B5EF4-FFF2-40B4-BE49-F238E27FC236}">
                <a16:creationId xmlns:a16="http://schemas.microsoft.com/office/drawing/2014/main" id="{7FFF99F2-9BD0-4DCA-A33C-3947ED64FCBA}"/>
              </a:ext>
            </a:extLst>
          </p:cNvPr>
          <p:cNvSpPr>
            <a:spLocks noGrp="1"/>
          </p:cNvSpPr>
          <p:nvPr>
            <p:ph sz="quarter" idx="11" hasCustomPrompt="1"/>
          </p:nvPr>
        </p:nvSpPr>
        <p:spPr>
          <a:xfrm>
            <a:off x="6535367" y="1371601"/>
            <a:ext cx="5173493" cy="4940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8790581"/>
      </p:ext>
    </p:extLst>
  </p:cSld>
  <p:clrMapOvr>
    <a:masterClrMapping/>
  </p:clrMapOvr>
  <mc:AlternateContent xmlns:mc="http://schemas.openxmlformats.org/markup-compatibility/2006" xmlns:p14="http://schemas.microsoft.com/office/powerpoint/2010/main">
    <mc:Choice Requires="p14">
      <p:transition p14:dur="0" advTm="250979"/>
    </mc:Choice>
    <mc:Fallback xmlns="">
      <p:transition advTm="250979"/>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8_Blank with footers">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123038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62082A-CA92-474C-B315-3118C9585237}"/>
              </a:ext>
            </a:extLst>
          </p:cNvPr>
          <p:cNvSpPr>
            <a:spLocks noGrp="1"/>
          </p:cNvSpPr>
          <p:nvPr>
            <p:ph type="dt" sz="half" idx="10"/>
          </p:nvPr>
        </p:nvSpPr>
        <p:spPr/>
        <p:txBody>
          <a:bodyPr/>
          <a:lstStyle/>
          <a:p>
            <a:fld id="{13BD727B-D8F9-480C-A929-1467F823C124}" type="datetimeFigureOut">
              <a:rPr lang="en-US" smtClean="0"/>
              <a:t>1/10/24</a:t>
            </a:fld>
            <a:endParaRPr lang="en-US"/>
          </a:p>
        </p:txBody>
      </p:sp>
      <p:sp>
        <p:nvSpPr>
          <p:cNvPr id="3" name="Footer Placeholder 2">
            <a:extLst>
              <a:ext uri="{FF2B5EF4-FFF2-40B4-BE49-F238E27FC236}">
                <a16:creationId xmlns:a16="http://schemas.microsoft.com/office/drawing/2014/main" id="{303C1BB1-837A-4E18-8503-C73C676F976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B83FB52-597A-41FF-BFDC-9006AA78E140}"/>
              </a:ext>
            </a:extLst>
          </p:cNvPr>
          <p:cNvSpPr>
            <a:spLocks noGrp="1"/>
          </p:cNvSpPr>
          <p:nvPr>
            <p:ph type="sldNum" sz="quarter" idx="12"/>
          </p:nvPr>
        </p:nvSpPr>
        <p:spPr/>
        <p:txBody>
          <a:bodyPr/>
          <a:lstStyle/>
          <a:p>
            <a:fld id="{255B50E9-3724-4C5D-92DF-56AC686C055C}" type="slidenum">
              <a:rPr lang="en-US" smtClean="0"/>
              <a:t>‹#›</a:t>
            </a:fld>
            <a:endParaRPr lang="en-US"/>
          </a:p>
        </p:txBody>
      </p:sp>
    </p:spTree>
    <p:extLst>
      <p:ext uri="{BB962C8B-B14F-4D97-AF65-F5344CB8AC3E}">
        <p14:creationId xmlns:p14="http://schemas.microsoft.com/office/powerpoint/2010/main" val="251382160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pic>
        <p:nvPicPr>
          <p:cNvPr id="4" name="Picture 3">
            <a:extLst>
              <a:ext uri="{FF2B5EF4-FFF2-40B4-BE49-F238E27FC236}">
                <a16:creationId xmlns:a16="http://schemas.microsoft.com/office/drawing/2014/main" id="{43DA13EE-BCCA-44A7-B704-281CFF30014B}"/>
              </a:ext>
            </a:extLst>
          </p:cNvPr>
          <p:cNvPicPr>
            <a:picLocks noChangeAspect="1"/>
          </p:cNvPicPr>
          <p:nvPr userDrawn="1"/>
        </p:nvPicPr>
        <p:blipFill>
          <a:blip r:embed="rId2"/>
          <a:stretch>
            <a:fillRect/>
          </a:stretch>
        </p:blipFill>
        <p:spPr>
          <a:xfrm>
            <a:off x="379730" y="1970825"/>
            <a:ext cx="11578590" cy="3262947"/>
          </a:xfrm>
          <a:prstGeom prst="rect">
            <a:avLst/>
          </a:prstGeom>
        </p:spPr>
      </p:pic>
      <p:pic>
        <p:nvPicPr>
          <p:cNvPr id="5" name="Picture 4">
            <a:extLst>
              <a:ext uri="{FF2B5EF4-FFF2-40B4-BE49-F238E27FC236}">
                <a16:creationId xmlns:a16="http://schemas.microsoft.com/office/drawing/2014/main" id="{485C56CE-D66A-42F3-B0B1-1D84280899CC}"/>
              </a:ext>
            </a:extLst>
          </p:cNvPr>
          <p:cNvPicPr>
            <a:picLocks noChangeAspect="1"/>
          </p:cNvPicPr>
          <p:nvPr userDrawn="1"/>
        </p:nvPicPr>
        <p:blipFill rotWithShape="1">
          <a:blip r:embed="rId3"/>
          <a:srcRect t="7349"/>
          <a:stretch/>
        </p:blipFill>
        <p:spPr>
          <a:xfrm>
            <a:off x="1984375" y="5240765"/>
            <a:ext cx="8223250" cy="1183209"/>
          </a:xfrm>
          <a:prstGeom prst="rect">
            <a:avLst/>
          </a:prstGeom>
        </p:spPr>
      </p:pic>
      <p:pic>
        <p:nvPicPr>
          <p:cNvPr id="6" name="Picture 5">
            <a:extLst>
              <a:ext uri="{FF2B5EF4-FFF2-40B4-BE49-F238E27FC236}">
                <a16:creationId xmlns:a16="http://schemas.microsoft.com/office/drawing/2014/main" id="{12F9CAF4-0B30-41B7-BC3E-31493620546F}"/>
              </a:ext>
            </a:extLst>
          </p:cNvPr>
          <p:cNvPicPr>
            <a:picLocks noChangeAspect="1"/>
          </p:cNvPicPr>
          <p:nvPr userDrawn="1"/>
        </p:nvPicPr>
        <p:blipFill>
          <a:blip r:embed="rId4"/>
          <a:stretch>
            <a:fillRect/>
          </a:stretch>
        </p:blipFill>
        <p:spPr>
          <a:xfrm>
            <a:off x="285750" y="1717298"/>
            <a:ext cx="7943850" cy="253527"/>
          </a:xfrm>
          <a:prstGeom prst="rect">
            <a:avLst/>
          </a:prstGeom>
        </p:spPr>
      </p:pic>
    </p:spTree>
    <p:extLst>
      <p:ext uri="{BB962C8B-B14F-4D97-AF65-F5344CB8AC3E}">
        <p14:creationId xmlns:p14="http://schemas.microsoft.com/office/powerpoint/2010/main" val="201279859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Tree>
    <p:extLst>
      <p:ext uri="{BB962C8B-B14F-4D97-AF65-F5344CB8AC3E}">
        <p14:creationId xmlns:p14="http://schemas.microsoft.com/office/powerpoint/2010/main" val="3059095239"/>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816150004"/>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Agenda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1295401"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3270505"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5245609"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7220713"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9195817"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129181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326763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524345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721927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919510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129181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326763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524345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721927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919510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2526165828"/>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1_Text and Image 2">
    <p:bg>
      <p:bgPr>
        <a:solidFill>
          <a:schemeClr val="accent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raphik"/>
              <a:ea typeface="+mn-ea"/>
              <a:cs typeface="+mn-cs"/>
            </a:endParaRPr>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dirty="0">
                <a:ln>
                  <a:noFill/>
                </a:ln>
                <a:solidFill>
                  <a:srgbClr val="FFFFFF">
                    <a:alpha val="75000"/>
                  </a:srgbClr>
                </a:solidFill>
                <a:effectLst/>
                <a:uLnTx/>
                <a:uFillTx/>
                <a:latin typeface="Graphik"/>
                <a:ea typeface="+mn-ea"/>
                <a:cs typeface="+mn-cs"/>
              </a:rPr>
              <a:t>Copyright © 2022 Accenture. All rights reserved.</a:t>
            </a:r>
            <a:endParaRPr kumimoji="0" lang="en-US" sz="1800" b="0" i="0" u="none" strike="noStrike" kern="0" cap="none" spc="0" normalizeH="0" baseline="0" noProof="0" dirty="0">
              <a:ln>
                <a:noFill/>
              </a:ln>
              <a:solidFill>
                <a:srgbClr val="FFFFFF">
                  <a:alpha val="75000"/>
                </a:srgbClr>
              </a:solidFill>
              <a:effectLst/>
              <a:uLnTx/>
              <a:uFillTx/>
              <a:latin typeface="Graphik"/>
              <a:ea typeface="+mn-ea"/>
              <a:cs typeface="+mn-cs"/>
            </a:endParaRP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latin typeface="Graphik"/>
                <a:ea typeface="+mn-ea"/>
                <a:cs typeface="+mn-cs"/>
              </a:rPr>
              <a:pPr marL="0" marR="0" lvl="0" indent="0" algn="r" defTabSz="228600" rtl="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latin typeface="Graphik"/>
              <a:ea typeface="+mn-ea"/>
              <a:cs typeface="+mn-cs"/>
            </a:endParaRPr>
          </a:p>
        </p:txBody>
      </p:sp>
      <p:sp>
        <p:nvSpPr>
          <p:cNvPr id="9" name="Rectangle 8">
            <a:extLst>
              <a:ext uri="{FF2B5EF4-FFF2-40B4-BE49-F238E27FC236}">
                <a16:creationId xmlns:a16="http://schemas.microsoft.com/office/drawing/2014/main" id="{52319E93-3A18-4E41-98EF-08841E4FE9B3}"/>
              </a:ext>
            </a:extLst>
          </p:cNvPr>
          <p:cNvSpPr/>
          <p:nvPr userDrawn="1"/>
        </p:nvSpPr>
        <p:spPr>
          <a:xfrm>
            <a:off x="219074" y="257175"/>
            <a:ext cx="11782425" cy="605218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7" name="TextBox 6">
            <a:extLst>
              <a:ext uri="{FF2B5EF4-FFF2-40B4-BE49-F238E27FC236}">
                <a16:creationId xmlns:a16="http://schemas.microsoft.com/office/drawing/2014/main" id="{558F9A87-5283-463B-8C48-C61B64D0EF6E}"/>
              </a:ext>
              <a:ext uri="{C183D7F6-B498-43B3-948B-1728B52AA6E4}">
                <adec:decorative xmlns:adec="http://schemas.microsoft.com/office/drawing/2017/decorative" val="1"/>
              </a:ext>
            </a:extLst>
          </p:cNvPr>
          <p:cNvSpPr txBox="1"/>
          <p:nvPr userDrawn="1"/>
        </p:nvSpPr>
        <p:spPr>
          <a:xfrm>
            <a:off x="5449824" y="18288"/>
            <a:ext cx="1450086" cy="261610"/>
          </a:xfrm>
          <a:prstGeom prst="rect">
            <a:avLst/>
          </a:prstGeom>
          <a:noFill/>
        </p:spPr>
        <p:txBody>
          <a:bodyPr wrap="square">
            <a:spAutoFit/>
          </a:bodyPr>
          <a:lstStyle/>
          <a:p>
            <a:pPr algn="l" defTabSz="228600">
              <a:spcAft>
                <a:spcPts val="1200"/>
              </a:spcAft>
            </a:pPr>
            <a:r>
              <a:rPr lang="en-US" sz="1100" noProof="0" dirty="0">
                <a:effectLst>
                  <a:outerShdw blurRad="63500" sx="102000" sy="102000" algn="ctr" rotWithShape="0">
                    <a:prstClr val="black">
                      <a:alpha val="40000"/>
                    </a:prstClr>
                  </a:outerShdw>
                </a:effectLst>
                <a:latin typeface="GT Sectra Fine"/>
              </a:rPr>
              <a:t>***Confidential***</a:t>
            </a:r>
          </a:p>
        </p:txBody>
      </p:sp>
    </p:spTree>
    <p:extLst>
      <p:ext uri="{BB962C8B-B14F-4D97-AF65-F5344CB8AC3E}">
        <p14:creationId xmlns:p14="http://schemas.microsoft.com/office/powerpoint/2010/main" val="211969483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13.xml"/><Relationship Id="rId7"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9" Type="http://schemas.openxmlformats.org/officeDocument/2006/relationships/slideLayout" Target="../slideLayouts/slideLayout55.xml"/><Relationship Id="rId21" Type="http://schemas.openxmlformats.org/officeDocument/2006/relationships/slideLayout" Target="../slideLayouts/slideLayout37.xml"/><Relationship Id="rId34" Type="http://schemas.openxmlformats.org/officeDocument/2006/relationships/slideLayout" Target="../slideLayouts/slideLayout50.xml"/><Relationship Id="rId42" Type="http://schemas.openxmlformats.org/officeDocument/2006/relationships/image" Target="../media/image7.png"/><Relationship Id="rId7" Type="http://schemas.openxmlformats.org/officeDocument/2006/relationships/slideLayout" Target="../slideLayouts/slideLayout23.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41" Type="http://schemas.openxmlformats.org/officeDocument/2006/relationships/theme" Target="../theme/theme3.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slideLayout" Target="../slideLayouts/slideLayout48.xml"/><Relationship Id="rId37" Type="http://schemas.openxmlformats.org/officeDocument/2006/relationships/slideLayout" Target="../slideLayouts/slideLayout53.xml"/><Relationship Id="rId40" Type="http://schemas.openxmlformats.org/officeDocument/2006/relationships/slideLayout" Target="../slideLayouts/slideLayout56.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36" Type="http://schemas.openxmlformats.org/officeDocument/2006/relationships/slideLayout" Target="../slideLayouts/slideLayout52.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35" Type="http://schemas.openxmlformats.org/officeDocument/2006/relationships/slideLayout" Target="../slideLayouts/slideLayout51.xml"/><Relationship Id="rId8" Type="http://schemas.openxmlformats.org/officeDocument/2006/relationships/slideLayout" Target="../slideLayouts/slideLayout24.xml"/><Relationship Id="rId3" Type="http://schemas.openxmlformats.org/officeDocument/2006/relationships/slideLayout" Target="../slideLayouts/slideLayout19.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slideLayout" Target="../slideLayouts/slideLayout49.xml"/><Relationship Id="rId38"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slideLayout" Target="../slideLayouts/slideLayout82.xml"/><Relationship Id="rId39" Type="http://schemas.openxmlformats.org/officeDocument/2006/relationships/slideLayout" Target="../slideLayouts/slideLayout95.xml"/><Relationship Id="rId21" Type="http://schemas.openxmlformats.org/officeDocument/2006/relationships/slideLayout" Target="../slideLayouts/slideLayout77.xml"/><Relationship Id="rId34" Type="http://schemas.openxmlformats.org/officeDocument/2006/relationships/slideLayout" Target="../slideLayouts/slideLayout90.xml"/><Relationship Id="rId7" Type="http://schemas.openxmlformats.org/officeDocument/2006/relationships/slideLayout" Target="../slideLayouts/slideLayout63.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29" Type="http://schemas.openxmlformats.org/officeDocument/2006/relationships/slideLayout" Target="../slideLayouts/slideLayout85.xml"/><Relationship Id="rId41" Type="http://schemas.openxmlformats.org/officeDocument/2006/relationships/image" Target="../media/image7.png"/><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32" Type="http://schemas.openxmlformats.org/officeDocument/2006/relationships/slideLayout" Target="../slideLayouts/slideLayout88.xml"/><Relationship Id="rId37" Type="http://schemas.openxmlformats.org/officeDocument/2006/relationships/slideLayout" Target="../slideLayouts/slideLayout93.xml"/><Relationship Id="rId40" Type="http://schemas.openxmlformats.org/officeDocument/2006/relationships/theme" Target="../theme/theme4.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28" Type="http://schemas.openxmlformats.org/officeDocument/2006/relationships/slideLayout" Target="../slideLayouts/slideLayout84.xml"/><Relationship Id="rId36" Type="http://schemas.openxmlformats.org/officeDocument/2006/relationships/slideLayout" Target="../slideLayouts/slideLayout92.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31" Type="http://schemas.openxmlformats.org/officeDocument/2006/relationships/slideLayout" Target="../slideLayouts/slideLayout87.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slideLayout" Target="../slideLayouts/slideLayout83.xml"/><Relationship Id="rId30" Type="http://schemas.openxmlformats.org/officeDocument/2006/relationships/slideLayout" Target="../slideLayouts/slideLayout86.xml"/><Relationship Id="rId35" Type="http://schemas.openxmlformats.org/officeDocument/2006/relationships/slideLayout" Target="../slideLayouts/slideLayout91.xml"/><Relationship Id="rId8" Type="http://schemas.openxmlformats.org/officeDocument/2006/relationships/slideLayout" Target="../slideLayouts/slideLayout64.xml"/><Relationship Id="rId3" Type="http://schemas.openxmlformats.org/officeDocument/2006/relationships/slideLayout" Target="../slideLayouts/slideLayout59.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33" Type="http://schemas.openxmlformats.org/officeDocument/2006/relationships/slideLayout" Target="../slideLayouts/slideLayout89.xml"/><Relationship Id="rId38" Type="http://schemas.openxmlformats.org/officeDocument/2006/relationships/slideLayout" Target="../slideLayouts/slideLayout9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3418865-9DE9-4C92-BB8B-C50F4AABC811}"/>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1200" cap="none" spc="0" normalizeH="0" baseline="0" noProof="0" dirty="0">
                <a:ln>
                  <a:noFill/>
                </a:ln>
                <a:solidFill>
                  <a:srgbClr val="000000">
                    <a:alpha val="75000"/>
                  </a:srgbClr>
                </a:solidFill>
                <a:effectLst/>
                <a:uLnTx/>
                <a:uFillTx/>
                <a:latin typeface="Graphik"/>
                <a:ea typeface="+mn-ea"/>
                <a:cs typeface="+mn-cs"/>
              </a:rPr>
              <a:t>Copyright © 2022 Accenture. All rights reserved.</a:t>
            </a:r>
            <a:endParaRPr kumimoji="0" lang="en-US" sz="1800" b="0" i="0" u="none" strike="noStrike" kern="1200" cap="none" spc="0" normalizeH="0" baseline="0" noProof="0" dirty="0">
              <a:ln>
                <a:noFill/>
              </a:ln>
              <a:solidFill>
                <a:srgbClr val="000000">
                  <a:alpha val="75000"/>
                </a:srgbClr>
              </a:solidFill>
              <a:effectLst/>
              <a:uLnTx/>
              <a:uFillTx/>
              <a:latin typeface="Graphik"/>
              <a:ea typeface="+mn-ea"/>
              <a:cs typeface="+mn-cs"/>
            </a:endParaRPr>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DCDE1A5-7B8C-446C-B047-DEF343C830D4}" type="datetime2">
              <a:rPr kumimoji="0" lang="en-US" sz="800" b="0" i="0" u="none" strike="noStrike" kern="1200" cap="none" spc="0" normalizeH="0" baseline="0" noProof="0" smtClean="0">
                <a:ln>
                  <a:noFill/>
                </a:ln>
                <a:solidFill>
                  <a:srgbClr val="000000">
                    <a:alpha val="75000"/>
                  </a:srgbClr>
                </a:solidFill>
                <a:effectLst/>
                <a:uLnTx/>
                <a:uFillTx/>
                <a:latin typeface="Graphik"/>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Wednesday, January 10, 2024</a:t>
            </a:fld>
            <a:endParaRPr kumimoji="0" lang="en-US" sz="800" b="0" i="0" u="none" strike="noStrike" kern="1200" cap="none" spc="0" normalizeH="0" baseline="0" noProof="0">
              <a:ln>
                <a:noFill/>
              </a:ln>
              <a:solidFill>
                <a:srgbClr val="000000">
                  <a:alpha val="75000"/>
                </a:srgbClr>
              </a:solidFill>
              <a:effectLst/>
              <a:uLnTx/>
              <a:uFillTx/>
              <a:latin typeface="Graphik"/>
              <a:ea typeface="+mn-ea"/>
              <a:cs typeface="+mn-cs"/>
            </a:endParaRP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12"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4" name="MSIPCMContentMarking" descr="{&quot;HashCode&quot;:-1402106873,&quot;Placement&quot;:&quot;Header&quot;,&quot;Top&quot;:0.0,&quot;Left&quot;:424.137482,&quot;SlideWidth&quot;:960,&quot;SlideHeight&quot;:540}">
            <a:extLst>
              <a:ext uri="{FF2B5EF4-FFF2-40B4-BE49-F238E27FC236}">
                <a16:creationId xmlns:a16="http://schemas.microsoft.com/office/drawing/2014/main" id="{30609F79-4D2E-4D5C-9A40-6773022B225E}"/>
              </a:ext>
            </a:extLst>
          </p:cNvPr>
          <p:cNvSpPr txBox="1"/>
          <p:nvPr userDrawn="1"/>
        </p:nvSpPr>
        <p:spPr>
          <a:xfrm>
            <a:off x="5386546" y="0"/>
            <a:ext cx="1418908" cy="279435"/>
          </a:xfrm>
          <a:prstGeom prst="rect">
            <a:avLst/>
          </a:prstGeom>
          <a:noFill/>
        </p:spPr>
        <p:txBody>
          <a:bodyPr vert="horz" wrap="square" lIns="0" tIns="0" rIns="0" bIns="0" rtlCol="0" anchor="ctr" anchorCtr="1">
            <a:noAutofit/>
          </a:bodyPr>
          <a:lstStyle/>
          <a:p>
            <a:pPr algn="ctr" defTabSz="228600">
              <a:spcBef>
                <a:spcPts val="0"/>
              </a:spcBef>
              <a:spcAft>
                <a:spcPts val="0"/>
              </a:spcAft>
            </a:pPr>
            <a:r>
              <a:rPr lang="en-US" sz="1100" noProof="0">
                <a:solidFill>
                  <a:srgbClr val="000000"/>
                </a:solidFill>
                <a:latin typeface="Calibri" panose="020F0502020204030204" pitchFamily="34" charset="0"/>
              </a:rPr>
              <a:t>***Confidential***</a:t>
            </a:r>
            <a:endParaRPr lang="en-US" sz="1100" noProof="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700314035"/>
      </p:ext>
    </p:extLst>
  </p:cSld>
  <p:clrMap bg1="lt1" tx1="dk1" bg2="lt2" tx2="dk2" accent1="accent1" accent2="accent2" accent3="accent3" accent4="accent4" accent5="accent5" accent6="accent6" hlink="hlink" folHlink="folHlink"/>
  <p:sldLayoutIdLst>
    <p:sldLayoutId id="2147483804" r:id="rId1"/>
    <p:sldLayoutId id="2147483801" r:id="rId2"/>
    <p:sldLayoutId id="2147483990" r:id="rId3"/>
    <p:sldLayoutId id="2147484006" r:id="rId4"/>
    <p:sldLayoutId id="2147483845" r:id="rId5"/>
    <p:sldLayoutId id="2147483940" r:id="rId6"/>
    <p:sldLayoutId id="2147483807" r:id="rId7"/>
    <p:sldLayoutId id="2147483810" r:id="rId8"/>
    <p:sldLayoutId id="2147483802" r:id="rId9"/>
    <p:sldLayoutId id="2147484036" r:id="rId10"/>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fld id="{CC9E6EB9-168E-4914-8CC7-2E853AFB4F1B}" type="slidenum">
              <a:rPr lang="en-US" smtClean="0"/>
              <a:pPr algn="r" defTabSz="228600">
                <a:spcAft>
                  <a:spcPts val="1200"/>
                </a:spcAft>
              </a:pPr>
              <a:t>‹#›</a:t>
            </a:fld>
            <a:endParaRPr lang="en-US"/>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Wednesday, January 10, 2024</a:t>
            </a:fld>
            <a:endParaRPr lang="en-US"/>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8" cstate="screen">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4" name="MSIPCMContentMarking" descr="{&quot;HashCode&quot;:-1402106873,&quot;Placement&quot;:&quot;Header&quot;,&quot;Top&quot;:0.0,&quot;Left&quot;:424.137482,&quot;SlideWidth&quot;:960,&quot;SlideHeight&quot;:540}">
            <a:extLst>
              <a:ext uri="{FF2B5EF4-FFF2-40B4-BE49-F238E27FC236}">
                <a16:creationId xmlns:a16="http://schemas.microsoft.com/office/drawing/2014/main" id="{811CB362-73E4-4AD2-93A9-0FEA04F32AD2}"/>
              </a:ext>
            </a:extLst>
          </p:cNvPr>
          <p:cNvSpPr txBox="1"/>
          <p:nvPr userDrawn="1"/>
        </p:nvSpPr>
        <p:spPr>
          <a:xfrm>
            <a:off x="5386546" y="0"/>
            <a:ext cx="1418908" cy="279435"/>
          </a:xfrm>
          <a:prstGeom prst="rect">
            <a:avLst/>
          </a:prstGeom>
          <a:noFill/>
        </p:spPr>
        <p:txBody>
          <a:bodyPr vert="horz" wrap="square" lIns="0" tIns="0" rIns="0" bIns="0" rtlCol="0" anchor="ctr" anchorCtr="1">
            <a:noAutofit/>
          </a:bodyPr>
          <a:lstStyle/>
          <a:p>
            <a:pPr algn="ctr" defTabSz="228600">
              <a:spcBef>
                <a:spcPts val="0"/>
              </a:spcBef>
              <a:spcAft>
                <a:spcPts val="0"/>
              </a:spcAft>
            </a:pPr>
            <a:r>
              <a:rPr lang="en-US" sz="1100" noProof="0">
                <a:solidFill>
                  <a:srgbClr val="000000"/>
                </a:solidFill>
                <a:latin typeface="Calibri" panose="020F0502020204030204" pitchFamily="34" charset="0"/>
              </a:rPr>
              <a:t>***Confidential***</a:t>
            </a:r>
            <a:endParaRPr lang="en-US" sz="1100" noProof="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505860578"/>
      </p:ext>
    </p:extLst>
  </p:cSld>
  <p:clrMap bg1="lt1" tx1="dk1" bg2="lt2" tx2="dk2" accent1="accent1" accent2="accent2" accent3="accent3" accent4="accent4" accent5="accent5" accent6="accent6" hlink="hlink" folHlink="folHlink"/>
  <p:sldLayoutIdLst>
    <p:sldLayoutId id="2147484038" r:id="rId1"/>
    <p:sldLayoutId id="2147484039" r:id="rId2"/>
    <p:sldLayoutId id="2147484040" r:id="rId3"/>
    <p:sldLayoutId id="2147484041" r:id="rId4"/>
    <p:sldLayoutId id="2147484042" r:id="rId5"/>
    <p:sldLayoutId id="2147484043" r:id="rId6"/>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endParaRPr lang="en-US"/>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42" cstate="screen">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4" name="MSIPCMContentMarking" descr="{&quot;HashCode&quot;:-1402106873,&quot;Placement&quot;:&quot;Header&quot;,&quot;Top&quot;:0.0,&quot;Left&quot;:424.137482,&quot;SlideWidth&quot;:960,&quot;SlideHeight&quot;:540}">
            <a:extLst>
              <a:ext uri="{FF2B5EF4-FFF2-40B4-BE49-F238E27FC236}">
                <a16:creationId xmlns:a16="http://schemas.microsoft.com/office/drawing/2014/main" id="{B7284706-F6FC-431E-94BA-A0A662C74D9E}"/>
              </a:ext>
            </a:extLst>
          </p:cNvPr>
          <p:cNvSpPr txBox="1"/>
          <p:nvPr userDrawn="1"/>
        </p:nvSpPr>
        <p:spPr>
          <a:xfrm>
            <a:off x="5386546" y="0"/>
            <a:ext cx="1418908" cy="279435"/>
          </a:xfrm>
          <a:prstGeom prst="rect">
            <a:avLst/>
          </a:prstGeom>
          <a:noFill/>
        </p:spPr>
        <p:txBody>
          <a:bodyPr vert="horz" wrap="square" lIns="0" tIns="0" rIns="0" bIns="0" rtlCol="0" anchor="ctr" anchorCtr="1">
            <a:noAutofit/>
          </a:bodyPr>
          <a:lstStyle/>
          <a:p>
            <a:pPr algn="ctr" defTabSz="228600">
              <a:spcBef>
                <a:spcPts val="0"/>
              </a:spcBef>
              <a:spcAft>
                <a:spcPts val="0"/>
              </a:spcAft>
            </a:pPr>
            <a:r>
              <a:rPr lang="en-US" sz="1100" noProof="0">
                <a:solidFill>
                  <a:srgbClr val="000000"/>
                </a:solidFill>
                <a:latin typeface="Calibri" panose="020F0502020204030204" pitchFamily="34" charset="0"/>
              </a:rPr>
              <a:t>***Confidential***</a:t>
            </a:r>
            <a:endParaRPr lang="en-US" sz="1100" noProof="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826585667"/>
      </p:ext>
    </p:extLst>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 id="2147484054" r:id="rId10"/>
    <p:sldLayoutId id="2147484055" r:id="rId11"/>
    <p:sldLayoutId id="2147484056" r:id="rId12"/>
    <p:sldLayoutId id="2147484057" r:id="rId13"/>
    <p:sldLayoutId id="2147484058" r:id="rId14"/>
    <p:sldLayoutId id="2147484059" r:id="rId15"/>
    <p:sldLayoutId id="2147484060" r:id="rId16"/>
    <p:sldLayoutId id="2147484061" r:id="rId17"/>
    <p:sldLayoutId id="2147484062" r:id="rId18"/>
    <p:sldLayoutId id="2147484063" r:id="rId19"/>
    <p:sldLayoutId id="2147484064" r:id="rId20"/>
    <p:sldLayoutId id="2147484065" r:id="rId21"/>
    <p:sldLayoutId id="2147484066" r:id="rId22"/>
    <p:sldLayoutId id="2147484067" r:id="rId23"/>
    <p:sldLayoutId id="2147484068" r:id="rId24"/>
    <p:sldLayoutId id="2147484069" r:id="rId25"/>
    <p:sldLayoutId id="2147484070" r:id="rId26"/>
    <p:sldLayoutId id="2147484071" r:id="rId27"/>
    <p:sldLayoutId id="2147484072" r:id="rId28"/>
    <p:sldLayoutId id="2147484073" r:id="rId29"/>
    <p:sldLayoutId id="2147484077" r:id="rId30"/>
    <p:sldLayoutId id="2147484078" r:id="rId31"/>
    <p:sldLayoutId id="2147484079" r:id="rId32"/>
    <p:sldLayoutId id="2147484080" r:id="rId33"/>
    <p:sldLayoutId id="2147484081" r:id="rId34"/>
    <p:sldLayoutId id="2147484082" r:id="rId35"/>
    <p:sldLayoutId id="2147484083" r:id="rId36"/>
    <p:sldLayoutId id="2147484084" r:id="rId37"/>
    <p:sldLayoutId id="2147484085" r:id="rId38"/>
    <p:sldLayoutId id="2147484086" r:id="rId39"/>
    <p:sldLayoutId id="2147484087" r:id="rId40"/>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200">
          <p15:clr>
            <a:srgbClr val="5ACBF0"/>
          </p15:clr>
        </p15:guide>
        <p15:guide id="6" orient="horz" pos="4080">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TextBox 24">
            <a:extLst>
              <a:ext uri="{FF2B5EF4-FFF2-40B4-BE49-F238E27FC236}">
                <a16:creationId xmlns:a16="http://schemas.microsoft.com/office/drawing/2014/main" id="{8DEAF7F0-ADBE-DA4B-80DE-727BD0E615AA}"/>
              </a:ext>
            </a:extLst>
          </p:cNvPr>
          <p:cNvSpPr txBox="1"/>
          <p:nvPr userDrawn="1"/>
        </p:nvSpPr>
        <p:spPr>
          <a:xfrm>
            <a:off x="8317890" y="6477001"/>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dirty="0">
                <a:solidFill>
                  <a:schemeClr val="tx1">
                    <a:alpha val="75000"/>
                  </a:schemeClr>
                </a:solidFill>
              </a:rPr>
              <a:t>Copyright © 2022 Accenture. All rights reserved.</a:t>
            </a:r>
            <a:endParaRPr lang="en-US" noProof="0" dirty="0">
              <a:solidFill>
                <a:schemeClr val="tx1">
                  <a:alpha val="75000"/>
                </a:schemeClr>
              </a:solidFill>
            </a:endParaRPr>
          </a:p>
        </p:txBody>
      </p:sp>
      <p:sp>
        <p:nvSpPr>
          <p:cNvPr id="26" name="TextBox 25">
            <a:extLst>
              <a:ext uri="{FF2B5EF4-FFF2-40B4-BE49-F238E27FC236}">
                <a16:creationId xmlns:a16="http://schemas.microsoft.com/office/drawing/2014/main" id="{A54DE5B9-F305-CC4E-9A6A-0DC78956D275}"/>
              </a:ext>
            </a:extLst>
          </p:cNvPr>
          <p:cNvSpPr txBox="1"/>
          <p:nvPr userDrawn="1"/>
        </p:nvSpPr>
        <p:spPr>
          <a:xfrm>
            <a:off x="11430000" y="648079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tx1">
                    <a:alpha val="75000"/>
                  </a:schemeClr>
                </a:solidFill>
              </a:rPr>
              <a:t>‹#›</a:t>
            </a:fld>
            <a:endParaRPr lang="en-US" noProof="0">
              <a:solidFill>
                <a:schemeClr val="tx1">
                  <a:alpha val="75000"/>
                </a:schemeClr>
              </a:solidFill>
            </a:endParaRPr>
          </a:p>
        </p:txBody>
      </p:sp>
      <p:sp>
        <p:nvSpPr>
          <p:cNvPr id="7" name="Slide Number Placeholder 6">
            <a:extLst>
              <a:ext uri="{FF2B5EF4-FFF2-40B4-BE49-F238E27FC236}">
                <a16:creationId xmlns:a16="http://schemas.microsoft.com/office/drawing/2014/main" id="{D6C2DB82-2141-42CD-9AE7-8A744B363FBC}"/>
              </a:ext>
            </a:extLst>
          </p:cNvPr>
          <p:cNvSpPr>
            <a:spLocks noGrp="1"/>
          </p:cNvSpPr>
          <p:nvPr userDrawn="1">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noFill/>
              </a:defRPr>
            </a:lvl1pPr>
          </a:lstStyle>
          <a:p>
            <a:pPr algn="r" defTabSz="228600">
              <a:spcAft>
                <a:spcPts val="1200"/>
              </a:spcAft>
            </a:pPr>
            <a:endParaRPr lang="en-US"/>
          </a:p>
        </p:txBody>
      </p:sp>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pic>
        <p:nvPicPr>
          <p:cNvPr id="6" name="Picture 5" descr="A picture containing drawing, clock&#10;&#10;Description automatically generated">
            <a:extLst>
              <a:ext uri="{FF2B5EF4-FFF2-40B4-BE49-F238E27FC236}">
                <a16:creationId xmlns:a16="http://schemas.microsoft.com/office/drawing/2014/main" id="{E306151F-579E-4A3E-8949-882557B1D7B1}"/>
              </a:ext>
            </a:extLst>
          </p:cNvPr>
          <p:cNvPicPr>
            <a:picLocks noChangeAspect="1"/>
          </p:cNvPicPr>
          <p:nvPr userDrawn="1"/>
        </p:nvPicPr>
        <p:blipFill>
          <a:blip r:embed="rId41" cstate="screen">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4" name="MSIPCMContentMarking" descr="{&quot;HashCode&quot;:-1402106873,&quot;Placement&quot;:&quot;Header&quot;,&quot;Top&quot;:0.0,&quot;Left&quot;:424.137482,&quot;SlideWidth&quot;:960,&quot;SlideHeight&quot;:540}">
            <a:extLst>
              <a:ext uri="{FF2B5EF4-FFF2-40B4-BE49-F238E27FC236}">
                <a16:creationId xmlns:a16="http://schemas.microsoft.com/office/drawing/2014/main" id="{2641E773-42EB-432F-B1A8-D72C0EA016AE}"/>
              </a:ext>
            </a:extLst>
          </p:cNvPr>
          <p:cNvSpPr txBox="1"/>
          <p:nvPr userDrawn="1"/>
        </p:nvSpPr>
        <p:spPr>
          <a:xfrm>
            <a:off x="5386546" y="0"/>
            <a:ext cx="1418908" cy="279435"/>
          </a:xfrm>
          <a:prstGeom prst="rect">
            <a:avLst/>
          </a:prstGeom>
          <a:noFill/>
        </p:spPr>
        <p:txBody>
          <a:bodyPr vert="horz" wrap="square" lIns="0" tIns="0" rIns="0" bIns="0" rtlCol="0" anchor="ctr" anchorCtr="1">
            <a:noAutofit/>
          </a:bodyPr>
          <a:lstStyle/>
          <a:p>
            <a:pPr algn="ctr" defTabSz="228600">
              <a:spcBef>
                <a:spcPts val="0"/>
              </a:spcBef>
              <a:spcAft>
                <a:spcPts val="0"/>
              </a:spcAft>
            </a:pPr>
            <a:r>
              <a:rPr lang="en-US" sz="1100" noProof="0">
                <a:solidFill>
                  <a:srgbClr val="000000"/>
                </a:solidFill>
                <a:latin typeface="Calibri" panose="020F0502020204030204" pitchFamily="34" charset="0"/>
              </a:rPr>
              <a:t>***Confidential***</a:t>
            </a:r>
            <a:endParaRPr lang="en-US" sz="1100" noProof="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2041184394"/>
      </p:ext>
    </p:extLst>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 id="2147484098" r:id="rId10"/>
    <p:sldLayoutId id="2147484099" r:id="rId11"/>
    <p:sldLayoutId id="2147484100" r:id="rId12"/>
    <p:sldLayoutId id="2147484101" r:id="rId13"/>
    <p:sldLayoutId id="2147484102" r:id="rId14"/>
    <p:sldLayoutId id="2147484103" r:id="rId15"/>
    <p:sldLayoutId id="2147484104" r:id="rId16"/>
    <p:sldLayoutId id="2147484105" r:id="rId17"/>
    <p:sldLayoutId id="2147484106" r:id="rId18"/>
    <p:sldLayoutId id="2147484107" r:id="rId19"/>
    <p:sldLayoutId id="2147484108" r:id="rId20"/>
    <p:sldLayoutId id="2147484109" r:id="rId21"/>
    <p:sldLayoutId id="2147484110" r:id="rId22"/>
    <p:sldLayoutId id="2147484111" r:id="rId23"/>
    <p:sldLayoutId id="2147484112" r:id="rId24"/>
    <p:sldLayoutId id="2147484113" r:id="rId25"/>
    <p:sldLayoutId id="2147484114" r:id="rId26"/>
    <p:sldLayoutId id="2147484115" r:id="rId27"/>
    <p:sldLayoutId id="2147484116" r:id="rId28"/>
    <p:sldLayoutId id="2147484117" r:id="rId29"/>
    <p:sldLayoutId id="2147484118" r:id="rId30"/>
    <p:sldLayoutId id="2147484119" r:id="rId31"/>
    <p:sldLayoutId id="2147484120" r:id="rId32"/>
    <p:sldLayoutId id="2147484121" r:id="rId33"/>
    <p:sldLayoutId id="2147484122" r:id="rId34"/>
    <p:sldLayoutId id="2147484123" r:id="rId35"/>
    <p:sldLayoutId id="2147484124" r:id="rId36"/>
    <p:sldLayoutId id="2147484125" r:id="rId37"/>
    <p:sldLayoutId id="2147484126" r:id="rId38"/>
    <p:sldLayoutId id="2147484127" r:id="rId39"/>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200">
          <p15:clr>
            <a:srgbClr val="5ACBF0"/>
          </p15:clr>
        </p15:guide>
        <p15:guide id="6" orient="horz" pos="4080">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xml"/><Relationship Id="rId1" Type="http://schemas.openxmlformats.org/officeDocument/2006/relationships/slideLayout" Target="../slideLayouts/slideLayout31.xml"/><Relationship Id="rId5" Type="http://schemas.openxmlformats.org/officeDocument/2006/relationships/image" Target="../media/image33.svg"/><Relationship Id="rId4" Type="http://schemas.openxmlformats.org/officeDocument/2006/relationships/image" Target="../media/image3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xml"/><Relationship Id="rId1" Type="http://schemas.openxmlformats.org/officeDocument/2006/relationships/slideLayout" Target="../slideLayouts/slideLayout38.xml"/><Relationship Id="rId5" Type="http://schemas.openxmlformats.org/officeDocument/2006/relationships/image" Target="../media/image34.sv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0432-9414-4CD8-9C5D-EF2E5C735A96}"/>
              </a:ext>
            </a:extLst>
          </p:cNvPr>
          <p:cNvSpPr>
            <a:spLocks noGrp="1"/>
          </p:cNvSpPr>
          <p:nvPr>
            <p:ph type="title" idx="4294967295"/>
          </p:nvPr>
        </p:nvSpPr>
        <p:spPr>
          <a:xfrm>
            <a:off x="593468" y="4340068"/>
            <a:ext cx="5386388" cy="431800"/>
          </a:xfrm>
        </p:spPr>
        <p:txBody>
          <a:bodyPr>
            <a:spAutoFit/>
          </a:bodyPr>
          <a:lstStyle/>
          <a:p>
            <a:pPr>
              <a:lnSpc>
                <a:spcPct val="100000"/>
              </a:lnSpc>
              <a:spcAft>
                <a:spcPts val="2400"/>
              </a:spcAft>
            </a:pPr>
            <a:r>
              <a:rPr lang="en-US" sz="2800" cap="none"/>
              <a:t>Global Coffee Challenge</a:t>
            </a:r>
          </a:p>
        </p:txBody>
      </p:sp>
      <p:sp>
        <p:nvSpPr>
          <p:cNvPr id="14" name="Rectangle 13">
            <a:extLst>
              <a:ext uri="{FF2B5EF4-FFF2-40B4-BE49-F238E27FC236}">
                <a16:creationId xmlns:a16="http://schemas.microsoft.com/office/drawing/2014/main" id="{8297FA66-9BCF-41A7-821F-FD6FC2F29A36}"/>
              </a:ext>
              <a:ext uri="{C183D7F6-B498-43B3-948B-1728B52AA6E4}">
                <adec:decorative xmlns:adec="http://schemas.microsoft.com/office/drawing/2017/decorative" val="1"/>
              </a:ext>
            </a:extLst>
          </p:cNvPr>
          <p:cNvSpPr/>
          <p:nvPr/>
        </p:nvSpPr>
        <p:spPr>
          <a:xfrm>
            <a:off x="490194" y="3854624"/>
            <a:ext cx="4936185"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pic>
        <p:nvPicPr>
          <p:cNvPr id="11" name="Picture 10">
            <a:extLst>
              <a:ext uri="{FF2B5EF4-FFF2-40B4-BE49-F238E27FC236}">
                <a16:creationId xmlns:a16="http://schemas.microsoft.com/office/drawing/2014/main" id="{F283038B-E826-40BB-B1EC-3CBFA974EB6F}"/>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9086" t="-1" b="-1"/>
          <a:stretch/>
        </p:blipFill>
        <p:spPr>
          <a:xfrm>
            <a:off x="490194" y="0"/>
            <a:ext cx="4936185" cy="3856076"/>
          </a:xfrm>
          <a:prstGeom prst="rect">
            <a:avLst/>
          </a:prstGeom>
        </p:spPr>
      </p:pic>
      <p:sp>
        <p:nvSpPr>
          <p:cNvPr id="18" name="TextBox 17">
            <a:extLst>
              <a:ext uri="{FF2B5EF4-FFF2-40B4-BE49-F238E27FC236}">
                <a16:creationId xmlns:a16="http://schemas.microsoft.com/office/drawing/2014/main" id="{792B1FCB-C130-4828-918C-2C2B0F235D79}"/>
              </a:ext>
            </a:extLst>
          </p:cNvPr>
          <p:cNvSpPr txBox="1"/>
          <p:nvPr/>
        </p:nvSpPr>
        <p:spPr>
          <a:xfrm>
            <a:off x="593468" y="4980780"/>
            <a:ext cx="5047915" cy="412421"/>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2400" b="1" i="0" u="none" strike="noStrike" kern="1200" cap="none" spc="0" normalizeH="0" baseline="0" noProof="0">
                <a:ln>
                  <a:noFill/>
                </a:ln>
                <a:solidFill>
                  <a:srgbClr val="A100FF"/>
                </a:solidFill>
                <a:effectLst/>
                <a:uLnTx/>
                <a:uFillTx/>
                <a:latin typeface="Graphik"/>
                <a:ea typeface="+mn-ea"/>
                <a:cs typeface="+mn-cs"/>
              </a:rPr>
              <a:t>Goal: </a:t>
            </a:r>
            <a:r>
              <a:rPr kumimoji="0" lang="en-US" sz="2400" b="0" i="0" u="none" strike="noStrike" kern="1200" cap="none" spc="0" normalizeH="0" baseline="0" noProof="0">
                <a:ln>
                  <a:noFill/>
                </a:ln>
                <a:solidFill>
                  <a:srgbClr val="A100FF"/>
                </a:solidFill>
                <a:effectLst/>
                <a:uLnTx/>
                <a:uFillTx/>
                <a:latin typeface="Graphik"/>
                <a:ea typeface="+mn-ea"/>
                <a:cs typeface="+mn-cs"/>
              </a:rPr>
              <a:t>Read and assign the 8 opportunities</a:t>
            </a:r>
          </a:p>
        </p:txBody>
      </p:sp>
      <p:sp>
        <p:nvSpPr>
          <p:cNvPr id="20" name="Content Placeholder 3">
            <a:extLst>
              <a:ext uri="{FF2B5EF4-FFF2-40B4-BE49-F238E27FC236}">
                <a16:creationId xmlns:a16="http://schemas.microsoft.com/office/drawing/2014/main" id="{0A3040A6-76DA-44EC-9757-15D836B84B3F}"/>
              </a:ext>
            </a:extLst>
          </p:cNvPr>
          <p:cNvSpPr txBox="1">
            <a:spLocks/>
          </p:cNvSpPr>
          <p:nvPr/>
        </p:nvSpPr>
        <p:spPr>
          <a:xfrm>
            <a:off x="6212147" y="822389"/>
            <a:ext cx="5710346" cy="2211298"/>
          </a:xfrm>
          <a:prstGeom prst="rect">
            <a:avLst/>
          </a:prstGeom>
        </p:spPr>
        <p:txBody>
          <a:bodyPr lIns="0"/>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01</a:t>
            </a:r>
            <a:endParaRPr kumimoji="0" lang="en-US" sz="2000" b="0" i="0" u="none" strike="noStrike" kern="1200" cap="none" spc="0" normalizeH="0" baseline="0" noProof="0" dirty="0">
              <a:ln>
                <a:noFill/>
              </a:ln>
              <a:solidFill>
                <a:srgbClr val="A100FF"/>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Graphik"/>
                <a:ea typeface="+mn-ea"/>
                <a:cs typeface="+mn-cs"/>
              </a:rPr>
              <a:t>Open</a:t>
            </a:r>
            <a:r>
              <a:rPr kumimoji="0" lang="en-US" sz="2000" b="0" i="0" u="none" strike="noStrike" kern="1200" cap="none" spc="0" normalizeH="0" baseline="0" noProof="0" dirty="0">
                <a:ln>
                  <a:noFill/>
                </a:ln>
                <a:solidFill>
                  <a:srgbClr val="000000"/>
                </a:solidFill>
                <a:effectLst/>
                <a:uLnTx/>
                <a:uFillTx/>
                <a:latin typeface="Graphik"/>
                <a:ea typeface="+mn-ea"/>
                <a:cs typeface="+mn-cs"/>
              </a:rPr>
              <a:t> the Day 2_Global Coffee challenge deck that you received in your pre-session email</a:t>
            </a:r>
          </a:p>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02</a:t>
            </a:r>
            <a:endParaRPr kumimoji="0" lang="en-US" sz="2000" b="0" i="0" u="none" strike="noStrike" kern="1200" cap="none" spc="0" normalizeH="0" baseline="0" noProof="0" dirty="0">
              <a:ln>
                <a:noFill/>
              </a:ln>
              <a:solidFill>
                <a:srgbClr val="A100FF"/>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000000"/>
                </a:solidFill>
                <a:effectLst/>
                <a:uLnTx/>
                <a:uFillTx/>
                <a:latin typeface="Graphik"/>
                <a:ea typeface="+mn-ea"/>
                <a:cs typeface="+mn-cs"/>
              </a:rPr>
              <a:t>Nominate </a:t>
            </a:r>
            <a:r>
              <a:rPr kumimoji="0" lang="en-US" sz="2000" b="0" i="0" u="none" strike="noStrike" kern="1200" cap="none" spc="0" normalizeH="0" baseline="0" noProof="0" dirty="0">
                <a:ln>
                  <a:noFill/>
                </a:ln>
                <a:solidFill>
                  <a:srgbClr val="000000"/>
                </a:solidFill>
                <a:effectLst/>
                <a:uLnTx/>
                <a:uFillTx/>
                <a:latin typeface="Graphik"/>
                <a:ea typeface="+mn-ea"/>
                <a:cs typeface="+mn-cs"/>
              </a:rPr>
              <a:t>a </a:t>
            </a:r>
            <a:r>
              <a:rPr kumimoji="0" lang="en-US" sz="2000" b="1" i="1" u="none" strike="noStrike" kern="1200" cap="none" spc="0" normalizeH="0" baseline="0" noProof="0" dirty="0">
                <a:ln>
                  <a:noFill/>
                </a:ln>
                <a:solidFill>
                  <a:srgbClr val="000000"/>
                </a:solidFill>
                <a:effectLst/>
                <a:uLnTx/>
                <a:uFillTx/>
                <a:latin typeface="Graphik"/>
                <a:ea typeface="+mn-ea"/>
                <a:cs typeface="+mn-cs"/>
              </a:rPr>
              <a:t>timekeeper</a:t>
            </a:r>
            <a:r>
              <a:rPr kumimoji="0" lang="en-US" sz="2000" b="0" i="0" u="none" strike="noStrike" kern="1200" cap="none" spc="0" normalizeH="0" baseline="0" noProof="0" dirty="0">
                <a:ln>
                  <a:noFill/>
                </a:ln>
                <a:solidFill>
                  <a:srgbClr val="000000"/>
                </a:solidFill>
                <a:effectLst/>
                <a:uLnTx/>
                <a:uFillTx/>
                <a:latin typeface="Graphik"/>
                <a:ea typeface="+mn-ea"/>
                <a:cs typeface="+mn-cs"/>
              </a:rPr>
              <a:t> to watch the time and a </a:t>
            </a:r>
            <a:r>
              <a:rPr kumimoji="0" lang="en-US" sz="2000" b="1" i="1" u="none" strike="noStrike" kern="1200" cap="none" spc="0" normalizeH="0" baseline="0" noProof="0" dirty="0">
                <a:ln>
                  <a:noFill/>
                </a:ln>
                <a:solidFill>
                  <a:srgbClr val="000000"/>
                </a:solidFill>
                <a:effectLst/>
                <a:uLnTx/>
                <a:uFillTx/>
                <a:latin typeface="Graphik"/>
                <a:ea typeface="+mn-ea"/>
                <a:cs typeface="+mn-cs"/>
              </a:rPr>
              <a:t>leader</a:t>
            </a:r>
            <a:r>
              <a:rPr kumimoji="0" lang="en-US" sz="2000" b="0" i="0" u="none" strike="noStrike" kern="1200" cap="none" spc="0" normalizeH="0" baseline="0" noProof="0" dirty="0">
                <a:ln>
                  <a:noFill/>
                </a:ln>
                <a:solidFill>
                  <a:srgbClr val="000000"/>
                </a:solidFill>
                <a:effectLst/>
                <a:uLnTx/>
                <a:uFillTx/>
                <a:latin typeface="Graphik"/>
                <a:ea typeface="+mn-ea"/>
                <a:cs typeface="+mn-cs"/>
              </a:rPr>
              <a:t> to share the deck and facilitate reading the opportunities</a:t>
            </a:r>
            <a:endParaRPr kumimoji="0" lang="en-US" sz="2000" b="1"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sp>
        <p:nvSpPr>
          <p:cNvPr id="21" name="TextBox 20">
            <a:extLst>
              <a:ext uri="{FF2B5EF4-FFF2-40B4-BE49-F238E27FC236}">
                <a16:creationId xmlns:a16="http://schemas.microsoft.com/office/drawing/2014/main" id="{67ADD933-BA0B-43C3-A114-C38B543D0AE8}"/>
              </a:ext>
            </a:extLst>
          </p:cNvPr>
          <p:cNvSpPr txBox="1"/>
          <p:nvPr/>
        </p:nvSpPr>
        <p:spPr>
          <a:xfrm>
            <a:off x="6212147" y="3267960"/>
            <a:ext cx="5672758" cy="2339225"/>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03</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000" b="1" i="0" u="none" strike="noStrike" kern="1200" cap="none" spc="0" normalizeH="0" baseline="0" noProof="0" dirty="0">
                <a:ln>
                  <a:noFill/>
                </a:ln>
                <a:solidFill>
                  <a:srgbClr val="000000"/>
                </a:solidFill>
                <a:effectLst/>
                <a:uLnTx/>
                <a:uFillTx/>
                <a:latin typeface="Graphik"/>
                <a:ea typeface="+mn-ea"/>
                <a:cs typeface="+mn-cs"/>
              </a:rPr>
              <a:t>Read</a:t>
            </a:r>
            <a:r>
              <a:rPr kumimoji="0" lang="en-US" sz="2000" b="0" i="0" u="none" strike="noStrike" kern="1200" cap="none" spc="0" normalizeH="0" baseline="0" noProof="0" dirty="0">
                <a:ln>
                  <a:noFill/>
                </a:ln>
                <a:solidFill>
                  <a:srgbClr val="000000"/>
                </a:solidFill>
                <a:effectLst/>
                <a:uLnTx/>
                <a:uFillTx/>
                <a:latin typeface="Graphik"/>
                <a:ea typeface="+mn-ea"/>
                <a:cs typeface="+mn-cs"/>
              </a:rPr>
              <a:t> the 8 opportunities and business challenges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04</a:t>
            </a:r>
          </a:p>
          <a:p>
            <a:pPr marL="0" marR="0" lvl="0" indent="0" algn="l" defTabSz="228600" rtl="0" eaLnBrk="1" fontAlgn="auto" latinLnBrk="0" hangingPunct="1">
              <a:lnSpc>
                <a:spcPct val="10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Graphik"/>
                <a:ea typeface="+mn-ea"/>
                <a:cs typeface="+mn-cs"/>
              </a:rPr>
              <a:t>The Start Group leader should </a:t>
            </a:r>
            <a:r>
              <a:rPr kumimoji="0" lang="en-US" sz="2000" b="1" i="0" u="none" strike="noStrike" kern="1200" cap="none" spc="0" normalizeH="0" baseline="0" noProof="0" dirty="0">
                <a:ln>
                  <a:noFill/>
                </a:ln>
                <a:solidFill>
                  <a:srgbClr val="000000"/>
                </a:solidFill>
                <a:effectLst/>
                <a:uLnTx/>
                <a:uFillTx/>
                <a:latin typeface="Graphik"/>
                <a:ea typeface="+mn-ea"/>
                <a:cs typeface="+mn-cs"/>
              </a:rPr>
              <a:t>assign</a:t>
            </a:r>
            <a:r>
              <a:rPr kumimoji="0" lang="en-US" sz="2000" b="0" i="0" u="none" strike="noStrike" kern="1200" cap="none" spc="0" normalizeH="0" baseline="0" noProof="0" dirty="0">
                <a:ln>
                  <a:noFill/>
                </a:ln>
                <a:solidFill>
                  <a:srgbClr val="000000"/>
                </a:solidFill>
                <a:effectLst/>
                <a:uLnTx/>
                <a:uFillTx/>
                <a:latin typeface="Graphik"/>
                <a:ea typeface="+mn-ea"/>
                <a:cs typeface="+mn-cs"/>
              </a:rPr>
              <a:t> opportunities to each person</a:t>
            </a:r>
          </a:p>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grpSp>
        <p:nvGrpSpPr>
          <p:cNvPr id="12" name="Group 11" descr="Stopwatch icon and text that reads, &quot;10 minutes.'">
            <a:extLst>
              <a:ext uri="{FF2B5EF4-FFF2-40B4-BE49-F238E27FC236}">
                <a16:creationId xmlns:a16="http://schemas.microsoft.com/office/drawing/2014/main" id="{45E9B598-EB86-40A4-AEDA-4EA8BC80CD36}"/>
              </a:ext>
              <a:ext uri="{C183D7F6-B498-43B3-948B-1728B52AA6E4}">
                <adec:decorative xmlns:adec="http://schemas.microsoft.com/office/drawing/2017/decorative" val="0"/>
              </a:ext>
            </a:extLst>
          </p:cNvPr>
          <p:cNvGrpSpPr/>
          <p:nvPr/>
        </p:nvGrpSpPr>
        <p:grpSpPr>
          <a:xfrm>
            <a:off x="6482543" y="5980514"/>
            <a:ext cx="3339064" cy="441400"/>
            <a:chOff x="6477000" y="6016596"/>
            <a:chExt cx="3339064" cy="441400"/>
          </a:xfrm>
        </p:grpSpPr>
        <p:sp>
          <p:nvSpPr>
            <p:cNvPr id="13" name="Rectangle 12">
              <a:extLst>
                <a:ext uri="{FF2B5EF4-FFF2-40B4-BE49-F238E27FC236}">
                  <a16:creationId xmlns:a16="http://schemas.microsoft.com/office/drawing/2014/main" id="{AD2F18D2-1A44-4940-B22E-F03225C64DAB}"/>
                </a:ext>
              </a:extLst>
            </p:cNvPr>
            <p:cNvSpPr/>
            <p:nvPr/>
          </p:nvSpPr>
          <p:spPr>
            <a:xfrm>
              <a:off x="6905514" y="6088664"/>
              <a:ext cx="291055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100FF"/>
                  </a:solidFill>
                  <a:effectLst/>
                  <a:uLnTx/>
                  <a:uFillTx/>
                  <a:latin typeface="Graphik"/>
                  <a:ea typeface="+mn-ea"/>
                  <a:cs typeface="+mn-cs"/>
                </a:rPr>
                <a:t>10 minutes</a:t>
              </a:r>
            </a:p>
          </p:txBody>
        </p:sp>
        <p:pic>
          <p:nvPicPr>
            <p:cNvPr id="15" name="Graphic 14" descr="Stopwatch">
              <a:extLst>
                <a:ext uri="{FF2B5EF4-FFF2-40B4-BE49-F238E27FC236}">
                  <a16:creationId xmlns:a16="http://schemas.microsoft.com/office/drawing/2014/main" id="{905E31D6-4226-469F-8938-75E4A1D5E09E}"/>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477000" y="6016596"/>
              <a:ext cx="433943" cy="433943"/>
            </a:xfrm>
            <a:prstGeom prst="rect">
              <a:avLst/>
            </a:prstGeom>
          </p:spPr>
        </p:pic>
      </p:grpSp>
    </p:spTree>
    <p:extLst>
      <p:ext uri="{BB962C8B-B14F-4D97-AF65-F5344CB8AC3E}">
        <p14:creationId xmlns:p14="http://schemas.microsoft.com/office/powerpoint/2010/main" val="1064298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4DD1387-A5FB-4931-81B3-849D748E59B1}"/>
              </a:ext>
            </a:extLst>
          </p:cNvPr>
          <p:cNvSpPr>
            <a:spLocks noGrp="1"/>
          </p:cNvSpPr>
          <p:nvPr>
            <p:ph type="title" idx="4294967295"/>
          </p:nvPr>
        </p:nvSpPr>
        <p:spPr>
          <a:xfrm>
            <a:off x="384048" y="384048"/>
            <a:ext cx="10531602" cy="843503"/>
          </a:xfrm>
        </p:spPr>
        <p:txBody>
          <a:bodyPr/>
          <a:lstStyle/>
          <a:p>
            <a:r>
              <a:rPr lang="en-US" sz="3200" dirty="0">
                <a:solidFill>
                  <a:schemeClr val="bg1"/>
                </a:solidFill>
              </a:rPr>
              <a:t>We spoke to the CEO of Global Coffee and identified 8 opportunities</a:t>
            </a:r>
            <a:br>
              <a:rPr lang="en-US" dirty="0">
                <a:solidFill>
                  <a:schemeClr val="bg1"/>
                </a:solidFill>
              </a:rPr>
            </a:br>
            <a:br>
              <a:rPr lang="en-US" dirty="0">
                <a:solidFill>
                  <a:schemeClr val="bg1"/>
                </a:solidFill>
              </a:rPr>
            </a:br>
            <a:endParaRPr lang="en-US" dirty="0">
              <a:solidFill>
                <a:srgbClr val="A100FF"/>
              </a:solidFill>
            </a:endParaRPr>
          </a:p>
        </p:txBody>
      </p:sp>
      <p:sp>
        <p:nvSpPr>
          <p:cNvPr id="2" name="TextBox 1">
            <a:extLst>
              <a:ext uri="{FF2B5EF4-FFF2-40B4-BE49-F238E27FC236}">
                <a16:creationId xmlns:a16="http://schemas.microsoft.com/office/drawing/2014/main" id="{54AC5113-64FF-4ADD-BA9D-534382081A85}"/>
              </a:ext>
            </a:extLst>
          </p:cNvPr>
          <p:cNvSpPr txBox="1"/>
          <p:nvPr/>
        </p:nvSpPr>
        <p:spPr>
          <a:xfrm>
            <a:off x="381000" y="1352811"/>
            <a:ext cx="6921674" cy="533609"/>
          </a:xfrm>
          <a:prstGeom prst="rect">
            <a:avLst/>
          </a:prstGeom>
          <a:noFill/>
        </p:spPr>
        <p:txBody>
          <a:bodyPr wrap="square" lIns="0" tIns="0" rIns="0" bIns="0" rtlCol="0">
            <a:noAutofit/>
          </a:bodyPr>
          <a:lstStyle/>
          <a:p>
            <a:pPr defTabSz="228600">
              <a:spcAft>
                <a:spcPts val="1200"/>
              </a:spcAft>
            </a:pPr>
            <a:r>
              <a:rPr lang="en-US" sz="2800" b="1">
                <a:solidFill>
                  <a:srgbClr val="A100FF"/>
                </a:solidFill>
              </a:rPr>
              <a:t>How might Global Coffee….</a:t>
            </a:r>
            <a:endParaRPr lang="en-US" sz="2800" b="1" noProof="0"/>
          </a:p>
        </p:txBody>
      </p:sp>
      <p:sp>
        <p:nvSpPr>
          <p:cNvPr id="13" name="Content Placeholder 2">
            <a:extLst>
              <a:ext uri="{FF2B5EF4-FFF2-40B4-BE49-F238E27FC236}">
                <a16:creationId xmlns:a16="http://schemas.microsoft.com/office/drawing/2014/main" id="{610662BD-2AD6-4B2D-A48E-5B6DEB8AF160}"/>
              </a:ext>
            </a:extLst>
          </p:cNvPr>
          <p:cNvSpPr txBox="1">
            <a:spLocks/>
          </p:cNvSpPr>
          <p:nvPr/>
        </p:nvSpPr>
        <p:spPr>
          <a:xfrm>
            <a:off x="381000" y="2011680"/>
            <a:ext cx="11430000" cy="4462271"/>
          </a:xfrm>
          <a:prstGeom prst="rect">
            <a:avLst/>
          </a:prstGeom>
        </p:spPr>
        <p:txBody>
          <a:bodyPr lIns="91440" tIns="45720" rIns="91440" bIns="45720" anchor="t"/>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457200" indent="-457200">
              <a:buAutoNum type="arabicPeriod"/>
            </a:pPr>
            <a:r>
              <a:rPr lang="en-US" b="1">
                <a:solidFill>
                  <a:schemeClr val="accent2"/>
                </a:solidFill>
              </a:rPr>
              <a:t>Create a simpler digital experience</a:t>
            </a:r>
            <a:r>
              <a:rPr lang="en-US" b="1">
                <a:solidFill>
                  <a:schemeClr val="bg1"/>
                </a:solidFill>
              </a:rPr>
              <a:t>. </a:t>
            </a:r>
            <a:r>
              <a:rPr lang="en-US">
                <a:solidFill>
                  <a:schemeClr val="bg1"/>
                </a:solidFill>
              </a:rPr>
              <a:t>Global Coffee is losing customers because ordering from their web app is so confusing. The app tries to bring together data from multiple separate sources, and as a result is cumbersome and challenging to navigate.</a:t>
            </a:r>
          </a:p>
          <a:p>
            <a:pPr marL="457200" indent="-457200">
              <a:buFont typeface="Arial" panose="020B0604020202020204" pitchFamily="34" charset="0"/>
              <a:buAutoNum type="arabicPeriod"/>
            </a:pPr>
            <a:r>
              <a:rPr lang="en-US" b="1">
                <a:solidFill>
                  <a:schemeClr val="accent2"/>
                </a:solidFill>
              </a:rPr>
              <a:t>Become a faster and leaner business with the help of the Cloud.</a:t>
            </a:r>
            <a:r>
              <a:rPr lang="en-US" b="1">
                <a:solidFill>
                  <a:schemeClr val="bg1"/>
                </a:solidFill>
              </a:rPr>
              <a:t> </a:t>
            </a:r>
            <a:r>
              <a:rPr lang="en-US">
                <a:solidFill>
                  <a:schemeClr val="bg1"/>
                </a:solidFill>
              </a:rPr>
              <a:t>Global Coffee suffers from efficiency challenges. Processes are slow and cumbersome, and as a result, high demand products are often in short supply.</a:t>
            </a:r>
          </a:p>
          <a:p>
            <a:pPr marL="457200" indent="-457200">
              <a:buAutoNum type="arabicPeriod"/>
            </a:pPr>
            <a:r>
              <a:rPr lang="en-US" b="1">
                <a:solidFill>
                  <a:schemeClr val="accent2"/>
                </a:solidFill>
              </a:rPr>
              <a:t>Become more agile</a:t>
            </a:r>
            <a:r>
              <a:rPr lang="en-US">
                <a:solidFill>
                  <a:schemeClr val="accent2"/>
                </a:solidFill>
              </a:rPr>
              <a:t>. </a:t>
            </a:r>
            <a:r>
              <a:rPr lang="en-US">
                <a:solidFill>
                  <a:schemeClr val="bg1"/>
                </a:solidFill>
              </a:rPr>
              <a:t>Many teams in Global Coffee struggle with workload, work prioritization, and budget and schedule overruns. Using best practices from Agile software development methodologies would help these teams get back on track.</a:t>
            </a:r>
          </a:p>
          <a:p>
            <a:pPr marL="457200" indent="-457200">
              <a:buFont typeface="Arial" panose="020B0604020202020204" pitchFamily="34" charset="0"/>
              <a:buAutoNum type="arabicPeriod"/>
            </a:pPr>
            <a:r>
              <a:rPr lang="en-US" b="1">
                <a:solidFill>
                  <a:schemeClr val="accent2"/>
                </a:solidFill>
              </a:rPr>
              <a:t>Reduce operational costs. </a:t>
            </a:r>
            <a:r>
              <a:rPr lang="en-US">
                <a:solidFill>
                  <a:schemeClr val="bg1"/>
                </a:solidFill>
              </a:rPr>
              <a:t>While sales are increasing at Global Coffee, operational costs are too. Expenses for back-office functions such as HR and finance are increasing faster than revenue, eating away at Global Coffee’s profits.</a:t>
            </a:r>
          </a:p>
        </p:txBody>
      </p:sp>
    </p:spTree>
    <p:extLst>
      <p:ext uri="{BB962C8B-B14F-4D97-AF65-F5344CB8AC3E}">
        <p14:creationId xmlns:p14="http://schemas.microsoft.com/office/powerpoint/2010/main" val="475212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F7C40F-306D-4646-ABEB-CB3F35B82EAF}"/>
              </a:ext>
            </a:extLst>
          </p:cNvPr>
          <p:cNvSpPr txBox="1">
            <a:spLocks noGrp="1"/>
          </p:cNvSpPr>
          <p:nvPr>
            <p:ph type="title" idx="4294967295"/>
          </p:nvPr>
        </p:nvSpPr>
        <p:spPr>
          <a:xfrm>
            <a:off x="381000" y="341993"/>
            <a:ext cx="6921674" cy="53360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2800" b="1" i="0" u="none" strike="noStrike" kern="1200" cap="none" spc="0" normalizeH="0" baseline="0" noProof="0">
                <a:ln>
                  <a:noFill/>
                </a:ln>
                <a:solidFill>
                  <a:srgbClr val="A100FF"/>
                </a:solidFill>
                <a:effectLst/>
                <a:uLnTx/>
                <a:uFillTx/>
                <a:latin typeface="+mn-lt"/>
                <a:ea typeface="+mn-ea"/>
                <a:cs typeface="+mn-cs"/>
              </a:rPr>
              <a:t>How might Global Coffee….</a:t>
            </a:r>
            <a:endParaRPr kumimoji="0" lang="en-US" sz="2800" b="1" i="0" u="none" strike="noStrike" kern="1200" cap="none" spc="0" normalizeH="0" baseline="0" noProof="0">
              <a:ln>
                <a:noFill/>
              </a:ln>
              <a:solidFill>
                <a:schemeClr val="tx1"/>
              </a:solidFill>
              <a:effectLst/>
              <a:uLnTx/>
              <a:uFillTx/>
              <a:latin typeface="+mn-lt"/>
              <a:ea typeface="+mn-ea"/>
              <a:cs typeface="+mn-cs"/>
            </a:endParaRPr>
          </a:p>
        </p:txBody>
      </p:sp>
      <p:sp>
        <p:nvSpPr>
          <p:cNvPr id="13" name="Content Placeholder 2">
            <a:extLst>
              <a:ext uri="{FF2B5EF4-FFF2-40B4-BE49-F238E27FC236}">
                <a16:creationId xmlns:a16="http://schemas.microsoft.com/office/drawing/2014/main" id="{610662BD-2AD6-4B2D-A48E-5B6DEB8AF160}"/>
              </a:ext>
            </a:extLst>
          </p:cNvPr>
          <p:cNvSpPr txBox="1">
            <a:spLocks/>
          </p:cNvSpPr>
          <p:nvPr/>
        </p:nvSpPr>
        <p:spPr>
          <a:xfrm>
            <a:off x="381000" y="775394"/>
            <a:ext cx="11300460" cy="5056691"/>
          </a:xfrm>
          <a:prstGeom prst="rect">
            <a:avLst/>
          </a:prstGeom>
        </p:spPr>
        <p:txBody>
          <a:bodyPr lIns="91440" tIns="45720" rIns="91440" bIns="45720" anchor="t"/>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457200" indent="-457200">
              <a:buFont typeface="+mj-lt"/>
              <a:buAutoNum type="arabicPeriod" startAt="5"/>
            </a:pPr>
            <a:r>
              <a:rPr lang="en-US" b="1">
                <a:solidFill>
                  <a:schemeClr val="accent2"/>
                </a:solidFill>
              </a:rPr>
              <a:t>Make decisions with speed and become more efficient. </a:t>
            </a:r>
            <a:r>
              <a:rPr lang="en-US">
                <a:solidFill>
                  <a:schemeClr val="bg1"/>
                </a:solidFill>
              </a:rPr>
              <a:t>Global Coffee recently acquired Star Coffee, a chain of boutique coffee shops in new markets. While the cultural side of the acquisition is going strong, the different standards and processes are slowing down critical decision making.</a:t>
            </a:r>
          </a:p>
          <a:p>
            <a:pPr marL="457200" indent="-457200">
              <a:buFont typeface="+mj-lt"/>
              <a:buAutoNum type="arabicPeriod" startAt="5"/>
            </a:pPr>
            <a:r>
              <a:rPr lang="en-US" b="1">
                <a:solidFill>
                  <a:schemeClr val="accent2"/>
                </a:solidFill>
              </a:rPr>
              <a:t>Reduce store overhead and become more sustainable. </a:t>
            </a:r>
            <a:r>
              <a:rPr lang="en-US">
                <a:solidFill>
                  <a:schemeClr val="bg1"/>
                </a:solidFill>
              </a:rPr>
              <a:t>An analysis of individual Global Coffee stores shows that costs for basic utilities, such as water and electric, are on the rise. Not only does this affect Global Coffee’s bottom line, but it’s damaging their image as a corporate citizen with a focus on sustainability.</a:t>
            </a:r>
          </a:p>
          <a:p>
            <a:pPr marL="457200" indent="-457200">
              <a:buFont typeface="+mj-lt"/>
              <a:buAutoNum type="arabicPeriod" startAt="5"/>
            </a:pPr>
            <a:r>
              <a:rPr lang="en-US" b="1">
                <a:solidFill>
                  <a:schemeClr val="accent2"/>
                </a:solidFill>
              </a:rPr>
              <a:t>Create a foundation for future growth and innovation online.</a:t>
            </a:r>
            <a:r>
              <a:rPr lang="en-US">
                <a:solidFill>
                  <a:schemeClr val="accent2"/>
                </a:solidFill>
              </a:rPr>
              <a:t> </a:t>
            </a:r>
            <a:r>
              <a:rPr lang="en-US">
                <a:solidFill>
                  <a:schemeClr val="bg1"/>
                </a:solidFill>
              </a:rPr>
              <a:t>Global Coffee is losing market share to a competing brand with a richer, more satisfying digital experience. Not only does Global Coffee need to catch up, but they also need to position themselves to stay ahead of increasingly rapid changes in technology.</a:t>
            </a:r>
          </a:p>
          <a:p>
            <a:pPr marL="457200" indent="-457200">
              <a:buFont typeface="+mj-lt"/>
              <a:buAutoNum type="arabicPeriod" startAt="5"/>
            </a:pPr>
            <a:r>
              <a:rPr lang="en-US" b="1">
                <a:solidFill>
                  <a:schemeClr val="accent2"/>
                </a:solidFill>
              </a:rPr>
              <a:t>Get the best return on its marketing investment. </a:t>
            </a:r>
            <a:r>
              <a:rPr lang="en-US">
                <a:solidFill>
                  <a:schemeClr val="bg1"/>
                </a:solidFill>
              </a:rPr>
              <a:t>Global Coffee is planning a large increase in digital marketing in the coming year, to expand brand recognition and sales. They will need to measure the effectiveness of this investment, and ensure they are investing in the right places to maximize their return.</a:t>
            </a:r>
          </a:p>
          <a:p>
            <a:pPr marL="457200" indent="-457200">
              <a:buFont typeface="+mj-lt"/>
              <a:buAutoNum type="arabicPeriod" startAt="5"/>
            </a:pPr>
            <a:endParaRPr lang="en-US">
              <a:solidFill>
                <a:schemeClr val="bg1"/>
              </a:solidFill>
            </a:endParaRPr>
          </a:p>
        </p:txBody>
      </p:sp>
    </p:spTree>
    <p:extLst>
      <p:ext uri="{BB962C8B-B14F-4D97-AF65-F5344CB8AC3E}">
        <p14:creationId xmlns:p14="http://schemas.microsoft.com/office/powerpoint/2010/main" val="271568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7ADC05-149F-4C54-88A2-2D63E4CF5906}"/>
              </a:ext>
            </a:extLst>
          </p:cNvPr>
          <p:cNvSpPr txBox="1">
            <a:spLocks noGrp="1"/>
          </p:cNvSpPr>
          <p:nvPr>
            <p:ph type="title" idx="4294967295"/>
          </p:nvPr>
        </p:nvSpPr>
        <p:spPr>
          <a:xfrm>
            <a:off x="1180475" y="1199805"/>
            <a:ext cx="9144000" cy="75700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ctr" defTabSz="228600" rtl="0" eaLnBrk="1" fontAlgn="auto" latinLnBrk="0" hangingPunct="1">
              <a:lnSpc>
                <a:spcPct val="100000"/>
              </a:lnSpc>
              <a:spcBef>
                <a:spcPts val="0"/>
              </a:spcBef>
              <a:spcAft>
                <a:spcPts val="1200"/>
              </a:spcAft>
              <a:buClrTx/>
              <a:buSzTx/>
              <a:buFontTx/>
              <a:buNone/>
              <a:tabLst/>
              <a:defRPr/>
            </a:pPr>
            <a:r>
              <a:rPr kumimoji="0" lang="en-US" sz="5400" b="1" i="0" u="none" strike="noStrike" kern="1200" cap="none" spc="0" normalizeH="0" baseline="0" noProof="0">
                <a:ln>
                  <a:noFill/>
                </a:ln>
                <a:solidFill>
                  <a:schemeClr val="tx1"/>
                </a:solidFill>
                <a:effectLst/>
                <a:uLnTx/>
                <a:uFillTx/>
                <a:latin typeface="Graphik" panose="020B0503030202060203" pitchFamily="34" charset="0"/>
                <a:ea typeface="+mn-ea"/>
                <a:cs typeface="+mn-cs"/>
              </a:rPr>
              <a:t>Stop Here</a:t>
            </a:r>
            <a:endParaRPr kumimoji="0" lang="en-US" sz="5400" b="1" i="0" u="none" strike="noStrike" kern="1200" cap="none" spc="0" normalizeH="0" baseline="0" noProof="0">
              <a:ln>
                <a:noFill/>
              </a:ln>
              <a:solidFill>
                <a:schemeClr val="tx1"/>
              </a:solidFill>
              <a:effectLst/>
              <a:uLnTx/>
              <a:uFillTx/>
              <a:latin typeface="+mn-lt"/>
              <a:ea typeface="+mn-ea"/>
              <a:cs typeface="+mn-cs"/>
            </a:endParaRPr>
          </a:p>
        </p:txBody>
      </p:sp>
      <p:sp>
        <p:nvSpPr>
          <p:cNvPr id="8" name="TextBox 7">
            <a:extLst>
              <a:ext uri="{FF2B5EF4-FFF2-40B4-BE49-F238E27FC236}">
                <a16:creationId xmlns:a16="http://schemas.microsoft.com/office/drawing/2014/main" id="{945DCB79-0574-461F-83C0-EF5CCF410C0C}"/>
              </a:ext>
            </a:extLst>
          </p:cNvPr>
          <p:cNvSpPr txBox="1"/>
          <p:nvPr/>
        </p:nvSpPr>
        <p:spPr>
          <a:xfrm>
            <a:off x="1045564" y="2264699"/>
            <a:ext cx="9908498" cy="1912429"/>
          </a:xfrm>
          <a:prstGeom prst="rect">
            <a:avLst/>
          </a:prstGeom>
          <a:noFill/>
        </p:spPr>
        <p:txBody>
          <a:bodyPr wrap="square" lIns="0" tIns="0" rIns="0" bIns="0" rtlCol="0">
            <a:noAutofit/>
          </a:bodyPr>
          <a:lstStyle/>
          <a:p>
            <a:pPr algn="ctr" defTabSz="228600">
              <a:spcAft>
                <a:spcPts val="300"/>
              </a:spcAft>
            </a:pPr>
            <a:r>
              <a:rPr lang="en-US" sz="4400" b="1">
                <a:latin typeface="Graphik" panose="020B0503030202060203" pitchFamily="34" charset="0"/>
              </a:rPr>
              <a:t>When time’s up, you will be taken back to the main room before heading into One Accenture Park.</a:t>
            </a:r>
            <a:endParaRPr lang="en-US" sz="4400" b="1" noProof="0"/>
          </a:p>
        </p:txBody>
      </p:sp>
      <p:sp>
        <p:nvSpPr>
          <p:cNvPr id="3" name="TextBox 2">
            <a:extLst>
              <a:ext uri="{FF2B5EF4-FFF2-40B4-BE49-F238E27FC236}">
                <a16:creationId xmlns:a16="http://schemas.microsoft.com/office/drawing/2014/main" id="{22EC6865-88F2-4FC3-B49C-852208A6B421}"/>
              </a:ext>
            </a:extLst>
          </p:cNvPr>
          <p:cNvSpPr txBox="1"/>
          <p:nvPr/>
        </p:nvSpPr>
        <p:spPr>
          <a:xfrm>
            <a:off x="1329441" y="4792909"/>
            <a:ext cx="9802942" cy="914400"/>
          </a:xfrm>
          <a:prstGeom prst="rect">
            <a:avLst/>
          </a:prstGeom>
          <a:noFill/>
        </p:spPr>
        <p:txBody>
          <a:bodyPr wrap="square" lIns="0" tIns="0" rIns="0" bIns="0" rtlCol="0">
            <a:noAutofit/>
          </a:bodyPr>
          <a:lstStyle/>
          <a:p>
            <a:pPr defTabSz="228600">
              <a:spcAft>
                <a:spcPts val="1200"/>
              </a:spcAft>
            </a:pPr>
            <a:r>
              <a:rPr lang="en-US" sz="2800" b="1"/>
              <a:t>You’ll need to use the following slides after you come back from One Accenture Park.</a:t>
            </a:r>
            <a:endParaRPr lang="en-US" sz="2800" b="1" noProof="0"/>
          </a:p>
        </p:txBody>
      </p:sp>
      <p:sp>
        <p:nvSpPr>
          <p:cNvPr id="4" name="TextBox 3">
            <a:extLst>
              <a:ext uri="{FF2B5EF4-FFF2-40B4-BE49-F238E27FC236}">
                <a16:creationId xmlns:a16="http://schemas.microsoft.com/office/drawing/2014/main" id="{4DA6191C-FBB1-4235-8931-B89FD084E39C}"/>
              </a:ext>
              <a:ext uri="{C183D7F6-B498-43B3-948B-1728B52AA6E4}">
                <adec:decorative xmlns:adec="http://schemas.microsoft.com/office/drawing/2017/decorative" val="1"/>
              </a:ext>
            </a:extLst>
          </p:cNvPr>
          <p:cNvSpPr txBox="1"/>
          <p:nvPr/>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1">
                    <a:alpha val="75000"/>
                  </a:schemeClr>
                </a:solidFill>
                <a:effectLst/>
                <a:uLnTx/>
                <a:uFillTx/>
                <a:latin typeface="Graphik" panose="020B0503030202060203" pitchFamily="34" charset="0"/>
              </a:rPr>
              <a:pPr marL="0" marR="0" lvl="0" indent="0" algn="r" defTabSz="228600" eaLnBrk="1" fontAlgn="auto" latinLnBrk="0" hangingPunct="1">
                <a:lnSpc>
                  <a:spcPct val="100000"/>
                </a:lnSpc>
                <a:spcBef>
                  <a:spcPts val="0"/>
                </a:spcBef>
                <a:spcAft>
                  <a:spcPts val="1200"/>
                </a:spcAft>
                <a:buClrTx/>
                <a:buSzTx/>
                <a:buFontTx/>
                <a:buNone/>
                <a:tabLst/>
                <a:defRPr/>
              </a:pPr>
              <a:t>4</a:t>
            </a:fld>
            <a:endParaRPr kumimoji="0" lang="en-US" sz="800" b="0" i="0" u="none" strike="noStrike" kern="0" cap="none" spc="0" normalizeH="0" baseline="0" noProof="0">
              <a:ln>
                <a:noFill/>
              </a:ln>
              <a:solidFill>
                <a:schemeClr val="tx1">
                  <a:alpha val="75000"/>
                </a:schemeClr>
              </a:solidFill>
              <a:effectLst/>
              <a:uLnTx/>
              <a:uFillTx/>
              <a:latin typeface="Graphik" panose="020B0503030202060203" pitchFamily="34" charset="0"/>
            </a:endParaRPr>
          </a:p>
        </p:txBody>
      </p:sp>
    </p:spTree>
    <p:extLst>
      <p:ext uri="{BB962C8B-B14F-4D97-AF65-F5344CB8AC3E}">
        <p14:creationId xmlns:p14="http://schemas.microsoft.com/office/powerpoint/2010/main" val="13923739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B0432-9414-4CD8-9C5D-EF2E5C735A96}"/>
              </a:ext>
            </a:extLst>
          </p:cNvPr>
          <p:cNvSpPr>
            <a:spLocks noGrp="1"/>
          </p:cNvSpPr>
          <p:nvPr>
            <p:ph type="title" idx="4294967295"/>
          </p:nvPr>
        </p:nvSpPr>
        <p:spPr>
          <a:xfrm>
            <a:off x="498728" y="4277987"/>
            <a:ext cx="5386388" cy="431800"/>
          </a:xfrm>
        </p:spPr>
        <p:txBody>
          <a:bodyPr>
            <a:spAutoFit/>
          </a:bodyPr>
          <a:lstStyle/>
          <a:p>
            <a:pPr>
              <a:lnSpc>
                <a:spcPct val="100000"/>
              </a:lnSpc>
              <a:spcAft>
                <a:spcPts val="2400"/>
              </a:spcAft>
            </a:pPr>
            <a:r>
              <a:rPr lang="en-US" sz="2800"/>
              <a:t>Collaborate</a:t>
            </a:r>
            <a:endParaRPr lang="en-US" sz="2800" cap="none"/>
          </a:p>
        </p:txBody>
      </p:sp>
      <p:sp>
        <p:nvSpPr>
          <p:cNvPr id="7" name="Title 1">
            <a:extLst>
              <a:ext uri="{FF2B5EF4-FFF2-40B4-BE49-F238E27FC236}">
                <a16:creationId xmlns:a16="http://schemas.microsoft.com/office/drawing/2014/main" id="{862B2210-13BE-4B7E-A02C-8BE5E71EB4E7}"/>
              </a:ext>
            </a:extLst>
          </p:cNvPr>
          <p:cNvSpPr txBox="1">
            <a:spLocks/>
          </p:cNvSpPr>
          <p:nvPr/>
        </p:nvSpPr>
        <p:spPr>
          <a:xfrm>
            <a:off x="477170" y="4751224"/>
            <a:ext cx="5609784" cy="738664"/>
          </a:xfrm>
          <a:prstGeom prst="rect">
            <a:avLst/>
          </a:prstGeom>
        </p:spPr>
        <p:txBody>
          <a:bodyPr vert="horz" wrap="square" lIns="0" tIns="0" rIns="0" bIns="0" rtlCol="0" anchor="t">
            <a:spAutoFit/>
          </a:bodyPr>
          <a:lst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2400"/>
              </a:spcAft>
              <a:buClrTx/>
              <a:buSzTx/>
              <a:buFontTx/>
              <a:buNone/>
              <a:tabLst/>
              <a:defRPr/>
            </a:pPr>
            <a:r>
              <a:rPr kumimoji="0" lang="en-US" sz="2400" b="1" i="0" u="none" strike="noStrike" kern="1200" cap="none" spc="0" normalizeH="0" baseline="0" noProof="0" dirty="0">
                <a:ln>
                  <a:noFill/>
                </a:ln>
                <a:solidFill>
                  <a:srgbClr val="A100FF"/>
                </a:solidFill>
                <a:effectLst/>
                <a:uLnTx/>
                <a:uFillTx/>
                <a:latin typeface="Graphik"/>
                <a:ea typeface="+mj-ea"/>
                <a:cs typeface="+mj-cs"/>
              </a:rPr>
              <a:t>Goal: </a:t>
            </a:r>
            <a:r>
              <a:rPr kumimoji="0" lang="en-US" sz="2400" b="0" i="0" u="none" strike="noStrike" kern="1200" cap="none" spc="0" normalizeH="0" baseline="0" noProof="0" dirty="0">
                <a:ln>
                  <a:noFill/>
                </a:ln>
                <a:solidFill>
                  <a:srgbClr val="A100FF"/>
                </a:solidFill>
                <a:effectLst/>
                <a:uLnTx/>
                <a:uFillTx/>
                <a:latin typeface="Graphik"/>
                <a:ea typeface="+mj-ea"/>
                <a:cs typeface="+mj-cs"/>
              </a:rPr>
              <a:t>Share your stories and complete your final message for Priyanka</a:t>
            </a:r>
            <a:endParaRPr kumimoji="0" lang="en-US" sz="3200" b="0" i="0" u="none" strike="noStrike" kern="1200" cap="none" spc="0" normalizeH="0" baseline="0" noProof="0" dirty="0">
              <a:ln>
                <a:noFill/>
              </a:ln>
              <a:solidFill>
                <a:srgbClr val="A100FF"/>
              </a:solidFill>
              <a:effectLst/>
              <a:uLnTx/>
              <a:uFillTx/>
              <a:latin typeface="Graphik"/>
              <a:ea typeface="+mj-ea"/>
              <a:cs typeface="+mj-cs"/>
            </a:endParaRPr>
          </a:p>
        </p:txBody>
      </p:sp>
      <p:sp>
        <p:nvSpPr>
          <p:cNvPr id="14" name="Rectangle 13">
            <a:extLst>
              <a:ext uri="{FF2B5EF4-FFF2-40B4-BE49-F238E27FC236}">
                <a16:creationId xmlns:a16="http://schemas.microsoft.com/office/drawing/2014/main" id="{8297FA66-9BCF-41A7-821F-FD6FC2F29A36}"/>
              </a:ext>
              <a:ext uri="{C183D7F6-B498-43B3-948B-1728B52AA6E4}">
                <adec:decorative xmlns:adec="http://schemas.microsoft.com/office/drawing/2017/decorative" val="1"/>
              </a:ext>
            </a:extLst>
          </p:cNvPr>
          <p:cNvSpPr/>
          <p:nvPr/>
        </p:nvSpPr>
        <p:spPr>
          <a:xfrm>
            <a:off x="477170" y="3879225"/>
            <a:ext cx="5015197"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srgbClr val="FFFFFF"/>
              </a:solidFill>
              <a:effectLst/>
              <a:uLnTx/>
              <a:uFillTx/>
              <a:latin typeface="Graphik"/>
              <a:ea typeface="+mn-ea"/>
              <a:cs typeface="+mn-cs"/>
            </a:endParaRPr>
          </a:p>
        </p:txBody>
      </p:sp>
      <p:sp>
        <p:nvSpPr>
          <p:cNvPr id="3" name="TextBox 2">
            <a:extLst>
              <a:ext uri="{FF2B5EF4-FFF2-40B4-BE49-F238E27FC236}">
                <a16:creationId xmlns:a16="http://schemas.microsoft.com/office/drawing/2014/main" id="{8A1FEDC3-F822-4FBF-8352-2CB52873CDF0}"/>
              </a:ext>
            </a:extLst>
          </p:cNvPr>
          <p:cNvSpPr txBox="1"/>
          <p:nvPr/>
        </p:nvSpPr>
        <p:spPr>
          <a:xfrm>
            <a:off x="6306886" y="451026"/>
            <a:ext cx="5429505" cy="169369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Graphik"/>
                <a:ea typeface="+mn-ea"/>
                <a:cs typeface="+mn-cs"/>
              </a:rPr>
              <a:t>How can you convince Priyanka that Accenture is ready to help Global Coffee achieve their goals?</a:t>
            </a:r>
          </a:p>
          <a:p>
            <a:pPr marL="0" marR="0" lvl="0" indent="0" algn="l" defTabSz="228600" rtl="0" eaLnBrk="1" fontAlgn="auto" latinLnBrk="0" hangingPunct="1">
              <a:lnSpc>
                <a:spcPct val="100000"/>
              </a:lnSpc>
              <a:spcBef>
                <a:spcPts val="0"/>
              </a:spcBef>
              <a:spcAft>
                <a:spcPts val="120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Graphik"/>
              <a:ea typeface="+mn-ea"/>
              <a:cs typeface="+mn-cs"/>
            </a:endParaRPr>
          </a:p>
        </p:txBody>
      </p:sp>
      <p:pic>
        <p:nvPicPr>
          <p:cNvPr id="17" name="Picture 16">
            <a:extLst>
              <a:ext uri="{FF2B5EF4-FFF2-40B4-BE49-F238E27FC236}">
                <a16:creationId xmlns:a16="http://schemas.microsoft.com/office/drawing/2014/main" id="{32FBB312-BB37-4EAF-9858-A0B0E3FBCC08}"/>
              </a:ex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7631" t="-1" b="-1"/>
          <a:stretch/>
        </p:blipFill>
        <p:spPr>
          <a:xfrm>
            <a:off x="477170" y="-1"/>
            <a:ext cx="5015197" cy="3879225"/>
          </a:xfrm>
          <a:prstGeom prst="rect">
            <a:avLst/>
          </a:prstGeom>
        </p:spPr>
      </p:pic>
      <p:sp>
        <p:nvSpPr>
          <p:cNvPr id="4" name="Rectangle 3">
            <a:extLst>
              <a:ext uri="{FF2B5EF4-FFF2-40B4-BE49-F238E27FC236}">
                <a16:creationId xmlns:a16="http://schemas.microsoft.com/office/drawing/2014/main" id="{AC5B3880-4700-481E-ABA3-87BE36CC9185}"/>
              </a:ext>
            </a:extLst>
          </p:cNvPr>
          <p:cNvSpPr/>
          <p:nvPr/>
        </p:nvSpPr>
        <p:spPr>
          <a:xfrm>
            <a:off x="6306886" y="1788279"/>
            <a:ext cx="5839686" cy="3901068"/>
          </a:xfrm>
          <a:prstGeom prst="rect">
            <a:avLst/>
          </a:prstGeom>
        </p:spPr>
        <p:txBody>
          <a:bodyPr wrap="square">
            <a:spAutoFit/>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01</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Graphik"/>
                <a:ea typeface="+mn-ea"/>
                <a:cs typeface="+mn-cs"/>
              </a:rPr>
              <a:t>Share the client stories with your Start Group </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02</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Graphik"/>
                <a:ea typeface="+mn-ea"/>
                <a:cs typeface="+mn-cs"/>
              </a:rPr>
              <a:t>Start Group leader will share their screen and log each client story name and the </a:t>
            </a:r>
            <a:r>
              <a:rPr kumimoji="0" lang="en-US" sz="2000" b="1" i="0" u="none" strike="noStrike" kern="1200" cap="none" spc="0" normalizeH="0" baseline="0" noProof="0" dirty="0">
                <a:ln>
                  <a:noFill/>
                </a:ln>
                <a:solidFill>
                  <a:srgbClr val="000000"/>
                </a:solidFill>
                <a:effectLst/>
                <a:uLnTx/>
                <a:uFillTx/>
                <a:latin typeface="Graphik"/>
                <a:ea typeface="+mn-ea"/>
                <a:cs typeface="+mn-cs"/>
              </a:rPr>
              <a:t>bolded</a:t>
            </a:r>
            <a:r>
              <a:rPr kumimoji="0" lang="en-US" sz="2000" b="0" i="0" u="none" strike="noStrike" kern="1200" cap="none" spc="0" normalizeH="0" baseline="0" noProof="0" dirty="0">
                <a:ln>
                  <a:noFill/>
                </a:ln>
                <a:solidFill>
                  <a:srgbClr val="000000"/>
                </a:solidFill>
                <a:effectLst/>
                <a:uLnTx/>
                <a:uFillTx/>
                <a:latin typeface="Graphik"/>
                <a:ea typeface="+mn-ea"/>
                <a:cs typeface="+mn-cs"/>
              </a:rPr>
              <a:t> keyword into the template</a:t>
            </a:r>
            <a:endParaRPr kumimoji="0" lang="en-US" sz="2000" b="1" i="0" u="none" strike="noStrike" kern="1200" cap="none" spc="0" normalizeH="0" baseline="0" noProof="0" dirty="0">
              <a:ln>
                <a:noFill/>
              </a:ln>
              <a:solidFill>
                <a:srgbClr val="000000"/>
              </a:solidFill>
              <a:effectLst/>
              <a:uLnTx/>
              <a:uFillTx/>
              <a:latin typeface="Graphik"/>
              <a:ea typeface="+mn-ea"/>
              <a:cs typeface="+mn-cs"/>
            </a:endParaRPr>
          </a:p>
          <a:p>
            <a:pPr marL="0" marR="0" lvl="0" indent="0" algn="l" defTabSz="2286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100FF"/>
                </a:solidFill>
                <a:effectLst/>
                <a:uLnTx/>
                <a:uFillTx/>
                <a:latin typeface="Graphik"/>
                <a:ea typeface="+mn-ea"/>
                <a:cs typeface="+mn-cs"/>
              </a:rPr>
              <a:t>03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Graphik"/>
                <a:ea typeface="+mn-ea"/>
                <a:cs typeface="+mn-cs"/>
              </a:rPr>
              <a:t>The leader will type the keywords into the message template as the group works together to complete the message back to Global Coffee. Be ready to share your message in the main room.</a:t>
            </a:r>
          </a:p>
        </p:txBody>
      </p:sp>
      <p:pic>
        <p:nvPicPr>
          <p:cNvPr id="12" name="Graphic 11">
            <a:extLst>
              <a:ext uri="{FF2B5EF4-FFF2-40B4-BE49-F238E27FC236}">
                <a16:creationId xmlns:a16="http://schemas.microsoft.com/office/drawing/2014/main" id="{49DF5A5A-581F-45C0-9073-67390E0FEA6A}"/>
              </a:ext>
              <a:ext uri="{C183D7F6-B498-43B3-948B-1728B52AA6E4}">
                <adec:decorative xmlns:adec="http://schemas.microsoft.com/office/drawing/2017/decorative" val="1"/>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6468078" y="6077122"/>
            <a:ext cx="433943" cy="433943"/>
          </a:xfrm>
          <a:prstGeom prst="rect">
            <a:avLst/>
          </a:prstGeom>
        </p:spPr>
      </p:pic>
      <p:sp>
        <p:nvSpPr>
          <p:cNvPr id="5" name="TextBox 4">
            <a:extLst>
              <a:ext uri="{FF2B5EF4-FFF2-40B4-BE49-F238E27FC236}">
                <a16:creationId xmlns:a16="http://schemas.microsoft.com/office/drawing/2014/main" id="{166CB75B-5BA4-4C7C-B497-666EB54514A9}"/>
              </a:ext>
            </a:extLst>
          </p:cNvPr>
          <p:cNvSpPr txBox="1"/>
          <p:nvPr/>
        </p:nvSpPr>
        <p:spPr>
          <a:xfrm>
            <a:off x="7000413" y="6179753"/>
            <a:ext cx="1837854" cy="322259"/>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A100FF"/>
                </a:solidFill>
                <a:effectLst/>
                <a:uLnTx/>
                <a:uFillTx/>
                <a:latin typeface="Graphik"/>
                <a:ea typeface="+mn-ea"/>
                <a:cs typeface="+mn-cs"/>
              </a:rPr>
              <a:t>20 minutes</a:t>
            </a:r>
          </a:p>
        </p:txBody>
      </p:sp>
    </p:spTree>
    <p:extLst>
      <p:ext uri="{BB962C8B-B14F-4D97-AF65-F5344CB8AC3E}">
        <p14:creationId xmlns:p14="http://schemas.microsoft.com/office/powerpoint/2010/main" val="1938935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BBC3A5-D098-4B2C-B44C-EA7A56C0D471}"/>
              </a:ext>
            </a:extLst>
          </p:cNvPr>
          <p:cNvSpPr txBox="1">
            <a:spLocks noGrp="1"/>
          </p:cNvSpPr>
          <p:nvPr>
            <p:ph type="title" idx="4294967295"/>
          </p:nvPr>
        </p:nvSpPr>
        <p:spPr>
          <a:xfrm>
            <a:off x="393192" y="304801"/>
            <a:ext cx="11439144" cy="841829"/>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2200" b="1" i="0" u="none" strike="noStrike" kern="1200" cap="none" spc="0" normalizeH="0" baseline="0" noProof="0">
                <a:ln>
                  <a:noFill/>
                </a:ln>
                <a:solidFill>
                  <a:schemeClr val="bg1"/>
                </a:solidFill>
                <a:effectLst/>
                <a:uLnTx/>
                <a:uFillTx/>
                <a:latin typeface="+mn-lt"/>
                <a:ea typeface="+mn-ea"/>
                <a:cs typeface="+mn-cs"/>
              </a:rPr>
              <a:t>Share the 8 client story summaries within your Start Group. Match the opportunity with the client story. Fill in the client story name and bolded keyword.</a:t>
            </a:r>
            <a:endParaRPr kumimoji="0" lang="en-US" sz="2200" b="1" i="0" u="none" strike="noStrike" kern="1200" cap="none" spc="0" normalizeH="0" baseline="0" noProof="0">
              <a:ln>
                <a:noFill/>
              </a:ln>
              <a:solidFill>
                <a:schemeClr val="tx1"/>
              </a:solidFill>
              <a:effectLst/>
              <a:uLnTx/>
              <a:uFillTx/>
              <a:latin typeface="+mn-lt"/>
              <a:ea typeface="+mn-ea"/>
              <a:cs typeface="+mn-cs"/>
            </a:endParaRPr>
          </a:p>
        </p:txBody>
      </p:sp>
      <p:graphicFrame>
        <p:nvGraphicFramePr>
          <p:cNvPr id="2" name="Table 2">
            <a:extLst>
              <a:ext uri="{FF2B5EF4-FFF2-40B4-BE49-F238E27FC236}">
                <a16:creationId xmlns:a16="http://schemas.microsoft.com/office/drawing/2014/main" id="{A9D3F72B-00C3-4CEB-A6DC-1299CF890516}"/>
              </a:ext>
            </a:extLst>
          </p:cNvPr>
          <p:cNvGraphicFramePr>
            <a:graphicFrameLocks noGrp="1"/>
          </p:cNvGraphicFramePr>
          <p:nvPr>
            <p:extLst>
              <p:ext uri="{D42A27DB-BD31-4B8C-83A1-F6EECF244321}">
                <p14:modId xmlns:p14="http://schemas.microsoft.com/office/powerpoint/2010/main" val="1423397219"/>
              </p:ext>
            </p:extLst>
          </p:nvPr>
        </p:nvGraphicFramePr>
        <p:xfrm>
          <a:off x="393192" y="996693"/>
          <a:ext cx="11439144" cy="5236678"/>
        </p:xfrm>
        <a:graphic>
          <a:graphicData uri="http://schemas.openxmlformats.org/drawingml/2006/table">
            <a:tbl>
              <a:tblPr firstRow="1" bandRow="1">
                <a:tableStyleId>{21E4AEA4-8DFA-4A89-87EB-49C32662AFE0}</a:tableStyleId>
              </a:tblPr>
              <a:tblGrid>
                <a:gridCol w="4503590">
                  <a:extLst>
                    <a:ext uri="{9D8B030D-6E8A-4147-A177-3AD203B41FA5}">
                      <a16:colId xmlns:a16="http://schemas.microsoft.com/office/drawing/2014/main" val="4201668382"/>
                    </a:ext>
                  </a:extLst>
                </a:gridCol>
                <a:gridCol w="5014065">
                  <a:extLst>
                    <a:ext uri="{9D8B030D-6E8A-4147-A177-3AD203B41FA5}">
                      <a16:colId xmlns:a16="http://schemas.microsoft.com/office/drawing/2014/main" val="2448042988"/>
                    </a:ext>
                  </a:extLst>
                </a:gridCol>
                <a:gridCol w="1921489">
                  <a:extLst>
                    <a:ext uri="{9D8B030D-6E8A-4147-A177-3AD203B41FA5}">
                      <a16:colId xmlns:a16="http://schemas.microsoft.com/office/drawing/2014/main" val="3634094588"/>
                    </a:ext>
                  </a:extLst>
                </a:gridCol>
              </a:tblGrid>
              <a:tr h="360151">
                <a:tc>
                  <a:txBody>
                    <a:bodyPr/>
                    <a:lstStyle/>
                    <a:p>
                      <a:r>
                        <a:rPr lang="en-US"/>
                        <a:t>Opportunity </a:t>
                      </a:r>
                    </a:p>
                  </a:txBody>
                  <a:tcPr/>
                </a:tc>
                <a:tc>
                  <a:txBody>
                    <a:bodyPr/>
                    <a:lstStyle/>
                    <a:p>
                      <a:r>
                        <a:rPr lang="en-US"/>
                        <a:t>Client Story name</a:t>
                      </a:r>
                    </a:p>
                  </a:txBody>
                  <a:tcPr/>
                </a:tc>
                <a:tc>
                  <a:txBody>
                    <a:bodyPr/>
                    <a:lstStyle/>
                    <a:p>
                      <a:r>
                        <a:rPr lang="en-US"/>
                        <a:t>Keyword</a:t>
                      </a:r>
                    </a:p>
                  </a:txBody>
                  <a:tcPr/>
                </a:tc>
                <a:extLst>
                  <a:ext uri="{0D108BD9-81ED-4DB2-BD59-A6C34878D82A}">
                    <a16:rowId xmlns:a16="http://schemas.microsoft.com/office/drawing/2014/main" val="1264018697"/>
                  </a:ext>
                </a:extLst>
              </a:tr>
              <a:tr h="63026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a:solidFill>
                            <a:schemeClr val="bg1"/>
                          </a:solidFill>
                        </a:rPr>
                        <a:t>1. How can we help Global Coffee create a simpler digital experience?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rPr>
                        <a:t>Building a Data Powerhouse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rPr>
                        <a:t>Simplicity</a:t>
                      </a:r>
                    </a:p>
                  </a:txBody>
                  <a:tcPr/>
                </a:tc>
                <a:extLst>
                  <a:ext uri="{0D108BD9-81ED-4DB2-BD59-A6C34878D82A}">
                    <a16:rowId xmlns:a16="http://schemas.microsoft.com/office/drawing/2014/main" val="1405182609"/>
                  </a:ext>
                </a:extLst>
              </a:tr>
              <a:tr h="630264">
                <a:tc>
                  <a:txBody>
                    <a:bodyPr/>
                    <a:lstStyle/>
                    <a:p>
                      <a:r>
                        <a:rPr lang="en-US" sz="1600" b="0">
                          <a:solidFill>
                            <a:schemeClr val="bg1"/>
                          </a:solidFill>
                        </a:rPr>
                        <a:t>2. Become a faster and leaner business with the help of the Cloud. </a:t>
                      </a:r>
                    </a:p>
                  </a:txBody>
                  <a:tcPr/>
                </a:tc>
                <a:tc>
                  <a:txBody>
                    <a:bodyPr/>
                    <a:lstStyle/>
                    <a:p>
                      <a:r>
                        <a:rPr lang="en-US" dirty="0">
                          <a:solidFill>
                            <a:schemeClr val="bg1"/>
                          </a:solidFill>
                        </a:rPr>
                        <a:t>Healthcare at the speed of cloud</a:t>
                      </a:r>
                    </a:p>
                  </a:txBody>
                  <a:tcPr/>
                </a:tc>
                <a:tc>
                  <a:txBody>
                    <a:bodyPr/>
                    <a:lstStyle/>
                    <a:p>
                      <a:r>
                        <a:rPr lang="en-US" dirty="0">
                          <a:solidFill>
                            <a:schemeClr val="bg1"/>
                          </a:solidFill>
                        </a:rPr>
                        <a:t>Fast</a:t>
                      </a:r>
                    </a:p>
                  </a:txBody>
                  <a:tcPr/>
                </a:tc>
                <a:extLst>
                  <a:ext uri="{0D108BD9-81ED-4DB2-BD59-A6C34878D82A}">
                    <a16:rowId xmlns:a16="http://schemas.microsoft.com/office/drawing/2014/main" val="2260977842"/>
                  </a:ext>
                </a:extLst>
              </a:tr>
              <a:tr h="570239">
                <a:tc>
                  <a:txBody>
                    <a:bodyPr/>
                    <a:lstStyle/>
                    <a:p>
                      <a:r>
                        <a:rPr lang="en-US" sz="1600" b="0">
                          <a:solidFill>
                            <a:schemeClr val="bg1"/>
                          </a:solidFill>
                        </a:rPr>
                        <a:t>3. Become more agile.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rPr>
                        <a:t>Teaching an entire organization to become agile</a:t>
                      </a:r>
                    </a:p>
                  </a:txBody>
                  <a:tcPr/>
                </a:tc>
                <a:tc>
                  <a:txBody>
                    <a:bodyPr/>
                    <a:lstStyle/>
                    <a:p>
                      <a:r>
                        <a:rPr lang="en-US" dirty="0">
                          <a:solidFill>
                            <a:schemeClr val="bg1"/>
                          </a:solidFill>
                        </a:rPr>
                        <a:t>Goal</a:t>
                      </a:r>
                    </a:p>
                  </a:txBody>
                  <a:tcPr/>
                </a:tc>
                <a:extLst>
                  <a:ext uri="{0D108BD9-81ED-4DB2-BD59-A6C34878D82A}">
                    <a16:rowId xmlns:a16="http://schemas.microsoft.com/office/drawing/2014/main" val="3862554529"/>
                  </a:ext>
                </a:extLst>
              </a:tr>
              <a:tr h="570239">
                <a:tc>
                  <a:txBody>
                    <a:bodyPr/>
                    <a:lstStyle/>
                    <a:p>
                      <a:r>
                        <a:rPr lang="en-US" sz="1600" b="0">
                          <a:solidFill>
                            <a:schemeClr val="bg1"/>
                          </a:solidFill>
                        </a:rPr>
                        <a:t>4. Reduce operational costs. </a:t>
                      </a:r>
                    </a:p>
                  </a:txBody>
                  <a:tcPr/>
                </a:tc>
                <a:tc>
                  <a:txBody>
                    <a:bodyPr/>
                    <a:lstStyle/>
                    <a:p>
                      <a:pPr>
                        <a:lnSpc>
                          <a:spcPct val="107000"/>
                        </a:lnSpc>
                        <a:spcAft>
                          <a:spcPts val="800"/>
                        </a:spcAft>
                      </a:pPr>
                      <a:r>
                        <a:rPr lang="en-US" sz="1800" b="0" dirty="0">
                          <a:solidFill>
                            <a:schemeClr val="bg1"/>
                          </a:solidFill>
                          <a:ea typeface="Calibri" panose="020F0502020204030204" pitchFamily="34" charset="0"/>
                          <a:cs typeface="Times New Roman" panose="02020603050405020304" pitchFamily="18" charset="0"/>
                        </a:rPr>
                        <a:t>Intelligence you can bet your life on</a:t>
                      </a:r>
                    </a:p>
                  </a:txBody>
                  <a:tcPr/>
                </a:tc>
                <a:tc>
                  <a:txBody>
                    <a:bodyPr/>
                    <a:lstStyle/>
                    <a:p>
                      <a:r>
                        <a:rPr lang="en-US" dirty="0">
                          <a:solidFill>
                            <a:schemeClr val="bg1"/>
                          </a:solidFill>
                        </a:rPr>
                        <a:t>Costs</a:t>
                      </a:r>
                    </a:p>
                  </a:txBody>
                  <a:tcPr/>
                </a:tc>
                <a:extLst>
                  <a:ext uri="{0D108BD9-81ED-4DB2-BD59-A6C34878D82A}">
                    <a16:rowId xmlns:a16="http://schemas.microsoft.com/office/drawing/2014/main" val="2771287346"/>
                  </a:ext>
                </a:extLst>
              </a:tr>
              <a:tr h="630264">
                <a:tc>
                  <a:txBody>
                    <a:bodyPr/>
                    <a:lstStyle/>
                    <a:p>
                      <a:r>
                        <a:rPr lang="en-US" sz="1600" b="0">
                          <a:solidFill>
                            <a:schemeClr val="bg1"/>
                          </a:solidFill>
                        </a:rPr>
                        <a:t>5. Make decisions with speed and become more efficient. </a:t>
                      </a:r>
                    </a:p>
                  </a:txBody>
                  <a:tcPr/>
                </a:tc>
                <a:tc>
                  <a:txBody>
                    <a:bodyPr/>
                    <a:lstStyle/>
                    <a:p>
                      <a:r>
                        <a:rPr lang="en-US" dirty="0">
                          <a:solidFill>
                            <a:schemeClr val="bg1"/>
                          </a:solidFill>
                        </a:rPr>
                        <a:t>From acquiring to inspiring</a:t>
                      </a:r>
                    </a:p>
                  </a:txBody>
                  <a:tcPr/>
                </a:tc>
                <a:tc>
                  <a:txBody>
                    <a:bodyPr/>
                    <a:lstStyle/>
                    <a:p>
                      <a:r>
                        <a:rPr lang="en-US" dirty="0">
                          <a:solidFill>
                            <a:schemeClr val="bg1"/>
                          </a:solidFill>
                        </a:rPr>
                        <a:t>Speed</a:t>
                      </a:r>
                    </a:p>
                  </a:txBody>
                  <a:tcPr/>
                </a:tc>
                <a:extLst>
                  <a:ext uri="{0D108BD9-81ED-4DB2-BD59-A6C34878D82A}">
                    <a16:rowId xmlns:a16="http://schemas.microsoft.com/office/drawing/2014/main" val="1275413984"/>
                  </a:ext>
                </a:extLst>
              </a:tr>
              <a:tr h="570239">
                <a:tc>
                  <a:txBody>
                    <a:bodyPr/>
                    <a:lstStyle/>
                    <a:p>
                      <a:r>
                        <a:rPr lang="en-US" sz="1600" b="0">
                          <a:solidFill>
                            <a:schemeClr val="bg1"/>
                          </a:solidFill>
                        </a:rPr>
                        <a:t>6. Reduce store overhead and become more sustainable.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ea typeface="Calibri" panose="020F0502020204030204" pitchFamily="34" charset="0"/>
                          <a:cs typeface="Times New Roman" panose="02020603050405020304" pitchFamily="18" charset="0"/>
                        </a:rPr>
                        <a:t>Saving energy with intelligent operation</a:t>
                      </a:r>
                    </a:p>
                  </a:txBody>
                  <a:tcPr/>
                </a:tc>
                <a:tc>
                  <a:txBody>
                    <a:bodyPr/>
                    <a:lstStyle/>
                    <a:p>
                      <a:r>
                        <a:rPr lang="en-US" dirty="0">
                          <a:solidFill>
                            <a:schemeClr val="bg1"/>
                          </a:solidFill>
                        </a:rPr>
                        <a:t>Store</a:t>
                      </a:r>
                    </a:p>
                  </a:txBody>
                  <a:tcPr/>
                </a:tc>
                <a:extLst>
                  <a:ext uri="{0D108BD9-81ED-4DB2-BD59-A6C34878D82A}">
                    <a16:rowId xmlns:a16="http://schemas.microsoft.com/office/drawing/2014/main" val="4254446669"/>
                  </a:ext>
                </a:extLst>
              </a:tr>
              <a:tr h="630264">
                <a:tc>
                  <a:txBody>
                    <a:bodyPr/>
                    <a:lstStyle/>
                    <a:p>
                      <a:r>
                        <a:rPr lang="en-US" sz="1600" b="0">
                          <a:solidFill>
                            <a:schemeClr val="bg1"/>
                          </a:solidFill>
                        </a:rPr>
                        <a:t>7. Create a foundation for future growth and innovation online. </a:t>
                      </a:r>
                    </a:p>
                  </a:txBody>
                  <a:tcPr/>
                </a:tc>
                <a:tc>
                  <a:txBody>
                    <a:bodyPr/>
                    <a:lstStyle/>
                    <a:p>
                      <a:r>
                        <a:rPr lang="en-US" dirty="0">
                          <a:solidFill>
                            <a:schemeClr val="bg1"/>
                          </a:solidFill>
                        </a:rPr>
                        <a:t>Taste of the future</a:t>
                      </a:r>
                    </a:p>
                  </a:txBody>
                  <a:tcPr/>
                </a:tc>
                <a:tc>
                  <a:txBody>
                    <a:bodyPr/>
                    <a:lstStyle/>
                    <a:p>
                      <a:r>
                        <a:rPr lang="en-US" dirty="0">
                          <a:solidFill>
                            <a:schemeClr val="bg1"/>
                          </a:solidFill>
                        </a:rPr>
                        <a:t>Chain</a:t>
                      </a:r>
                    </a:p>
                  </a:txBody>
                  <a:tcPr/>
                </a:tc>
                <a:extLst>
                  <a:ext uri="{0D108BD9-81ED-4DB2-BD59-A6C34878D82A}">
                    <a16:rowId xmlns:a16="http://schemas.microsoft.com/office/drawing/2014/main" val="3493353365"/>
                  </a:ext>
                </a:extLst>
              </a:tr>
              <a:tr h="630264">
                <a:tc>
                  <a:txBody>
                    <a:bodyPr/>
                    <a:lstStyle/>
                    <a:p>
                      <a:r>
                        <a:rPr lang="en-US" sz="1600" b="0">
                          <a:solidFill>
                            <a:schemeClr val="bg1"/>
                          </a:solidFill>
                        </a:rPr>
                        <a:t>8. Get the best return on its marketing investment. </a:t>
                      </a:r>
                    </a:p>
                  </a:txBody>
                  <a:tcPr/>
                </a:tc>
                <a:tc>
                  <a:txBody>
                    <a:bodyPr/>
                    <a:lstStyle/>
                    <a:p>
                      <a:r>
                        <a:rPr lang="en-US" dirty="0">
                          <a:solidFill>
                            <a:schemeClr val="bg1"/>
                          </a:solidFill>
                        </a:rPr>
                        <a:t>Marketing Mastery</a:t>
                      </a:r>
                    </a:p>
                  </a:txBody>
                  <a:tcPr/>
                </a:tc>
                <a:tc>
                  <a:txBody>
                    <a:bodyPr/>
                    <a:lstStyle/>
                    <a:p>
                      <a:r>
                        <a:rPr lang="en-US" dirty="0">
                          <a:solidFill>
                            <a:schemeClr val="bg1"/>
                          </a:solidFill>
                        </a:rPr>
                        <a:t>Brand</a:t>
                      </a:r>
                    </a:p>
                  </a:txBody>
                  <a:tcPr/>
                </a:tc>
                <a:extLst>
                  <a:ext uri="{0D108BD9-81ED-4DB2-BD59-A6C34878D82A}">
                    <a16:rowId xmlns:a16="http://schemas.microsoft.com/office/drawing/2014/main" val="494157373"/>
                  </a:ext>
                </a:extLst>
              </a:tr>
            </a:tbl>
          </a:graphicData>
        </a:graphic>
      </p:graphicFrame>
    </p:spTree>
    <p:extLst>
      <p:ext uri="{BB962C8B-B14F-4D97-AF65-F5344CB8AC3E}">
        <p14:creationId xmlns:p14="http://schemas.microsoft.com/office/powerpoint/2010/main" val="2101444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A6FF3-5876-4EBE-80A8-7EB44742B359}"/>
              </a:ext>
            </a:extLst>
          </p:cNvPr>
          <p:cNvSpPr>
            <a:spLocks noGrp="1"/>
          </p:cNvSpPr>
          <p:nvPr>
            <p:ph type="title" idx="4294967295"/>
          </p:nvPr>
        </p:nvSpPr>
        <p:spPr>
          <a:xfrm>
            <a:off x="381000" y="564261"/>
            <a:ext cx="11430000" cy="885825"/>
          </a:xfrm>
        </p:spPr>
        <p:txBody>
          <a:bodyPr>
            <a:spAutoFit/>
          </a:bodyPr>
          <a:lstStyle/>
          <a:p>
            <a:r>
              <a:rPr lang="en-US">
                <a:solidFill>
                  <a:schemeClr val="bg1"/>
                </a:solidFill>
              </a:rPr>
              <a:t>Complete the message for Global Coffee using the keywords found in the client stories.</a:t>
            </a:r>
          </a:p>
        </p:txBody>
      </p:sp>
      <p:sp>
        <p:nvSpPr>
          <p:cNvPr id="4" name="TextBox 3">
            <a:extLst>
              <a:ext uri="{FF2B5EF4-FFF2-40B4-BE49-F238E27FC236}">
                <a16:creationId xmlns:a16="http://schemas.microsoft.com/office/drawing/2014/main" id="{3F29B76B-8FD5-43D8-8950-63A6230B4B7F}"/>
              </a:ext>
            </a:extLst>
          </p:cNvPr>
          <p:cNvSpPr txBox="1"/>
          <p:nvPr/>
        </p:nvSpPr>
        <p:spPr>
          <a:xfrm>
            <a:off x="380999" y="1450086"/>
            <a:ext cx="11430001" cy="512064"/>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kumimoji="0" lang="en-US" sz="2400" b="0" i="0" u="none" strike="noStrike" kern="1200" cap="none" spc="0" normalizeH="0" baseline="0" noProof="0">
                <a:ln>
                  <a:noFill/>
                </a:ln>
                <a:solidFill>
                  <a:srgbClr val="A100FF"/>
                </a:solidFill>
                <a:effectLst/>
                <a:uLnTx/>
                <a:uFillTx/>
                <a:latin typeface="Graphik"/>
                <a:ea typeface="+mn-ea"/>
                <a:cs typeface="+mn-cs"/>
              </a:rPr>
              <a:t>The Start Group leader enters the keywords into the spaces to create one collaborative message.</a:t>
            </a:r>
          </a:p>
        </p:txBody>
      </p:sp>
      <p:sp>
        <p:nvSpPr>
          <p:cNvPr id="3" name="Content Placeholder 2">
            <a:extLst>
              <a:ext uri="{FF2B5EF4-FFF2-40B4-BE49-F238E27FC236}">
                <a16:creationId xmlns:a16="http://schemas.microsoft.com/office/drawing/2014/main" id="{3E2A2C26-9F80-4931-8D41-00D3B47B6241}"/>
              </a:ext>
            </a:extLst>
          </p:cNvPr>
          <p:cNvSpPr>
            <a:spLocks noGrp="1"/>
          </p:cNvSpPr>
          <p:nvPr>
            <p:ph sz="quarter" idx="4294967295"/>
          </p:nvPr>
        </p:nvSpPr>
        <p:spPr>
          <a:xfrm>
            <a:off x="380999" y="2346594"/>
            <a:ext cx="11473149" cy="2889394"/>
          </a:xfrm>
        </p:spPr>
        <p:txBody>
          <a:bodyPr/>
          <a:lstStyle/>
          <a:p>
            <a:pPr>
              <a:lnSpc>
                <a:spcPct val="200000"/>
              </a:lnSpc>
              <a:spcAft>
                <a:spcPts val="0"/>
              </a:spcAft>
            </a:pPr>
            <a:r>
              <a:rPr lang="en-US" sz="2400" dirty="0">
                <a:solidFill>
                  <a:schemeClr val="bg1"/>
                </a:solidFill>
              </a:rPr>
              <a:t>Accenture is ready to help you reach your </a:t>
            </a:r>
            <a:r>
              <a:rPr lang="en-US" sz="2400" b="1" u="sng" dirty="0">
                <a:solidFill>
                  <a:schemeClr val="bg1"/>
                </a:solidFill>
              </a:rPr>
              <a:t>__goal___</a:t>
            </a:r>
            <a:r>
              <a:rPr lang="en-US" sz="2400" dirty="0">
                <a:solidFill>
                  <a:schemeClr val="bg1"/>
                </a:solidFill>
              </a:rPr>
              <a:t> in each </a:t>
            </a:r>
            <a:r>
              <a:rPr lang="en-US" sz="2400" b="1" u="sng" dirty="0">
                <a:solidFill>
                  <a:schemeClr val="bg1"/>
                </a:solidFill>
              </a:rPr>
              <a:t>___store___</a:t>
            </a:r>
            <a:r>
              <a:rPr lang="en-US" sz="2400" dirty="0">
                <a:solidFill>
                  <a:schemeClr val="bg1"/>
                </a:solidFill>
              </a:rPr>
              <a:t> in </a:t>
            </a:r>
            <a:r>
              <a:rPr lang="en-US" sz="2400">
                <a:solidFill>
                  <a:schemeClr val="bg1"/>
                </a:solidFill>
              </a:rPr>
              <a:t>your </a:t>
            </a:r>
            <a:r>
              <a:rPr lang="en-US" sz="2400" b="1" u="sng">
                <a:solidFill>
                  <a:schemeClr val="bg1"/>
                </a:solidFill>
              </a:rPr>
              <a:t>____chain___</a:t>
            </a:r>
            <a:r>
              <a:rPr lang="en-US" sz="2400">
                <a:solidFill>
                  <a:schemeClr val="bg1"/>
                </a:solidFill>
              </a:rPr>
              <a:t>. </a:t>
            </a:r>
            <a:r>
              <a:rPr lang="en-US" sz="2400" dirty="0">
                <a:solidFill>
                  <a:schemeClr val="bg1"/>
                </a:solidFill>
              </a:rPr>
              <a:t>We can bring </a:t>
            </a:r>
            <a:r>
              <a:rPr lang="en-US" sz="2400" b="1" u="sng" dirty="0">
                <a:solidFill>
                  <a:schemeClr val="bg1"/>
                </a:solidFill>
              </a:rPr>
              <a:t>___simplicity_____</a:t>
            </a:r>
            <a:r>
              <a:rPr lang="en-US" sz="2400" dirty="0">
                <a:solidFill>
                  <a:schemeClr val="bg1"/>
                </a:solidFill>
              </a:rPr>
              <a:t> and </a:t>
            </a:r>
            <a:r>
              <a:rPr lang="en-US" sz="2400" b="1" u="sng" dirty="0">
                <a:solidFill>
                  <a:schemeClr val="bg1"/>
                </a:solidFill>
              </a:rPr>
              <a:t>____speed_____</a:t>
            </a:r>
            <a:r>
              <a:rPr lang="en-US" sz="2400" dirty="0">
                <a:solidFill>
                  <a:schemeClr val="bg1"/>
                </a:solidFill>
              </a:rPr>
              <a:t> to your online experience, which will help your </a:t>
            </a:r>
            <a:r>
              <a:rPr lang="en-US" sz="2400" b="1" u="sng" dirty="0">
                <a:solidFill>
                  <a:schemeClr val="bg1"/>
                </a:solidFill>
              </a:rPr>
              <a:t>____brand____</a:t>
            </a:r>
            <a:r>
              <a:rPr lang="en-US" sz="2400" dirty="0">
                <a:solidFill>
                  <a:schemeClr val="bg1"/>
                </a:solidFill>
              </a:rPr>
              <a:t> and bring you new customers and growth as we cut </a:t>
            </a:r>
            <a:r>
              <a:rPr lang="en-US" sz="2400" b="1" u="sng" dirty="0">
                <a:solidFill>
                  <a:schemeClr val="bg1"/>
                </a:solidFill>
              </a:rPr>
              <a:t>____costs___</a:t>
            </a:r>
            <a:r>
              <a:rPr lang="en-US" sz="2400" dirty="0">
                <a:solidFill>
                  <a:schemeClr val="bg1"/>
                </a:solidFill>
              </a:rPr>
              <a:t>. With the blend of end-to-end services Accenture brings to our clients, no one else can bring your strategy to life as </a:t>
            </a:r>
            <a:r>
              <a:rPr lang="en-US" sz="2400" b="1" u="sng" dirty="0">
                <a:solidFill>
                  <a:schemeClr val="bg1"/>
                </a:solidFill>
              </a:rPr>
              <a:t>___fast_____ </a:t>
            </a:r>
            <a:r>
              <a:rPr lang="en-US" sz="2400" dirty="0">
                <a:solidFill>
                  <a:schemeClr val="bg1"/>
                </a:solidFill>
              </a:rPr>
              <a:t>as we can.</a:t>
            </a:r>
            <a:endParaRPr lang="en-US" sz="2400" u="sng" dirty="0">
              <a:solidFill>
                <a:schemeClr val="bg1"/>
              </a:solidFill>
            </a:endParaRPr>
          </a:p>
        </p:txBody>
      </p:sp>
    </p:spTree>
    <p:extLst>
      <p:ext uri="{BB962C8B-B14F-4D97-AF65-F5344CB8AC3E}">
        <p14:creationId xmlns:p14="http://schemas.microsoft.com/office/powerpoint/2010/main" val="1213474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6449-81B9-48EC-A5A8-A278FD073C99}"/>
              </a:ext>
            </a:extLst>
          </p:cNvPr>
          <p:cNvSpPr>
            <a:spLocks noGrp="1"/>
          </p:cNvSpPr>
          <p:nvPr>
            <p:ph type="title"/>
          </p:nvPr>
        </p:nvSpPr>
        <p:spPr>
          <a:xfrm>
            <a:off x="1450657" y="2369479"/>
            <a:ext cx="9290685" cy="2119042"/>
          </a:xfrm>
        </p:spPr>
        <p:txBody>
          <a:bodyPr wrap="square">
            <a:spAutoFit/>
          </a:bodyPr>
          <a:lstStyle/>
          <a:p>
            <a:pPr>
              <a:lnSpc>
                <a:spcPct val="85000"/>
              </a:lnSpc>
            </a:pPr>
            <a:r>
              <a:rPr lang="en-US" cap="none">
                <a:latin typeface="Graphik"/>
              </a:rPr>
              <a:t>Relax and breathe deeply while waiting to be moved</a:t>
            </a:r>
            <a:r>
              <a:rPr lang="en-US" b="1" cap="none">
                <a:latin typeface="Graphik"/>
              </a:rPr>
              <a:t> back to the main room.</a:t>
            </a:r>
          </a:p>
        </p:txBody>
      </p:sp>
    </p:spTree>
    <p:extLst>
      <p:ext uri="{BB962C8B-B14F-4D97-AF65-F5344CB8AC3E}">
        <p14:creationId xmlns:p14="http://schemas.microsoft.com/office/powerpoint/2010/main" val="3561521936"/>
      </p:ext>
    </p:extLst>
  </p:cSld>
  <p:clrMapOvr>
    <a:masterClrMapping/>
  </p:clrMapOvr>
</p:sld>
</file>

<file path=ppt/theme/theme1.xml><?xml version="1.0" encoding="utf-8"?>
<a:theme xmlns:a="http://schemas.openxmlformats.org/drawingml/2006/main" name="ACC Core FY21">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2.xml><?xml version="1.0" encoding="utf-8"?>
<a:theme xmlns:a="http://schemas.openxmlformats.org/drawingml/2006/main" name="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3.xml><?xml version="1.0" encoding="utf-8"?>
<a:theme xmlns:a="http://schemas.openxmlformats.org/drawingml/2006/main" name="1_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OperationsTemplate_Graphik_100820" id="{2DEA5A8A-B067-E645-91A5-563B6D1A14DD}" vid="{995881E5-AC48-7841-B2B5-AB2B9AAAB3A3}"/>
    </a:ext>
  </a:extLst>
</a:theme>
</file>

<file path=ppt/theme/theme4.xml><?xml version="1.0" encoding="utf-8"?>
<a:theme xmlns:a="http://schemas.openxmlformats.org/drawingml/2006/main" name="2_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OperationsTemplate_Graphik_100820" id="{2DEA5A8A-B067-E645-91A5-563B6D1A14DD}" vid="{995881E5-AC48-7841-B2B5-AB2B9AAAB3A3}"/>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179A0EA57D34E4285793B2E2AC54467" ma:contentTypeVersion="4" ma:contentTypeDescription="Create a new document." ma:contentTypeScope="" ma:versionID="20aad2d140532329989040d385364207">
  <xsd:schema xmlns:xsd="http://www.w3.org/2001/XMLSchema" xmlns:xs="http://www.w3.org/2001/XMLSchema" xmlns:p="http://schemas.microsoft.com/office/2006/metadata/properties" xmlns:ns2="36eb21d4-6549-4ab5-8dd4-ba2e568efd22" xmlns:ns3="ae3eb560-b72f-4d96-9373-3815e1041876" targetNamespace="http://schemas.microsoft.com/office/2006/metadata/properties" ma:root="true" ma:fieldsID="34ba1b35f4f03fffb08c3d9eae0d2ba3" ns2:_="" ns3:_="">
    <xsd:import namespace="36eb21d4-6549-4ab5-8dd4-ba2e568efd22"/>
    <xsd:import namespace="ae3eb560-b72f-4d96-9373-3815e1041876"/>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6eb21d4-6549-4ab5-8dd4-ba2e568efd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e3eb560-b72f-4d96-9373-3815e104187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ae3eb560-b72f-4d96-9373-3815e1041876">
      <UserInfo>
        <DisplayName/>
        <AccountId xsi:nil="true"/>
        <AccountType/>
      </UserInfo>
    </SharedWithUsers>
  </documentManagement>
</p:properties>
</file>

<file path=customXml/itemProps1.xml><?xml version="1.0" encoding="utf-8"?>
<ds:datastoreItem xmlns:ds="http://schemas.openxmlformats.org/officeDocument/2006/customXml" ds:itemID="{79831B46-6CD1-40D2-9FB5-3E58559F90A3}">
  <ds:schemaRefs>
    <ds:schemaRef ds:uri="http://schemas.microsoft.com/sharepoint/v3/contenttype/forms"/>
  </ds:schemaRefs>
</ds:datastoreItem>
</file>

<file path=customXml/itemProps2.xml><?xml version="1.0" encoding="utf-8"?>
<ds:datastoreItem xmlns:ds="http://schemas.openxmlformats.org/officeDocument/2006/customXml" ds:itemID="{643C768A-3F8C-4802-8939-BB3E32324F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6eb21d4-6549-4ab5-8dd4-ba2e568efd22"/>
    <ds:schemaRef ds:uri="ae3eb560-b72f-4d96-9373-3815e104187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6BFFC05-B2F6-4CED-BE65-F75B1EB7AD7B}">
  <ds:schemaRefs>
    <ds:schemaRef ds:uri="http://schemas.microsoft.com/office/2006/metadata/properties"/>
    <ds:schemaRef ds:uri="http://schemas.microsoft.com/office/2006/documentManagement/types"/>
    <ds:schemaRef ds:uri="http://schemas.openxmlformats.org/package/2006/metadata/core-properties"/>
    <ds:schemaRef ds:uri="http://purl.org/dc/elements/1.1/"/>
    <ds:schemaRef ds:uri="http://purl.org/dc/dcmitype/"/>
    <ds:schemaRef ds:uri="ae3eb560-b72f-4d96-9373-3815e1041876"/>
    <ds:schemaRef ds:uri="http://purl.org/dc/terms/"/>
    <ds:schemaRef ds:uri="http://schemas.microsoft.com/office/infopath/2007/PartnerControls"/>
    <ds:schemaRef ds:uri="36eb21d4-6549-4ab5-8dd4-ba2e568efd22"/>
    <ds:schemaRef ds:uri="http://www.w3.org/XML/1998/namespace"/>
  </ds:schemaRefs>
</ds:datastoreItem>
</file>

<file path=docMetadata/LabelInfo.xml><?xml version="1.0" encoding="utf-8"?>
<clbl:labelList xmlns:clbl="http://schemas.microsoft.com/office/2020/mipLabelMetadata">
  <clbl:label id="{ccb6fc37-a1d1-4252-981c-63836d1ca50c}" enabled="1" method="Privileged" siteId="{e0793d39-0939-496d-b129-198edd916feb}" contentBits="1" removed="0"/>
</clbl:labelList>
</file>

<file path=docProps/app.xml><?xml version="1.0" encoding="utf-8"?>
<Properties xmlns="http://schemas.openxmlformats.org/officeDocument/2006/extended-properties" xmlns:vt="http://schemas.openxmlformats.org/officeDocument/2006/docPropsVTypes">
  <Template>Acc_OperationsTemplate_Graphik_102220</Template>
  <TotalTime>554</TotalTime>
  <Words>956</Words>
  <Application>Microsoft Macintosh PowerPoint</Application>
  <PresentationFormat>Widescreen</PresentationFormat>
  <Paragraphs>84</Paragraphs>
  <Slides>8</Slides>
  <Notes>8</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8</vt:i4>
      </vt:variant>
    </vt:vector>
  </HeadingPairs>
  <TitlesOfParts>
    <vt:vector size="18" baseType="lpstr">
      <vt:lpstr>Arial</vt:lpstr>
      <vt:lpstr>Calibri</vt:lpstr>
      <vt:lpstr>Graphik</vt:lpstr>
      <vt:lpstr>Graphik Black</vt:lpstr>
      <vt:lpstr>GT Sectra Fine</vt:lpstr>
      <vt:lpstr>System Font</vt:lpstr>
      <vt:lpstr>ACC Core FY21</vt:lpstr>
      <vt:lpstr>Office Theme</vt:lpstr>
      <vt:lpstr>1_Office Theme</vt:lpstr>
      <vt:lpstr>2_Office Theme</vt:lpstr>
      <vt:lpstr>Global Coffee Challenge</vt:lpstr>
      <vt:lpstr>We spoke to the CEO of Global Coffee and identified 8 opportunities  </vt:lpstr>
      <vt:lpstr>How might Global Coffee….</vt:lpstr>
      <vt:lpstr>Stop Here</vt:lpstr>
      <vt:lpstr>Collaborate</vt:lpstr>
      <vt:lpstr>Share the 8 client story summaries within your Start Group. Match the opportunity with the client story. Fill in the client story name and bolded keyword.</vt:lpstr>
      <vt:lpstr>Complete the message for Global Coffee using the keywords found in the client stories.</vt:lpstr>
      <vt:lpstr>Relax and breathe deeply while waiting to be moved back to the main room.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this template</dc:title>
  <dc:creator>Andres, Cathleen E.</dc:creator>
  <cp:lastModifiedBy>Angeline, Michelle</cp:lastModifiedBy>
  <cp:revision>3</cp:revision>
  <dcterms:created xsi:type="dcterms:W3CDTF">2021-01-10T20:46:22Z</dcterms:created>
  <dcterms:modified xsi:type="dcterms:W3CDTF">2024-01-10T04:12:23Z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0x0101004179A0EA57D34E4285793B2E2AC54467</vt:lpwstr>
  </property>
  <property fmtid="{D5CDD505-2E9C-101B-9397-08002B2CF9AE}" pid="3" name="Order">
    <vt:r8>29200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SIP_Label_ccb6fc37-a1d1-4252-981c-63836d1ca50c_Enabled">
    <vt:lpwstr>true</vt:lpwstr>
  </property>
  <property fmtid="{D5CDD505-2E9C-101B-9397-08002B2CF9AE}" pid="11" name="MSIP_Label_ccb6fc37-a1d1-4252-981c-63836d1ca50c_SetDate">
    <vt:lpwstr>2022-04-07T16:44:38Z</vt:lpwstr>
  </property>
  <property fmtid="{D5CDD505-2E9C-101B-9397-08002B2CF9AE}" pid="12" name="MSIP_Label_ccb6fc37-a1d1-4252-981c-63836d1ca50c_Method">
    <vt:lpwstr>Privileged</vt:lpwstr>
  </property>
  <property fmtid="{D5CDD505-2E9C-101B-9397-08002B2CF9AE}" pid="13" name="MSIP_Label_ccb6fc37-a1d1-4252-981c-63836d1ca50c_Name">
    <vt:lpwstr>ccb6fc37-a1d1-4252-981c-63836d1ca50c</vt:lpwstr>
  </property>
  <property fmtid="{D5CDD505-2E9C-101B-9397-08002B2CF9AE}" pid="14" name="MSIP_Label_ccb6fc37-a1d1-4252-981c-63836d1ca50c_SiteId">
    <vt:lpwstr>e0793d39-0939-496d-b129-198edd916feb</vt:lpwstr>
  </property>
  <property fmtid="{D5CDD505-2E9C-101B-9397-08002B2CF9AE}" pid="15" name="MSIP_Label_ccb6fc37-a1d1-4252-981c-63836d1ca50c_ActionId">
    <vt:lpwstr>c6eb487c-c898-42d3-ae7e-06155d4ba828</vt:lpwstr>
  </property>
  <property fmtid="{D5CDD505-2E9C-101B-9397-08002B2CF9AE}" pid="16" name="MSIP_Label_ccb6fc37-a1d1-4252-981c-63836d1ca50c_ContentBits">
    <vt:lpwstr>1</vt:lpwstr>
  </property>
  <property fmtid="{D5CDD505-2E9C-101B-9397-08002B2CF9AE}" pid="17" name="MediaServiceImageTags">
    <vt:lpwstr/>
  </property>
</Properties>
</file>