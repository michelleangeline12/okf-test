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OKF Knowledge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we convert raw documents into structured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PDF</a:t>
            </a:r>
          </a:p>
          <a:p>
            <a:r>
              <a:t>DOCX</a:t>
            </a:r>
          </a:p>
          <a:p>
            <a:r>
              <a:t>PPTX</a:t>
            </a:r>
          </a:p>
          <a:p>
            <a:r>
              <a:t>XLSX</a:t>
            </a:r>
          </a:p>
          <a:p>
            <a:r>
              <a:t>TXT</a:t>
            </a:r>
          </a:p>
          <a:p>
            <a:r>
              <a:t>Images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Clone repository</a:t>
            </a:r>
          </a:p>
          <a:p>
            <a:r>
              <a:t>2. Discover raw/ files</a:t>
            </a:r>
          </a:p>
          <a:p>
            <a:r>
              <a:t>3. Convert per format</a:t>
            </a:r>
          </a:p>
          <a:p>
            <a:r>
              <a:t>4. Inject YAML frontmatter</a:t>
            </a:r>
          </a:p>
          <a:p>
            <a:r>
              <a:t>5. Commit &amp; push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